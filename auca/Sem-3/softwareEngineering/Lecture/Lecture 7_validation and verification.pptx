
<file path=[Content_Types].xml><?xml version="1.0" encoding="utf-8"?>
<Types xmlns="http://schemas.openxmlformats.org/package/2006/content-types">
  <Default Extension="gif" ContentType="image/gi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6"/>
  </p:notesMasterIdLst>
  <p:sldIdLst>
    <p:sldId id="330" r:id="rId2"/>
    <p:sldId id="331" r:id="rId3"/>
    <p:sldId id="333" r:id="rId4"/>
    <p:sldId id="355" r:id="rId5"/>
    <p:sldId id="354" r:id="rId6"/>
    <p:sldId id="334" r:id="rId7"/>
    <p:sldId id="335" r:id="rId8"/>
    <p:sldId id="336" r:id="rId9"/>
    <p:sldId id="337" r:id="rId10"/>
    <p:sldId id="356" r:id="rId11"/>
    <p:sldId id="357" r:id="rId12"/>
    <p:sldId id="358" r:id="rId13"/>
    <p:sldId id="359" r:id="rId14"/>
    <p:sldId id="339" r:id="rId15"/>
    <p:sldId id="340" r:id="rId16"/>
    <p:sldId id="341" r:id="rId17"/>
    <p:sldId id="342" r:id="rId18"/>
    <p:sldId id="343" r:id="rId19"/>
    <p:sldId id="261" r:id="rId20"/>
    <p:sldId id="262" r:id="rId21"/>
    <p:sldId id="263" r:id="rId22"/>
    <p:sldId id="264" r:id="rId23"/>
    <p:sldId id="265" r:id="rId24"/>
    <p:sldId id="266" r:id="rId25"/>
    <p:sldId id="267" r:id="rId26"/>
    <p:sldId id="268" r:id="rId27"/>
    <p:sldId id="269" r:id="rId28"/>
    <p:sldId id="270" r:id="rId29"/>
    <p:sldId id="271" r:id="rId30"/>
    <p:sldId id="272" r:id="rId31"/>
    <p:sldId id="273" r:id="rId32"/>
    <p:sldId id="274" r:id="rId33"/>
    <p:sldId id="275" r:id="rId34"/>
    <p:sldId id="276" r:id="rId35"/>
    <p:sldId id="277" r:id="rId36"/>
    <p:sldId id="278" r:id="rId37"/>
    <p:sldId id="347" r:id="rId38"/>
    <p:sldId id="257" r:id="rId39"/>
    <p:sldId id="258" r:id="rId40"/>
    <p:sldId id="259" r:id="rId41"/>
    <p:sldId id="260" r:id="rId42"/>
    <p:sldId id="360" r:id="rId43"/>
    <p:sldId id="361" r:id="rId44"/>
    <p:sldId id="362" r:id="rId45"/>
  </p:sldIdLst>
  <p:sldSz cx="9144000" cy="6858000" type="screen4x3"/>
  <p:notesSz cx="9144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59" d="100"/>
          <a:sy n="59" d="100"/>
        </p:scale>
        <p:origin x="1500" y="5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44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80013" y="0"/>
            <a:ext cx="3962400" cy="344488"/>
          </a:xfrm>
          <a:prstGeom prst="rect">
            <a:avLst/>
          </a:prstGeom>
        </p:spPr>
        <p:txBody>
          <a:bodyPr vert="horz" lIns="91440" tIns="45720" rIns="91440" bIns="45720" rtlCol="0"/>
          <a:lstStyle>
            <a:lvl1pPr algn="r">
              <a:defRPr sz="1200"/>
            </a:lvl1pPr>
          </a:lstStyle>
          <a:p>
            <a:fld id="{FE84E0E0-D23B-4785-88DC-A889D221FCE8}" type="datetimeFigureOut">
              <a:rPr lang="en-US" smtClean="0"/>
              <a:t>27-Nov-25</a:t>
            </a:fld>
            <a:endParaRPr lang="en-US"/>
          </a:p>
        </p:txBody>
      </p:sp>
      <p:sp>
        <p:nvSpPr>
          <p:cNvPr id="4" name="Slide Image Placeholder 3"/>
          <p:cNvSpPr>
            <a:spLocks noGrp="1" noRot="1" noChangeAspect="1"/>
          </p:cNvSpPr>
          <p:nvPr>
            <p:ph type="sldImg" idx="2"/>
          </p:nvPr>
        </p:nvSpPr>
        <p:spPr>
          <a:xfrm>
            <a:off x="3028950" y="857250"/>
            <a:ext cx="3086100" cy="23145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3300413"/>
            <a:ext cx="73152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513"/>
            <a:ext cx="3962400" cy="3444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80013" y="6513513"/>
            <a:ext cx="3962400" cy="344487"/>
          </a:xfrm>
          <a:prstGeom prst="rect">
            <a:avLst/>
          </a:prstGeom>
        </p:spPr>
        <p:txBody>
          <a:bodyPr vert="horz" lIns="91440" tIns="45720" rIns="91440" bIns="45720" rtlCol="0" anchor="b"/>
          <a:lstStyle>
            <a:lvl1pPr algn="r">
              <a:defRPr sz="1200"/>
            </a:lvl1pPr>
          </a:lstStyle>
          <a:p>
            <a:fld id="{5D87A0F6-E0B5-4F3F-9D58-3557EBD98B63}" type="slidenum">
              <a:rPr lang="en-US" smtClean="0"/>
              <a:t>‹#›</a:t>
            </a:fld>
            <a:endParaRPr lang="en-US"/>
          </a:p>
        </p:txBody>
      </p:sp>
    </p:spTree>
    <p:extLst>
      <p:ext uri="{BB962C8B-B14F-4D97-AF65-F5344CB8AC3E}">
        <p14:creationId xmlns:p14="http://schemas.microsoft.com/office/powerpoint/2010/main" val="9515454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685800" y="2125980"/>
            <a:ext cx="7772400" cy="1440180"/>
          </a:xfrm>
          <a:prstGeom prst="rect">
            <a:avLst/>
          </a:prstGeom>
        </p:spPr>
        <p:txBody>
          <a:bodyPr wrap="square" lIns="0" tIns="0" rIns="0" bIns="0">
            <a:spAutoFit/>
          </a:bodyPr>
          <a:lstStyle>
            <a:lvl1pPr>
              <a:defRPr sz="4000" b="1" i="1">
                <a:solidFill>
                  <a:srgbClr val="DA1F28"/>
                </a:solidFill>
                <a:latin typeface="Times New Roman"/>
                <a:cs typeface="Times New Roman"/>
              </a:defRPr>
            </a:lvl1pPr>
          </a:lstStyle>
          <a:p>
            <a:endParaRPr/>
          </a:p>
        </p:txBody>
      </p:sp>
      <p:sp>
        <p:nvSpPr>
          <p:cNvPr id="3" name="Holder 3"/>
          <p:cNvSpPr>
            <a:spLocks noGrp="1"/>
          </p:cNvSpPr>
          <p:nvPr>
            <p:ph type="subTitle" idx="4"/>
          </p:nvPr>
        </p:nvSpPr>
        <p:spPr>
          <a:xfrm>
            <a:off x="1371600" y="3840480"/>
            <a:ext cx="6400800" cy="1714500"/>
          </a:xfrm>
          <a:prstGeom prst="rect">
            <a:avLst/>
          </a:prstGeom>
        </p:spPr>
        <p:txBody>
          <a:bodyPr wrap="square" lIns="0" tIns="0" rIns="0" bIns="0">
            <a:spAutoFit/>
          </a:bodyPr>
          <a:lstStyle>
            <a:lvl1pPr>
              <a:defRPr sz="2000" b="1"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27-Nov-25</a:t>
            </a:fld>
            <a:endParaRPr lang="en-US"/>
          </a:p>
        </p:txBody>
      </p:sp>
      <p:sp>
        <p:nvSpPr>
          <p:cNvPr id="6" name="Holder 6"/>
          <p:cNvSpPr>
            <a:spLocks noGrp="1"/>
          </p:cNvSpPr>
          <p:nvPr>
            <p:ph type="sldNum" sz="quarter" idx="7"/>
          </p:nvPr>
        </p:nvSpPr>
        <p:spPr/>
        <p:txBody>
          <a:bodyPr lIns="0" tIns="0" rIns="0" bIns="0"/>
          <a:lstStyle>
            <a:lvl1pPr>
              <a:defRPr sz="1000" b="0" i="0">
                <a:solidFill>
                  <a:schemeClr val="tx1"/>
                </a:solidFill>
                <a:latin typeface="Times New Roman"/>
                <a:cs typeface="Times New Roman"/>
              </a:defRPr>
            </a:lvl1pPr>
          </a:lstStyle>
          <a:p>
            <a:pPr marL="166370">
              <a:lnSpc>
                <a:spcPts val="1190"/>
              </a:lnSpc>
            </a:pPr>
            <a:fld id="{81D60167-4931-47E6-BA6A-407CBD079E47}" type="slidenum">
              <a:rPr spc="-25" dirty="0"/>
              <a:t>‹#›</a:t>
            </a:fld>
            <a:endParaRPr spc="-25"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000" b="1" i="1">
                <a:solidFill>
                  <a:srgbClr val="DA1F28"/>
                </a:solidFill>
                <a:latin typeface="Times New Roman"/>
                <a:cs typeface="Times New Roman"/>
              </a:defRPr>
            </a:lvl1pPr>
          </a:lstStyle>
          <a:p>
            <a:endParaRPr/>
          </a:p>
        </p:txBody>
      </p:sp>
      <p:sp>
        <p:nvSpPr>
          <p:cNvPr id="3" name="Holder 3"/>
          <p:cNvSpPr>
            <a:spLocks noGrp="1"/>
          </p:cNvSpPr>
          <p:nvPr>
            <p:ph type="body" idx="1"/>
          </p:nvPr>
        </p:nvSpPr>
        <p:spPr/>
        <p:txBody>
          <a:bodyPr lIns="0" tIns="0" rIns="0" bIns="0"/>
          <a:lstStyle>
            <a:lvl1pPr>
              <a:defRPr sz="2000" b="1"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27-Nov-25</a:t>
            </a:fld>
            <a:endParaRPr lang="en-US"/>
          </a:p>
        </p:txBody>
      </p:sp>
      <p:sp>
        <p:nvSpPr>
          <p:cNvPr id="6" name="Holder 6"/>
          <p:cNvSpPr>
            <a:spLocks noGrp="1"/>
          </p:cNvSpPr>
          <p:nvPr>
            <p:ph type="sldNum" sz="quarter" idx="7"/>
          </p:nvPr>
        </p:nvSpPr>
        <p:spPr/>
        <p:txBody>
          <a:bodyPr lIns="0" tIns="0" rIns="0" bIns="0"/>
          <a:lstStyle>
            <a:lvl1pPr>
              <a:defRPr sz="1000" b="0" i="0">
                <a:solidFill>
                  <a:schemeClr val="tx1"/>
                </a:solidFill>
                <a:latin typeface="Times New Roman"/>
                <a:cs typeface="Times New Roman"/>
              </a:defRPr>
            </a:lvl1pPr>
          </a:lstStyle>
          <a:p>
            <a:pPr marL="166370">
              <a:lnSpc>
                <a:spcPts val="1190"/>
              </a:lnSpc>
            </a:pPr>
            <a:fld id="{81D60167-4931-47E6-BA6A-407CBD079E47}" type="slidenum">
              <a:rPr spc="-25" dirty="0"/>
              <a:t>‹#›</a:t>
            </a:fld>
            <a:endParaRPr spc="-25"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000" b="1" i="1">
                <a:solidFill>
                  <a:srgbClr val="DA1F28"/>
                </a:solidFill>
                <a:latin typeface="Times New Roman"/>
                <a:cs typeface="Times New Roman"/>
              </a:defRPr>
            </a:lvl1pPr>
          </a:lstStyle>
          <a:p>
            <a:endParaRPr/>
          </a:p>
        </p:txBody>
      </p:sp>
      <p:sp>
        <p:nvSpPr>
          <p:cNvPr id="3" name="Holder 3"/>
          <p:cNvSpPr>
            <a:spLocks noGrp="1"/>
          </p:cNvSpPr>
          <p:nvPr>
            <p:ph sz="half" idx="2"/>
          </p:nvPr>
        </p:nvSpPr>
        <p:spPr>
          <a:xfrm>
            <a:off x="457200" y="1577340"/>
            <a:ext cx="397764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577340"/>
            <a:ext cx="397764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27-Nov-25</a:t>
            </a:fld>
            <a:endParaRPr lang="en-US"/>
          </a:p>
        </p:txBody>
      </p:sp>
      <p:sp>
        <p:nvSpPr>
          <p:cNvPr id="7" name="Holder 7"/>
          <p:cNvSpPr>
            <a:spLocks noGrp="1"/>
          </p:cNvSpPr>
          <p:nvPr>
            <p:ph type="sldNum" sz="quarter" idx="7"/>
          </p:nvPr>
        </p:nvSpPr>
        <p:spPr/>
        <p:txBody>
          <a:bodyPr lIns="0" tIns="0" rIns="0" bIns="0"/>
          <a:lstStyle>
            <a:lvl1pPr>
              <a:defRPr sz="1000" b="0" i="0">
                <a:solidFill>
                  <a:schemeClr val="tx1"/>
                </a:solidFill>
                <a:latin typeface="Times New Roman"/>
                <a:cs typeface="Times New Roman"/>
              </a:defRPr>
            </a:lvl1pPr>
          </a:lstStyle>
          <a:p>
            <a:pPr marL="166370">
              <a:lnSpc>
                <a:spcPts val="1190"/>
              </a:lnSpc>
            </a:pPr>
            <a:fld id="{81D60167-4931-47E6-BA6A-407CBD079E47}" type="slidenum">
              <a:rPr spc="-25" dirty="0"/>
              <a:t>‹#›</a:t>
            </a:fld>
            <a:endParaRPr spc="-25"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000" b="1" i="1">
                <a:solidFill>
                  <a:srgbClr val="DA1F28"/>
                </a:solidFill>
                <a:latin typeface="Times New Roman"/>
                <a:cs typeface="Times New Roman"/>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27-Nov-25</a:t>
            </a:fld>
            <a:endParaRPr lang="en-US"/>
          </a:p>
        </p:txBody>
      </p:sp>
      <p:sp>
        <p:nvSpPr>
          <p:cNvPr id="5" name="Holder 5"/>
          <p:cNvSpPr>
            <a:spLocks noGrp="1"/>
          </p:cNvSpPr>
          <p:nvPr>
            <p:ph type="sldNum" sz="quarter" idx="7"/>
          </p:nvPr>
        </p:nvSpPr>
        <p:spPr/>
        <p:txBody>
          <a:bodyPr lIns="0" tIns="0" rIns="0" bIns="0"/>
          <a:lstStyle>
            <a:lvl1pPr>
              <a:defRPr sz="1000" b="0" i="0">
                <a:solidFill>
                  <a:schemeClr val="tx1"/>
                </a:solidFill>
                <a:latin typeface="Times New Roman"/>
                <a:cs typeface="Times New Roman"/>
              </a:defRPr>
            </a:lvl1pPr>
          </a:lstStyle>
          <a:p>
            <a:pPr marL="166370">
              <a:lnSpc>
                <a:spcPts val="1190"/>
              </a:lnSpc>
            </a:pPr>
            <a:fld id="{81D60167-4931-47E6-BA6A-407CBD079E47}" type="slidenum">
              <a:rPr spc="-25" dirty="0"/>
              <a:t>‹#›</a:t>
            </a:fld>
            <a:endParaRPr spc="-25"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27-Nov-25</a:t>
            </a:fld>
            <a:endParaRPr lang="en-US"/>
          </a:p>
        </p:txBody>
      </p:sp>
      <p:sp>
        <p:nvSpPr>
          <p:cNvPr id="4" name="Holder 4"/>
          <p:cNvSpPr>
            <a:spLocks noGrp="1"/>
          </p:cNvSpPr>
          <p:nvPr>
            <p:ph type="sldNum" sz="quarter" idx="7"/>
          </p:nvPr>
        </p:nvSpPr>
        <p:spPr/>
        <p:txBody>
          <a:bodyPr lIns="0" tIns="0" rIns="0" bIns="0"/>
          <a:lstStyle>
            <a:lvl1pPr>
              <a:defRPr sz="1000" b="0" i="0">
                <a:solidFill>
                  <a:schemeClr val="tx1"/>
                </a:solidFill>
                <a:latin typeface="Times New Roman"/>
                <a:cs typeface="Times New Roman"/>
              </a:defRPr>
            </a:lvl1pPr>
          </a:lstStyle>
          <a:p>
            <a:pPr marL="166370">
              <a:lnSpc>
                <a:spcPts val="1190"/>
              </a:lnSpc>
            </a:pPr>
            <a:fld id="{81D60167-4931-47E6-BA6A-407CBD079E47}" type="slidenum">
              <a:rPr spc="-25" dirty="0"/>
              <a:t>‹#›</a:t>
            </a:fld>
            <a:endParaRPr spc="-25"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499275" y="5944933"/>
            <a:ext cx="4897755" cy="913130"/>
          </a:xfrm>
          <a:custGeom>
            <a:avLst/>
            <a:gdLst/>
            <a:ahLst/>
            <a:cxnLst/>
            <a:rect l="l" t="t" r="r" b="b"/>
            <a:pathLst>
              <a:path w="4897755" h="913129">
                <a:moveTo>
                  <a:pt x="85525" y="21310"/>
                </a:moveTo>
                <a:lnTo>
                  <a:pt x="3636708" y="913066"/>
                </a:lnTo>
                <a:lnTo>
                  <a:pt x="4897414" y="913066"/>
                </a:lnTo>
                <a:lnTo>
                  <a:pt x="85525" y="21310"/>
                </a:lnTo>
                <a:close/>
              </a:path>
              <a:path w="4897755" h="913129">
                <a:moveTo>
                  <a:pt x="660" y="0"/>
                </a:moveTo>
                <a:lnTo>
                  <a:pt x="0" y="5460"/>
                </a:lnTo>
                <a:lnTo>
                  <a:pt x="85525" y="21310"/>
                </a:lnTo>
                <a:lnTo>
                  <a:pt x="660" y="0"/>
                </a:lnTo>
                <a:close/>
              </a:path>
            </a:pathLst>
          </a:custGeom>
          <a:solidFill>
            <a:srgbClr val="9FCADC">
              <a:alpha val="39999"/>
            </a:srgbClr>
          </a:solidFill>
        </p:spPr>
        <p:txBody>
          <a:bodyPr wrap="square" lIns="0" tIns="0" rIns="0" bIns="0" rtlCol="0"/>
          <a:lstStyle/>
          <a:p>
            <a:endParaRPr/>
          </a:p>
        </p:txBody>
      </p:sp>
      <p:sp>
        <p:nvSpPr>
          <p:cNvPr id="17" name="bg object 17"/>
          <p:cNvSpPr/>
          <p:nvPr/>
        </p:nvSpPr>
        <p:spPr>
          <a:xfrm>
            <a:off x="485711" y="5939015"/>
            <a:ext cx="3652520" cy="919480"/>
          </a:xfrm>
          <a:custGeom>
            <a:avLst/>
            <a:gdLst/>
            <a:ahLst/>
            <a:cxnLst/>
            <a:rect l="l" t="t" r="r" b="b"/>
            <a:pathLst>
              <a:path w="3652520" h="919479">
                <a:moveTo>
                  <a:pt x="0" y="0"/>
                </a:moveTo>
                <a:lnTo>
                  <a:pt x="7924" y="6349"/>
                </a:lnTo>
                <a:lnTo>
                  <a:pt x="2868879" y="918984"/>
                </a:lnTo>
                <a:lnTo>
                  <a:pt x="3651894" y="918984"/>
                </a:lnTo>
                <a:lnTo>
                  <a:pt x="0" y="0"/>
                </a:lnTo>
                <a:close/>
              </a:path>
            </a:pathLst>
          </a:custGeom>
          <a:solidFill>
            <a:srgbClr val="000000"/>
          </a:solidFill>
        </p:spPr>
        <p:txBody>
          <a:bodyPr wrap="square" lIns="0" tIns="0" rIns="0" bIns="0" rtlCol="0"/>
          <a:lstStyle/>
          <a:p>
            <a:endParaRPr/>
          </a:p>
        </p:txBody>
      </p:sp>
      <p:pic>
        <p:nvPicPr>
          <p:cNvPr id="18" name="bg object 18"/>
          <p:cNvPicPr/>
          <p:nvPr/>
        </p:nvPicPr>
        <p:blipFill>
          <a:blip r:embed="rId7" cstate="print"/>
          <a:stretch>
            <a:fillRect/>
          </a:stretch>
        </p:blipFill>
        <p:spPr>
          <a:xfrm>
            <a:off x="0" y="5789674"/>
            <a:ext cx="3398520" cy="1068324"/>
          </a:xfrm>
          <a:prstGeom prst="rect">
            <a:avLst/>
          </a:prstGeom>
        </p:spPr>
      </p:pic>
      <p:pic>
        <p:nvPicPr>
          <p:cNvPr id="19" name="bg object 19"/>
          <p:cNvPicPr/>
          <p:nvPr/>
        </p:nvPicPr>
        <p:blipFill>
          <a:blip r:embed="rId8" cstate="print"/>
          <a:stretch>
            <a:fillRect/>
          </a:stretch>
        </p:blipFill>
        <p:spPr>
          <a:xfrm>
            <a:off x="0" y="5784350"/>
            <a:ext cx="3371849" cy="1073649"/>
          </a:xfrm>
          <a:prstGeom prst="rect">
            <a:avLst/>
          </a:prstGeom>
        </p:spPr>
      </p:pic>
      <p:sp>
        <p:nvSpPr>
          <p:cNvPr id="2" name="Holder 2"/>
          <p:cNvSpPr>
            <a:spLocks noGrp="1"/>
          </p:cNvSpPr>
          <p:nvPr>
            <p:ph type="title"/>
          </p:nvPr>
        </p:nvSpPr>
        <p:spPr>
          <a:xfrm>
            <a:off x="2496692" y="-37083"/>
            <a:ext cx="4150614" cy="996771"/>
          </a:xfrm>
          <a:prstGeom prst="rect">
            <a:avLst/>
          </a:prstGeom>
        </p:spPr>
        <p:txBody>
          <a:bodyPr wrap="square" lIns="0" tIns="0" rIns="0" bIns="0">
            <a:spAutoFit/>
          </a:bodyPr>
          <a:lstStyle>
            <a:lvl1pPr>
              <a:defRPr sz="4000" b="1" i="1">
                <a:solidFill>
                  <a:srgbClr val="DA1F28"/>
                </a:solidFill>
                <a:latin typeface="Times New Roman"/>
                <a:cs typeface="Times New Roman"/>
              </a:defRPr>
            </a:lvl1pPr>
          </a:lstStyle>
          <a:p>
            <a:endParaRPr/>
          </a:p>
        </p:txBody>
      </p:sp>
      <p:sp>
        <p:nvSpPr>
          <p:cNvPr id="3" name="Holder 3"/>
          <p:cNvSpPr>
            <a:spLocks noGrp="1"/>
          </p:cNvSpPr>
          <p:nvPr>
            <p:ph type="body" idx="1"/>
          </p:nvPr>
        </p:nvSpPr>
        <p:spPr>
          <a:xfrm>
            <a:off x="282651" y="1394205"/>
            <a:ext cx="8571865" cy="4783455"/>
          </a:xfrm>
          <a:prstGeom prst="rect">
            <a:avLst/>
          </a:prstGeom>
        </p:spPr>
        <p:txBody>
          <a:bodyPr wrap="square" lIns="0" tIns="0" rIns="0" bIns="0">
            <a:spAutoFit/>
          </a:bodyPr>
          <a:lstStyle>
            <a:lvl1pPr>
              <a:defRPr sz="2000" b="1"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a:xfrm>
            <a:off x="3108960" y="6377940"/>
            <a:ext cx="292608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457200" y="6377940"/>
            <a:ext cx="210312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27-Nov-25</a:t>
            </a:fld>
            <a:endParaRPr lang="en-US"/>
          </a:p>
        </p:txBody>
      </p:sp>
      <p:sp>
        <p:nvSpPr>
          <p:cNvPr id="6" name="Holder 6"/>
          <p:cNvSpPr>
            <a:spLocks noGrp="1"/>
          </p:cNvSpPr>
          <p:nvPr>
            <p:ph type="sldNum" sz="quarter" idx="7"/>
          </p:nvPr>
        </p:nvSpPr>
        <p:spPr>
          <a:xfrm>
            <a:off x="8628633" y="6420466"/>
            <a:ext cx="345440" cy="318134"/>
          </a:xfrm>
          <a:prstGeom prst="rect">
            <a:avLst/>
          </a:prstGeom>
        </p:spPr>
        <p:txBody>
          <a:bodyPr wrap="square" lIns="0" tIns="0" rIns="0" bIns="0">
            <a:spAutoFit/>
          </a:bodyPr>
          <a:lstStyle>
            <a:lvl1pPr>
              <a:defRPr sz="1000" b="0" i="0">
                <a:solidFill>
                  <a:schemeClr val="tx1"/>
                </a:solidFill>
                <a:latin typeface="Times New Roman"/>
                <a:cs typeface="Times New Roman"/>
              </a:defRPr>
            </a:lvl1pPr>
          </a:lstStyle>
          <a:p>
            <a:pPr marL="166370">
              <a:lnSpc>
                <a:spcPts val="1190"/>
              </a:lnSpc>
            </a:pPr>
            <a:fld id="{81D60167-4931-47E6-BA6A-407CBD079E47}" type="slidenum">
              <a:rPr spc="-25" dirty="0"/>
              <a:t>‹#›</a:t>
            </a:fld>
            <a:endParaRPr spc="-25"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5.xml"/><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7.gif"/><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21.png"/><Relationship Id="rId7" Type="http://schemas.openxmlformats.org/officeDocument/2006/relationships/image" Target="../media/image25.png"/><Relationship Id="rId12" Type="http://schemas.openxmlformats.org/officeDocument/2006/relationships/image" Target="../media/image30.png"/><Relationship Id="rId2" Type="http://schemas.openxmlformats.org/officeDocument/2006/relationships/image" Target="../media/image20.png"/><Relationship Id="rId1" Type="http://schemas.openxmlformats.org/officeDocument/2006/relationships/slideLayout" Target="../slideLayouts/slideLayout2.xml"/><Relationship Id="rId6" Type="http://schemas.openxmlformats.org/officeDocument/2006/relationships/image" Target="../media/image24.png"/><Relationship Id="rId11" Type="http://schemas.openxmlformats.org/officeDocument/2006/relationships/image" Target="../media/image29.png"/><Relationship Id="rId5" Type="http://schemas.openxmlformats.org/officeDocument/2006/relationships/image" Target="../media/image23.png"/><Relationship Id="rId10" Type="http://schemas.openxmlformats.org/officeDocument/2006/relationships/image" Target="../media/image28.png"/><Relationship Id="rId4" Type="http://schemas.openxmlformats.org/officeDocument/2006/relationships/image" Target="../media/image22.png"/><Relationship Id="rId9" Type="http://schemas.openxmlformats.org/officeDocument/2006/relationships/image" Target="../media/image27.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4953000"/>
            <a:ext cx="9144000" cy="1905000"/>
            <a:chOff x="0" y="4953000"/>
            <a:chExt cx="9144000" cy="1905000"/>
          </a:xfrm>
        </p:grpSpPr>
        <p:sp>
          <p:nvSpPr>
            <p:cNvPr id="3" name="object 3"/>
            <p:cNvSpPr/>
            <p:nvPr/>
          </p:nvSpPr>
          <p:spPr>
            <a:xfrm>
              <a:off x="1687576" y="4953000"/>
              <a:ext cx="7456805" cy="488315"/>
            </a:xfrm>
            <a:custGeom>
              <a:avLst/>
              <a:gdLst/>
              <a:ahLst/>
              <a:cxnLst/>
              <a:rect l="l" t="t" r="r" b="b"/>
              <a:pathLst>
                <a:path w="7456805" h="488314">
                  <a:moveTo>
                    <a:pt x="7456424" y="0"/>
                  </a:moveTo>
                  <a:lnTo>
                    <a:pt x="0" y="289941"/>
                  </a:lnTo>
                  <a:lnTo>
                    <a:pt x="7456424" y="488188"/>
                  </a:lnTo>
                  <a:lnTo>
                    <a:pt x="7456424" y="0"/>
                  </a:lnTo>
                  <a:close/>
                </a:path>
              </a:pathLst>
            </a:custGeom>
            <a:solidFill>
              <a:srgbClr val="9FCADC">
                <a:alpha val="39999"/>
              </a:srgbClr>
            </a:solidFill>
          </p:spPr>
          <p:txBody>
            <a:bodyPr wrap="square" lIns="0" tIns="0" rIns="0" bIns="0" rtlCol="0"/>
            <a:lstStyle/>
            <a:p>
              <a:endParaRPr/>
            </a:p>
          </p:txBody>
        </p:sp>
        <p:sp>
          <p:nvSpPr>
            <p:cNvPr id="4" name="object 4"/>
            <p:cNvSpPr/>
            <p:nvPr/>
          </p:nvSpPr>
          <p:spPr>
            <a:xfrm>
              <a:off x="111347" y="5237734"/>
              <a:ext cx="9032875" cy="788670"/>
            </a:xfrm>
            <a:custGeom>
              <a:avLst/>
              <a:gdLst/>
              <a:ahLst/>
              <a:cxnLst/>
              <a:rect l="l" t="t" r="r" b="b"/>
              <a:pathLst>
                <a:path w="9032875" h="788670">
                  <a:moveTo>
                    <a:pt x="9032652" y="0"/>
                  </a:moveTo>
                  <a:lnTo>
                    <a:pt x="0" y="0"/>
                  </a:lnTo>
                  <a:lnTo>
                    <a:pt x="9032652" y="788669"/>
                  </a:lnTo>
                  <a:lnTo>
                    <a:pt x="9032652" y="0"/>
                  </a:lnTo>
                  <a:close/>
                </a:path>
              </a:pathLst>
            </a:custGeom>
            <a:solidFill>
              <a:srgbClr val="000000"/>
            </a:solidFill>
          </p:spPr>
          <p:txBody>
            <a:bodyPr wrap="square" lIns="0" tIns="0" rIns="0" bIns="0" rtlCol="0"/>
            <a:lstStyle/>
            <a:p>
              <a:endParaRPr/>
            </a:p>
          </p:txBody>
        </p:sp>
        <p:pic>
          <p:nvPicPr>
            <p:cNvPr id="5" name="object 5"/>
            <p:cNvPicPr/>
            <p:nvPr/>
          </p:nvPicPr>
          <p:blipFill>
            <a:blip r:embed="rId2" cstate="print"/>
            <a:stretch>
              <a:fillRect/>
            </a:stretch>
          </p:blipFill>
          <p:spPr>
            <a:xfrm>
              <a:off x="0" y="4998718"/>
              <a:ext cx="9144000" cy="1859280"/>
            </a:xfrm>
            <a:prstGeom prst="rect">
              <a:avLst/>
            </a:prstGeom>
          </p:spPr>
        </p:pic>
        <p:pic>
          <p:nvPicPr>
            <p:cNvPr id="6" name="object 6"/>
            <p:cNvPicPr/>
            <p:nvPr/>
          </p:nvPicPr>
          <p:blipFill>
            <a:blip r:embed="rId3" cstate="print"/>
            <a:stretch>
              <a:fillRect/>
            </a:stretch>
          </p:blipFill>
          <p:spPr>
            <a:xfrm>
              <a:off x="0" y="4991888"/>
              <a:ext cx="9144000" cy="802092"/>
            </a:xfrm>
            <a:prstGeom prst="rect">
              <a:avLst/>
            </a:prstGeom>
          </p:spPr>
        </p:pic>
      </p:grpSp>
      <p:pic>
        <p:nvPicPr>
          <p:cNvPr id="7" name="object 7"/>
          <p:cNvPicPr/>
          <p:nvPr/>
        </p:nvPicPr>
        <p:blipFill>
          <a:blip r:embed="rId4" cstate="print"/>
          <a:stretch>
            <a:fillRect/>
          </a:stretch>
        </p:blipFill>
        <p:spPr>
          <a:xfrm>
            <a:off x="2971800" y="2167128"/>
            <a:ext cx="4649724" cy="1261872"/>
          </a:xfrm>
          <a:prstGeom prst="rect">
            <a:avLst/>
          </a:prstGeom>
        </p:spPr>
      </p:pic>
      <p:sp>
        <p:nvSpPr>
          <p:cNvPr id="10" name="object 10"/>
          <p:cNvSpPr txBox="1">
            <a:spLocks noGrp="1"/>
          </p:cNvSpPr>
          <p:nvPr>
            <p:ph type="sldNum" sz="quarter" idx="7"/>
          </p:nvPr>
        </p:nvSpPr>
        <p:spPr>
          <a:prstGeom prst="rect">
            <a:avLst/>
          </a:prstGeom>
        </p:spPr>
        <p:txBody>
          <a:bodyPr vert="horz" wrap="square" lIns="0" tIns="152400" rIns="0" bIns="0" rtlCol="0">
            <a:spAutoFit/>
          </a:bodyPr>
          <a:lstStyle/>
          <a:p>
            <a:pPr marL="166370">
              <a:lnSpc>
                <a:spcPts val="1190"/>
              </a:lnSpc>
            </a:pPr>
            <a:fld id="{81D60167-4931-47E6-BA6A-407CBD079E47}" type="slidenum">
              <a:rPr spc="-25" dirty="0"/>
              <a:t>1</a:t>
            </a:fld>
            <a:endParaRPr spc="-25"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52400" y="1295400"/>
            <a:ext cx="8821673" cy="4598695"/>
          </a:xfrm>
          <a:prstGeom prst="rect">
            <a:avLst/>
          </a:prstGeom>
        </p:spPr>
        <p:txBody>
          <a:bodyPr vert="horz" wrap="square" lIns="0" tIns="12700" rIns="0" bIns="0" rtlCol="0">
            <a:spAutoFit/>
          </a:bodyPr>
          <a:lstStyle/>
          <a:p>
            <a:pPr marL="355600" indent="-342900">
              <a:lnSpc>
                <a:spcPct val="100000"/>
              </a:lnSpc>
              <a:spcBef>
                <a:spcPts val="100"/>
              </a:spcBef>
              <a:buFont typeface="Wingdings" panose="05000000000000000000" pitchFamily="2" charset="2"/>
              <a:buChar char="Ø"/>
              <a:tabLst>
                <a:tab pos="268605" algn="l"/>
              </a:tabLst>
            </a:pPr>
            <a:r>
              <a:rPr sz="3200" spc="-5" dirty="0">
                <a:latin typeface="Lucida Sans Unicode"/>
                <a:cs typeface="Lucida Sans Unicode"/>
              </a:rPr>
              <a:t>T</a:t>
            </a:r>
            <a:r>
              <a:rPr sz="3200" dirty="0">
                <a:latin typeface="Lucida Sans Unicode"/>
                <a:cs typeface="Lucida Sans Unicode"/>
              </a:rPr>
              <a:t>o</a:t>
            </a:r>
            <a:r>
              <a:rPr sz="3200" spc="-25" dirty="0">
                <a:latin typeface="Lucida Sans Unicode"/>
                <a:cs typeface="Lucida Sans Unicode"/>
              </a:rPr>
              <a:t> </a:t>
            </a:r>
            <a:r>
              <a:rPr sz="3200" spc="-5" dirty="0">
                <a:latin typeface="Lucida Sans Unicode"/>
                <a:cs typeface="Lucida Sans Unicode"/>
              </a:rPr>
              <a:t>introdu</a:t>
            </a:r>
            <a:r>
              <a:rPr sz="3200" spc="-10" dirty="0">
                <a:latin typeface="Lucida Sans Unicode"/>
                <a:cs typeface="Lucida Sans Unicode"/>
              </a:rPr>
              <a:t>c</a:t>
            </a:r>
            <a:r>
              <a:rPr sz="3200" dirty="0">
                <a:latin typeface="Lucida Sans Unicode"/>
                <a:cs typeface="Lucida Sans Unicode"/>
              </a:rPr>
              <a:t>e</a:t>
            </a:r>
            <a:r>
              <a:rPr sz="3200" spc="10" dirty="0">
                <a:latin typeface="Lucida Sans Unicode"/>
                <a:cs typeface="Lucida Sans Unicode"/>
              </a:rPr>
              <a:t> </a:t>
            </a:r>
            <a:r>
              <a:rPr sz="3200" spc="-20" dirty="0">
                <a:latin typeface="Lucida Sans Unicode"/>
                <a:cs typeface="Lucida Sans Unicode"/>
              </a:rPr>
              <a:t>software</a:t>
            </a:r>
            <a:r>
              <a:rPr sz="3200" spc="5" dirty="0">
                <a:latin typeface="Lucida Sans Unicode"/>
                <a:cs typeface="Lucida Sans Unicode"/>
              </a:rPr>
              <a:t> </a:t>
            </a:r>
            <a:r>
              <a:rPr sz="3200" spc="-15" dirty="0">
                <a:latin typeface="Lucida Sans Unicode"/>
                <a:cs typeface="Lucida Sans Unicode"/>
              </a:rPr>
              <a:t>verification</a:t>
            </a:r>
            <a:r>
              <a:rPr sz="3200" spc="10" dirty="0">
                <a:latin typeface="Lucida Sans Unicode"/>
                <a:cs typeface="Lucida Sans Unicode"/>
              </a:rPr>
              <a:t> </a:t>
            </a:r>
            <a:r>
              <a:rPr sz="3200" spc="-10" dirty="0">
                <a:latin typeface="Lucida Sans Unicode"/>
                <a:cs typeface="Lucida Sans Unicode"/>
              </a:rPr>
              <a:t>and</a:t>
            </a:r>
            <a:r>
              <a:rPr sz="3200" spc="5" dirty="0">
                <a:latin typeface="Lucida Sans Unicode"/>
                <a:cs typeface="Lucida Sans Unicode"/>
              </a:rPr>
              <a:t> </a:t>
            </a:r>
            <a:r>
              <a:rPr sz="3200" spc="-15" dirty="0">
                <a:latin typeface="Lucida Sans Unicode"/>
                <a:cs typeface="Lucida Sans Unicode"/>
              </a:rPr>
              <a:t>validation</a:t>
            </a:r>
            <a:r>
              <a:rPr lang="en-US" sz="3200" spc="-15" dirty="0">
                <a:latin typeface="Lucida Sans Unicode"/>
                <a:cs typeface="Lucida Sans Unicode"/>
              </a:rPr>
              <a:t> </a:t>
            </a:r>
            <a:r>
              <a:rPr sz="3200" dirty="0">
                <a:latin typeface="Lucida Sans Unicode"/>
                <a:cs typeface="Lucida Sans Unicode"/>
              </a:rPr>
              <a:t>and</a:t>
            </a:r>
            <a:r>
              <a:rPr sz="3200" spc="-75" dirty="0">
                <a:latin typeface="Lucida Sans Unicode"/>
                <a:cs typeface="Lucida Sans Unicode"/>
              </a:rPr>
              <a:t> </a:t>
            </a:r>
            <a:r>
              <a:rPr sz="3200" dirty="0">
                <a:latin typeface="Lucida Sans Unicode"/>
                <a:cs typeface="Lucida Sans Unicode"/>
              </a:rPr>
              <a:t>to</a:t>
            </a:r>
            <a:r>
              <a:rPr sz="3200" spc="-70" dirty="0">
                <a:latin typeface="Lucida Sans Unicode"/>
                <a:cs typeface="Lucida Sans Unicode"/>
              </a:rPr>
              <a:t> </a:t>
            </a:r>
            <a:r>
              <a:rPr sz="3200" dirty="0">
                <a:latin typeface="Lucida Sans Unicode"/>
                <a:cs typeface="Lucida Sans Unicode"/>
              </a:rPr>
              <a:t>discuss</a:t>
            </a:r>
            <a:r>
              <a:rPr sz="3200" spc="-55" dirty="0">
                <a:latin typeface="Lucida Sans Unicode"/>
                <a:cs typeface="Lucida Sans Unicode"/>
              </a:rPr>
              <a:t> </a:t>
            </a:r>
            <a:r>
              <a:rPr sz="3200" dirty="0">
                <a:latin typeface="Lucida Sans Unicode"/>
                <a:cs typeface="Lucida Sans Unicode"/>
              </a:rPr>
              <a:t>the</a:t>
            </a:r>
            <a:r>
              <a:rPr sz="3200" spc="-70" dirty="0">
                <a:latin typeface="Lucida Sans Unicode"/>
                <a:cs typeface="Lucida Sans Unicode"/>
              </a:rPr>
              <a:t> </a:t>
            </a:r>
            <a:r>
              <a:rPr sz="3200" dirty="0">
                <a:latin typeface="Lucida Sans Unicode"/>
                <a:cs typeface="Lucida Sans Unicode"/>
              </a:rPr>
              <a:t>distinction</a:t>
            </a:r>
            <a:r>
              <a:rPr sz="3200" spc="-55" dirty="0">
                <a:latin typeface="Lucida Sans Unicode"/>
                <a:cs typeface="Lucida Sans Unicode"/>
              </a:rPr>
              <a:t> </a:t>
            </a:r>
            <a:r>
              <a:rPr sz="3200" dirty="0">
                <a:latin typeface="Lucida Sans Unicode"/>
                <a:cs typeface="Lucida Sans Unicode"/>
              </a:rPr>
              <a:t>between</a:t>
            </a:r>
            <a:r>
              <a:rPr sz="3200" spc="-50" dirty="0">
                <a:latin typeface="Lucida Sans Unicode"/>
                <a:cs typeface="Lucida Sans Unicode"/>
              </a:rPr>
              <a:t> </a:t>
            </a:r>
            <a:r>
              <a:rPr sz="3200" spc="-20" dirty="0">
                <a:latin typeface="Lucida Sans Unicode"/>
                <a:cs typeface="Lucida Sans Unicode"/>
              </a:rPr>
              <a:t>them</a:t>
            </a:r>
            <a:r>
              <a:rPr lang="en-US" sz="3200" spc="-20" dirty="0">
                <a:latin typeface="Lucida Sans Unicode"/>
                <a:cs typeface="Lucida Sans Unicode"/>
              </a:rPr>
              <a:t>.</a:t>
            </a:r>
            <a:endParaRPr sz="3200" dirty="0">
              <a:latin typeface="Lucida Sans Unicode"/>
              <a:cs typeface="Lucida Sans Unicode"/>
            </a:endParaRPr>
          </a:p>
          <a:p>
            <a:pPr marL="354965" marR="5080" indent="-342900">
              <a:lnSpc>
                <a:spcPct val="100000"/>
              </a:lnSpc>
              <a:spcBef>
                <a:spcPts val="409"/>
              </a:spcBef>
              <a:buFont typeface="Wingdings" panose="05000000000000000000" pitchFamily="2" charset="2"/>
              <a:buChar char="Ø"/>
              <a:tabLst>
                <a:tab pos="268605" algn="l"/>
              </a:tabLst>
            </a:pPr>
            <a:r>
              <a:rPr sz="3200" dirty="0">
                <a:latin typeface="Lucida Sans Unicode"/>
                <a:cs typeface="Lucida Sans Unicode"/>
              </a:rPr>
              <a:t>To</a:t>
            </a:r>
            <a:r>
              <a:rPr sz="3200" spc="-85" dirty="0">
                <a:latin typeface="Lucida Sans Unicode"/>
                <a:cs typeface="Lucida Sans Unicode"/>
              </a:rPr>
              <a:t> </a:t>
            </a:r>
            <a:r>
              <a:rPr sz="3200" dirty="0">
                <a:latin typeface="Lucida Sans Unicode"/>
                <a:cs typeface="Lucida Sans Unicode"/>
              </a:rPr>
              <a:t>describe</a:t>
            </a:r>
            <a:r>
              <a:rPr sz="3200" spc="-40" dirty="0">
                <a:latin typeface="Lucida Sans Unicode"/>
                <a:cs typeface="Lucida Sans Unicode"/>
              </a:rPr>
              <a:t> </a:t>
            </a:r>
            <a:r>
              <a:rPr sz="3200" dirty="0">
                <a:latin typeface="Lucida Sans Unicode"/>
                <a:cs typeface="Lucida Sans Unicode"/>
              </a:rPr>
              <a:t>the</a:t>
            </a:r>
            <a:r>
              <a:rPr sz="3200" spc="-70" dirty="0">
                <a:latin typeface="Lucida Sans Unicode"/>
                <a:cs typeface="Lucida Sans Unicode"/>
              </a:rPr>
              <a:t> </a:t>
            </a:r>
            <a:r>
              <a:rPr sz="3200" dirty="0">
                <a:latin typeface="Lucida Sans Unicode"/>
                <a:cs typeface="Lucida Sans Unicode"/>
              </a:rPr>
              <a:t>program</a:t>
            </a:r>
            <a:r>
              <a:rPr sz="3200" spc="-65" dirty="0">
                <a:latin typeface="Lucida Sans Unicode"/>
                <a:cs typeface="Lucida Sans Unicode"/>
              </a:rPr>
              <a:t> </a:t>
            </a:r>
            <a:r>
              <a:rPr sz="3200" dirty="0">
                <a:latin typeface="Lucida Sans Unicode"/>
                <a:cs typeface="Lucida Sans Unicode"/>
              </a:rPr>
              <a:t>inspection</a:t>
            </a:r>
            <a:r>
              <a:rPr sz="3200" spc="-65" dirty="0">
                <a:latin typeface="Lucida Sans Unicode"/>
                <a:cs typeface="Lucida Sans Unicode"/>
              </a:rPr>
              <a:t> </a:t>
            </a:r>
            <a:r>
              <a:rPr sz="3200" dirty="0">
                <a:latin typeface="Lucida Sans Unicode"/>
                <a:cs typeface="Lucida Sans Unicode"/>
              </a:rPr>
              <a:t>process</a:t>
            </a:r>
            <a:r>
              <a:rPr sz="3200" spc="-55" dirty="0">
                <a:latin typeface="Lucida Sans Unicode"/>
                <a:cs typeface="Lucida Sans Unicode"/>
              </a:rPr>
              <a:t> </a:t>
            </a:r>
            <a:r>
              <a:rPr sz="3200" dirty="0">
                <a:latin typeface="Lucida Sans Unicode"/>
                <a:cs typeface="Lucida Sans Unicode"/>
              </a:rPr>
              <a:t>and</a:t>
            </a:r>
            <a:r>
              <a:rPr sz="3200" spc="-70" dirty="0">
                <a:latin typeface="Lucida Sans Unicode"/>
                <a:cs typeface="Lucida Sans Unicode"/>
              </a:rPr>
              <a:t> </a:t>
            </a:r>
            <a:r>
              <a:rPr sz="3200" spc="-310" dirty="0">
                <a:latin typeface="Lucida Sans Unicode"/>
                <a:cs typeface="Lucida Sans Unicode"/>
              </a:rPr>
              <a:t>its</a:t>
            </a:r>
            <a:r>
              <a:rPr sz="3200" spc="600" dirty="0">
                <a:latin typeface="Lucida Sans Unicode"/>
                <a:cs typeface="Lucida Sans Unicode"/>
              </a:rPr>
              <a:t>  </a:t>
            </a:r>
            <a:r>
              <a:rPr sz="3200" dirty="0">
                <a:latin typeface="Lucida Sans Unicode"/>
                <a:cs typeface="Lucida Sans Unicode"/>
              </a:rPr>
              <a:t>role</a:t>
            </a:r>
            <a:r>
              <a:rPr sz="3200" spc="-25" dirty="0">
                <a:latin typeface="Lucida Sans Unicode"/>
                <a:cs typeface="Lucida Sans Unicode"/>
              </a:rPr>
              <a:t> </a:t>
            </a:r>
            <a:r>
              <a:rPr sz="3200" dirty="0">
                <a:latin typeface="Lucida Sans Unicode"/>
                <a:cs typeface="Lucida Sans Unicode"/>
              </a:rPr>
              <a:t>in</a:t>
            </a:r>
            <a:r>
              <a:rPr sz="3200" spc="-30" dirty="0">
                <a:latin typeface="Lucida Sans Unicode"/>
                <a:cs typeface="Lucida Sans Unicode"/>
              </a:rPr>
              <a:t> </a:t>
            </a:r>
            <a:r>
              <a:rPr sz="3200" dirty="0">
                <a:latin typeface="Lucida Sans Unicode"/>
                <a:cs typeface="Lucida Sans Unicode"/>
              </a:rPr>
              <a:t>V</a:t>
            </a:r>
            <a:r>
              <a:rPr sz="3200" spc="-25" dirty="0">
                <a:latin typeface="Lucida Sans Unicode"/>
                <a:cs typeface="Lucida Sans Unicode"/>
              </a:rPr>
              <a:t> </a:t>
            </a:r>
            <a:r>
              <a:rPr sz="3200" dirty="0">
                <a:latin typeface="Lucida Sans Unicode"/>
                <a:cs typeface="Lucida Sans Unicode"/>
              </a:rPr>
              <a:t>&amp;</a:t>
            </a:r>
            <a:r>
              <a:rPr sz="3200" spc="-30" dirty="0">
                <a:latin typeface="Lucida Sans Unicode"/>
                <a:cs typeface="Lucida Sans Unicode"/>
              </a:rPr>
              <a:t> </a:t>
            </a:r>
            <a:r>
              <a:rPr sz="3200" spc="-50" dirty="0">
                <a:latin typeface="Lucida Sans Unicode"/>
                <a:cs typeface="Lucida Sans Unicode"/>
              </a:rPr>
              <a:t>V</a:t>
            </a:r>
            <a:r>
              <a:rPr lang="en-US" sz="3200" spc="-50" dirty="0">
                <a:latin typeface="Lucida Sans Unicode"/>
                <a:cs typeface="Lucida Sans Unicode"/>
              </a:rPr>
              <a:t>.</a:t>
            </a:r>
            <a:endParaRPr sz="3200" dirty="0">
              <a:latin typeface="Lucida Sans Unicode"/>
              <a:cs typeface="Lucida Sans Unicode"/>
            </a:endParaRPr>
          </a:p>
          <a:p>
            <a:pPr marL="355600" indent="-342900">
              <a:lnSpc>
                <a:spcPct val="100000"/>
              </a:lnSpc>
              <a:spcBef>
                <a:spcPts val="400"/>
              </a:spcBef>
              <a:buFont typeface="Wingdings" panose="05000000000000000000" pitchFamily="2" charset="2"/>
              <a:buChar char="Ø"/>
              <a:tabLst>
                <a:tab pos="268605" algn="l"/>
              </a:tabLst>
            </a:pPr>
            <a:r>
              <a:rPr sz="3200" spc="-5" dirty="0">
                <a:latin typeface="Lucida Sans Unicode"/>
                <a:cs typeface="Lucida Sans Unicode"/>
              </a:rPr>
              <a:t>T</a:t>
            </a:r>
            <a:r>
              <a:rPr sz="3200" dirty="0">
                <a:latin typeface="Lucida Sans Unicode"/>
                <a:cs typeface="Lucida Sans Unicode"/>
              </a:rPr>
              <a:t>o</a:t>
            </a:r>
            <a:r>
              <a:rPr sz="3200" spc="-25" dirty="0">
                <a:latin typeface="Lucida Sans Unicode"/>
                <a:cs typeface="Lucida Sans Unicode"/>
              </a:rPr>
              <a:t> </a:t>
            </a:r>
            <a:r>
              <a:rPr sz="3200" spc="-15" dirty="0">
                <a:latin typeface="Lucida Sans Unicode"/>
                <a:cs typeface="Lucida Sans Unicode"/>
              </a:rPr>
              <a:t>explain</a:t>
            </a:r>
            <a:r>
              <a:rPr sz="3200" spc="20" dirty="0">
                <a:latin typeface="Lucida Sans Unicode"/>
                <a:cs typeface="Lucida Sans Unicode"/>
              </a:rPr>
              <a:t> </a:t>
            </a:r>
            <a:r>
              <a:rPr sz="3200" spc="-15" dirty="0">
                <a:latin typeface="Lucida Sans Unicode"/>
                <a:cs typeface="Lucida Sans Unicode"/>
              </a:rPr>
              <a:t>static</a:t>
            </a:r>
            <a:r>
              <a:rPr sz="3200" spc="-5" dirty="0">
                <a:latin typeface="Lucida Sans Unicode"/>
                <a:cs typeface="Lucida Sans Unicode"/>
              </a:rPr>
              <a:t> </a:t>
            </a:r>
            <a:r>
              <a:rPr sz="3200" spc="-10" dirty="0">
                <a:latin typeface="Lucida Sans Unicode"/>
                <a:cs typeface="Lucida Sans Unicode"/>
              </a:rPr>
              <a:t>analysis</a:t>
            </a:r>
            <a:r>
              <a:rPr sz="3200" spc="15" dirty="0">
                <a:latin typeface="Lucida Sans Unicode"/>
                <a:cs typeface="Lucida Sans Unicode"/>
              </a:rPr>
              <a:t> </a:t>
            </a:r>
            <a:r>
              <a:rPr sz="3200" dirty="0">
                <a:latin typeface="Lucida Sans Unicode"/>
                <a:cs typeface="Lucida Sans Unicode"/>
              </a:rPr>
              <a:t>as a</a:t>
            </a:r>
            <a:r>
              <a:rPr sz="3200" spc="-5" dirty="0">
                <a:latin typeface="Lucida Sans Unicode"/>
                <a:cs typeface="Lucida Sans Unicode"/>
              </a:rPr>
              <a:t> </a:t>
            </a:r>
            <a:r>
              <a:rPr sz="3200" spc="-15" dirty="0">
                <a:latin typeface="Lucida Sans Unicode"/>
                <a:cs typeface="Lucida Sans Unicode"/>
              </a:rPr>
              <a:t>verification</a:t>
            </a:r>
            <a:r>
              <a:rPr lang="en-US" sz="3200" dirty="0">
                <a:latin typeface="Lucida Sans Unicode"/>
                <a:cs typeface="Lucida Sans Unicode"/>
              </a:rPr>
              <a:t> </a:t>
            </a:r>
            <a:r>
              <a:rPr lang="en-US" sz="3200" spc="-10" dirty="0">
                <a:latin typeface="Lucida Sans Unicode"/>
                <a:cs typeface="Lucida Sans Unicode"/>
              </a:rPr>
              <a:t>T</a:t>
            </a:r>
            <a:r>
              <a:rPr sz="3200" spc="-10" dirty="0">
                <a:latin typeface="Lucida Sans Unicode"/>
                <a:cs typeface="Lucida Sans Unicode"/>
              </a:rPr>
              <a:t>echnique</a:t>
            </a:r>
            <a:r>
              <a:rPr lang="en-US" sz="3200" spc="-10" dirty="0">
                <a:latin typeface="Lucida Sans Unicode"/>
                <a:cs typeface="Lucida Sans Unicode"/>
              </a:rPr>
              <a:t>.</a:t>
            </a:r>
            <a:endParaRPr sz="3200" dirty="0">
              <a:latin typeface="Lucida Sans Unicode"/>
              <a:cs typeface="Lucida Sans Unicode"/>
            </a:endParaRPr>
          </a:p>
          <a:p>
            <a:pPr marL="354965" marR="256540" indent="-342900">
              <a:lnSpc>
                <a:spcPct val="100000"/>
              </a:lnSpc>
              <a:spcBef>
                <a:spcPts val="395"/>
              </a:spcBef>
              <a:buFont typeface="Wingdings" panose="05000000000000000000" pitchFamily="2" charset="2"/>
              <a:buChar char="Ø"/>
              <a:tabLst>
                <a:tab pos="268605" algn="l"/>
              </a:tabLst>
            </a:pPr>
            <a:r>
              <a:rPr lang="en-US" sz="3200" spc="-105" dirty="0">
                <a:latin typeface="Lucida Sans Unicode"/>
                <a:cs typeface="Lucida Sans Unicode"/>
              </a:rPr>
              <a:t>To </a:t>
            </a:r>
            <a:r>
              <a:rPr sz="3200" dirty="0">
                <a:latin typeface="Lucida Sans Unicode"/>
                <a:cs typeface="Lucida Sans Unicode"/>
              </a:rPr>
              <a:t>describe</a:t>
            </a:r>
            <a:r>
              <a:rPr sz="3200" spc="-55" dirty="0">
                <a:latin typeface="Lucida Sans Unicode"/>
                <a:cs typeface="Lucida Sans Unicode"/>
              </a:rPr>
              <a:t> </a:t>
            </a:r>
            <a:r>
              <a:rPr sz="3200" dirty="0">
                <a:latin typeface="Lucida Sans Unicode"/>
                <a:cs typeface="Lucida Sans Unicode"/>
              </a:rPr>
              <a:t>the</a:t>
            </a:r>
            <a:r>
              <a:rPr sz="3200" spc="-90" dirty="0">
                <a:latin typeface="Lucida Sans Unicode"/>
                <a:cs typeface="Lucida Sans Unicode"/>
              </a:rPr>
              <a:t> </a:t>
            </a:r>
            <a:r>
              <a:rPr sz="3200" dirty="0">
                <a:latin typeface="Lucida Sans Unicode"/>
                <a:cs typeface="Lucida Sans Unicode"/>
              </a:rPr>
              <a:t>Cleanroom</a:t>
            </a:r>
            <a:r>
              <a:rPr sz="3200" spc="-60" dirty="0">
                <a:latin typeface="Lucida Sans Unicode"/>
                <a:cs typeface="Lucida Sans Unicode"/>
              </a:rPr>
              <a:t> </a:t>
            </a:r>
            <a:r>
              <a:rPr sz="3200" dirty="0">
                <a:latin typeface="Lucida Sans Unicode"/>
                <a:cs typeface="Lucida Sans Unicode"/>
              </a:rPr>
              <a:t>software</a:t>
            </a:r>
            <a:r>
              <a:rPr sz="3200" spc="-80" dirty="0">
                <a:latin typeface="Lucida Sans Unicode"/>
                <a:cs typeface="Lucida Sans Unicode"/>
              </a:rPr>
              <a:t> </a:t>
            </a:r>
            <a:r>
              <a:rPr sz="3200" spc="-10" dirty="0">
                <a:latin typeface="Lucida Sans Unicode"/>
                <a:cs typeface="Lucida Sans Unicode"/>
              </a:rPr>
              <a:t>development</a:t>
            </a:r>
            <a:r>
              <a:rPr lang="en-US" sz="3200" spc="600" dirty="0">
                <a:latin typeface="Lucida Sans Unicode"/>
                <a:cs typeface="Lucida Sans Unicode"/>
              </a:rPr>
              <a:t> </a:t>
            </a:r>
            <a:r>
              <a:rPr sz="3200" spc="-10" dirty="0">
                <a:latin typeface="Lucida Sans Unicode"/>
                <a:cs typeface="Lucida Sans Unicode"/>
              </a:rPr>
              <a:t>process</a:t>
            </a:r>
            <a:r>
              <a:rPr lang="en-US" sz="3200" spc="-10" dirty="0">
                <a:latin typeface="Lucida Sans Unicode"/>
                <a:cs typeface="Lucida Sans Unicode"/>
              </a:rPr>
              <a:t>.</a:t>
            </a:r>
            <a:endParaRPr sz="3200" dirty="0">
              <a:latin typeface="Lucida Sans Unicode"/>
              <a:cs typeface="Lucida Sans Unicode"/>
            </a:endParaRPr>
          </a:p>
        </p:txBody>
      </p:sp>
      <p:pic>
        <p:nvPicPr>
          <p:cNvPr id="3" name="object 3"/>
          <p:cNvPicPr/>
          <p:nvPr/>
        </p:nvPicPr>
        <p:blipFill>
          <a:blip r:embed="rId2" cstate="print"/>
          <a:stretch>
            <a:fillRect/>
          </a:stretch>
        </p:blipFill>
        <p:spPr>
          <a:xfrm>
            <a:off x="553212" y="571500"/>
            <a:ext cx="2606039" cy="548639"/>
          </a:xfrm>
          <a:prstGeom prst="rect">
            <a:avLst/>
          </a:prstGeom>
        </p:spPr>
      </p:pic>
      <p:sp>
        <p:nvSpPr>
          <p:cNvPr id="4" name="object 4"/>
          <p:cNvSpPr txBox="1">
            <a:spLocks noGrp="1"/>
          </p:cNvSpPr>
          <p:nvPr>
            <p:ph type="sldNum" sz="quarter" idx="7"/>
          </p:nvPr>
        </p:nvSpPr>
        <p:spPr>
          <a:prstGeom prst="rect">
            <a:avLst/>
          </a:prstGeom>
        </p:spPr>
        <p:txBody>
          <a:bodyPr vert="horz" wrap="square" lIns="0" tIns="152400" rIns="0" bIns="0" rtlCol="0">
            <a:spAutoFit/>
          </a:bodyPr>
          <a:lstStyle/>
          <a:p>
            <a:pPr marL="166370">
              <a:lnSpc>
                <a:spcPts val="1190"/>
              </a:lnSpc>
            </a:pPr>
            <a:fld id="{81D60167-4931-47E6-BA6A-407CBD079E47}" type="slidenum">
              <a:rPr spc="-25" dirty="0"/>
              <a:t>2</a:t>
            </a:fld>
            <a:endParaRPr spc="-25"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7282BCB-0768-4EB4-5814-60A8CAA24722}"/>
              </a:ext>
            </a:extLst>
          </p:cNvPr>
          <p:cNvSpPr>
            <a:spLocks noGrp="1"/>
          </p:cNvSpPr>
          <p:nvPr>
            <p:ph type="title"/>
          </p:nvPr>
        </p:nvSpPr>
        <p:spPr>
          <a:xfrm>
            <a:off x="282651" y="-37083"/>
            <a:ext cx="8345981" cy="615553"/>
          </a:xfrm>
        </p:spPr>
        <p:txBody>
          <a:bodyPr/>
          <a:lstStyle/>
          <a:p>
            <a:r>
              <a:rPr lang="en-US" dirty="0"/>
              <a:t>Specifications vs requirements</a:t>
            </a:r>
          </a:p>
        </p:txBody>
      </p:sp>
      <p:sp>
        <p:nvSpPr>
          <p:cNvPr id="4" name="object 4"/>
          <p:cNvSpPr txBox="1">
            <a:spLocks noGrp="1"/>
          </p:cNvSpPr>
          <p:nvPr>
            <p:ph type="sldNum" sz="quarter" idx="7"/>
          </p:nvPr>
        </p:nvSpPr>
        <p:spPr>
          <a:prstGeom prst="rect">
            <a:avLst/>
          </a:prstGeom>
        </p:spPr>
        <p:txBody>
          <a:bodyPr vert="horz" wrap="square" lIns="0" tIns="152400" rIns="0" bIns="0" rtlCol="0">
            <a:spAutoFit/>
          </a:bodyPr>
          <a:lstStyle/>
          <a:p>
            <a:pPr marL="166370">
              <a:lnSpc>
                <a:spcPts val="1190"/>
              </a:lnSpc>
            </a:pPr>
            <a:fld id="{81D60167-4931-47E6-BA6A-407CBD079E47}" type="slidenum">
              <a:rPr spc="-25" dirty="0"/>
              <a:t>3</a:t>
            </a:fld>
            <a:endParaRPr spc="-25" dirty="0"/>
          </a:p>
        </p:txBody>
      </p:sp>
      <p:sp>
        <p:nvSpPr>
          <p:cNvPr id="7" name="Rectangle 1">
            <a:extLst>
              <a:ext uri="{FF2B5EF4-FFF2-40B4-BE49-F238E27FC236}">
                <a16:creationId xmlns:a16="http://schemas.microsoft.com/office/drawing/2014/main" id="{BEE906FA-724C-6AC8-FC4B-B19CB79E8A8B}"/>
              </a:ext>
            </a:extLst>
          </p:cNvPr>
          <p:cNvSpPr>
            <a:spLocks noGrp="1" noChangeArrowheads="1"/>
          </p:cNvSpPr>
          <p:nvPr>
            <p:ph type="body" idx="1"/>
          </p:nvPr>
        </p:nvSpPr>
        <p:spPr bwMode="auto">
          <a:xfrm>
            <a:off x="399009" y="833384"/>
            <a:ext cx="8575064" cy="59477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63480" rIns="0" bIns="126960" numCol="1" anchor="ctr" anchorCtr="0" compatLnSpc="1">
            <a:prstTxWarp prst="textNoShape">
              <a:avLst/>
            </a:prstTxWarp>
            <a:spAutoFit/>
          </a:bodyPr>
          <a:lstStyle>
            <a:lvl1pPr algn="l" rtl="0" eaLnBrk="0" fontAlgn="base" hangingPunct="0">
              <a:spcBef>
                <a:spcPct val="0"/>
              </a:spcBef>
              <a:spcAft>
                <a:spcPct val="0"/>
              </a:spcAft>
              <a:defRPr>
                <a:solidFill>
                  <a:schemeClr val="tx1"/>
                </a:solidFill>
                <a:latin typeface="Arial" panose="020B0604020202020204" pitchFamily="34" charset="0"/>
              </a:defRPr>
            </a:lvl1pPr>
            <a:lvl2pPr marL="457200" algn="l" rtl="0" eaLnBrk="0" fontAlgn="base" hangingPunct="0">
              <a:spcBef>
                <a:spcPct val="0"/>
              </a:spcBef>
              <a:spcAft>
                <a:spcPct val="0"/>
              </a:spcAft>
              <a:defRPr>
                <a:solidFill>
                  <a:schemeClr val="tx1"/>
                </a:solidFill>
                <a:latin typeface="Arial" panose="020B0604020202020204" pitchFamily="34" charset="0"/>
              </a:defRPr>
            </a:lvl2pPr>
            <a:lvl3pPr marL="914400" algn="l" rtl="0" eaLnBrk="0" fontAlgn="base" hangingPunct="0">
              <a:spcBef>
                <a:spcPct val="0"/>
              </a:spcBef>
              <a:spcAft>
                <a:spcPct val="0"/>
              </a:spcAft>
              <a:defRPr>
                <a:solidFill>
                  <a:schemeClr val="tx1"/>
                </a:solidFill>
                <a:latin typeface="Arial" panose="020B0604020202020204" pitchFamily="34" charset="0"/>
              </a:defRPr>
            </a:lvl3pPr>
            <a:lvl4pPr marL="1371600" algn="l" rtl="0" eaLnBrk="0" fontAlgn="base" hangingPunct="0">
              <a:spcBef>
                <a:spcPct val="0"/>
              </a:spcBef>
              <a:spcAft>
                <a:spcPct val="0"/>
              </a:spcAft>
              <a:defRPr>
                <a:solidFill>
                  <a:schemeClr val="tx1"/>
                </a:solidFill>
                <a:latin typeface="Arial" panose="020B0604020202020204" pitchFamily="34" charset="0"/>
              </a:defRPr>
            </a:lvl4pPr>
            <a:lvl5pPr marL="1828800" algn="l" rtl="0" eaLnBrk="0" fontAlgn="base" hangingPunct="0">
              <a:spcBef>
                <a:spcPct val="0"/>
              </a:spcBef>
              <a:spcAft>
                <a:spcPct val="0"/>
              </a:spcAft>
              <a:defRPr>
                <a:solidFill>
                  <a:schemeClr val="tx1"/>
                </a:solidFill>
                <a:latin typeface="Arial" panose="020B0604020202020204" pitchFamily="34" charset="0"/>
              </a:defRPr>
            </a:lvl5pPr>
            <a:lvl6pPr marL="2286000" algn="l" rtl="0" eaLnBrk="0" fontAlgn="base" hangingPunct="0">
              <a:spcBef>
                <a:spcPct val="0"/>
              </a:spcBef>
              <a:spcAft>
                <a:spcPct val="0"/>
              </a:spcAft>
              <a:defRPr>
                <a:solidFill>
                  <a:schemeClr val="tx1"/>
                </a:solidFill>
                <a:latin typeface="Arial" panose="020B0604020202020204" pitchFamily="34" charset="0"/>
              </a:defRPr>
            </a:lvl6pPr>
            <a:lvl7pPr marL="2743200" algn="l" rtl="0" eaLnBrk="0" fontAlgn="base" hangingPunct="0">
              <a:spcBef>
                <a:spcPct val="0"/>
              </a:spcBef>
              <a:spcAft>
                <a:spcPct val="0"/>
              </a:spcAft>
              <a:defRPr>
                <a:solidFill>
                  <a:schemeClr val="tx1"/>
                </a:solidFill>
                <a:latin typeface="Arial" panose="020B0604020202020204" pitchFamily="34" charset="0"/>
              </a:defRPr>
            </a:lvl7pPr>
            <a:lvl8pPr marL="3200400" algn="l" rtl="0" eaLnBrk="0" fontAlgn="base" hangingPunct="0">
              <a:spcBef>
                <a:spcPct val="0"/>
              </a:spcBef>
              <a:spcAft>
                <a:spcPct val="0"/>
              </a:spcAft>
              <a:defRPr>
                <a:solidFill>
                  <a:schemeClr val="tx1"/>
                </a:solidFill>
                <a:latin typeface="Arial" panose="020B0604020202020204" pitchFamily="34" charset="0"/>
              </a:defRPr>
            </a:lvl8pPr>
            <a:lvl9pPr marL="3657600" algn="l" rtl="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200" b="1" i="0" u="none" strike="noStrike" cap="none" normalizeH="0" baseline="0" dirty="0">
                <a:ln>
                  <a:noFill/>
                </a:ln>
                <a:solidFill>
                  <a:srgbClr val="0A0A0A"/>
                </a:solidFill>
                <a:effectLst/>
                <a:latin typeface="26"/>
                <a:ea typeface="Google Sans"/>
              </a:rPr>
              <a:t>Requirements</a:t>
            </a:r>
            <a:endParaRPr kumimoji="0" lang="en-US" altLang="en-US" sz="2200" b="0" i="0" u="none" strike="noStrike" cap="none" normalizeH="0" baseline="0" dirty="0">
              <a:ln>
                <a:noFill/>
              </a:ln>
              <a:solidFill>
                <a:schemeClr val="tx1"/>
              </a:solidFill>
              <a:effectLst/>
              <a:latin typeface="26"/>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1" i="0" u="none" strike="noStrike" cap="none" normalizeH="0" baseline="0" dirty="0">
                <a:ln>
                  <a:noFill/>
                </a:ln>
                <a:solidFill>
                  <a:srgbClr val="0A0A0A"/>
                </a:solidFill>
                <a:effectLst/>
                <a:latin typeface="26"/>
                <a:ea typeface="Google Sans"/>
              </a:rPr>
              <a:t>What:</a:t>
            </a:r>
            <a:r>
              <a:rPr kumimoji="0" lang="en-US" altLang="en-US" sz="2200" b="0" i="0" u="none" strike="noStrike" cap="none" normalizeH="0" baseline="0" dirty="0">
                <a:ln>
                  <a:noFill/>
                </a:ln>
                <a:solidFill>
                  <a:srgbClr val="0A0A0A"/>
                </a:solidFill>
                <a:effectLst/>
                <a:latin typeface="26"/>
                <a:ea typeface="Google Sans"/>
              </a:rPr>
              <a:t> Define what a system needs to do, its goals, and constraints.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1" i="0" u="none" strike="noStrike" cap="none" normalizeH="0" baseline="0" dirty="0">
                <a:ln>
                  <a:noFill/>
                </a:ln>
                <a:solidFill>
                  <a:srgbClr val="0A0A0A"/>
                </a:solidFill>
                <a:effectLst/>
                <a:latin typeface="26"/>
                <a:ea typeface="Google Sans"/>
              </a:rPr>
              <a:t>Focus:</a:t>
            </a:r>
            <a:r>
              <a:rPr kumimoji="0" lang="en-US" altLang="en-US" sz="2200" b="0" i="0" u="none" strike="noStrike" cap="none" normalizeH="0" baseline="0" dirty="0">
                <a:ln>
                  <a:noFill/>
                </a:ln>
                <a:solidFill>
                  <a:srgbClr val="0A0A0A"/>
                </a:solidFill>
                <a:effectLst/>
                <a:latin typeface="26"/>
                <a:ea typeface="Google Sans"/>
              </a:rPr>
              <a:t> User needs, functionality, performance, and characteristics.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1" i="0" u="none" strike="noStrike" cap="none" normalizeH="0" baseline="0" dirty="0">
                <a:ln>
                  <a:noFill/>
                </a:ln>
                <a:solidFill>
                  <a:srgbClr val="0A0A0A"/>
                </a:solidFill>
                <a:effectLst/>
                <a:latin typeface="26"/>
                <a:ea typeface="Google Sans"/>
              </a:rPr>
              <a:t>Perspective:</a:t>
            </a:r>
            <a:r>
              <a:rPr kumimoji="0" lang="en-US" altLang="en-US" sz="2200" b="0" i="0" u="none" strike="noStrike" cap="none" normalizeH="0" baseline="0" dirty="0">
                <a:ln>
                  <a:noFill/>
                </a:ln>
                <a:solidFill>
                  <a:srgbClr val="0A0A0A"/>
                </a:solidFill>
                <a:effectLst/>
                <a:latin typeface="26"/>
                <a:ea typeface="Google Sans"/>
              </a:rPr>
              <a:t> Written from the user or stakeholder perspective.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1" i="0" u="none" strike="noStrike" cap="none" normalizeH="0" baseline="0" dirty="0">
                <a:ln>
                  <a:noFill/>
                </a:ln>
                <a:solidFill>
                  <a:srgbClr val="0A0A0A"/>
                </a:solidFill>
                <a:effectLst/>
                <a:latin typeface="26"/>
                <a:ea typeface="Google Sans"/>
              </a:rPr>
              <a:t>Example:</a:t>
            </a:r>
            <a:r>
              <a:rPr kumimoji="0" lang="en-US" altLang="en-US" sz="2200" b="0" i="0" u="none" strike="noStrike" cap="none" normalizeH="0" baseline="0" dirty="0">
                <a:ln>
                  <a:noFill/>
                </a:ln>
                <a:solidFill>
                  <a:srgbClr val="0A0A0A"/>
                </a:solidFill>
                <a:effectLst/>
                <a:latin typeface="26"/>
                <a:ea typeface="Google Sans"/>
              </a:rPr>
              <a:t> A user requirement for a new train system is a passenger capacity of at least 400 people, or that the system must be accessible to people with mobility impairments.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200" b="1" i="0" u="none" strike="noStrike" cap="none" normalizeH="0" baseline="0" dirty="0">
                <a:ln>
                  <a:noFill/>
                </a:ln>
                <a:solidFill>
                  <a:srgbClr val="0A0A0A"/>
                </a:solidFill>
                <a:effectLst/>
                <a:latin typeface="26"/>
                <a:ea typeface="Google Sans"/>
              </a:rPr>
              <a:t>Specifications</a:t>
            </a:r>
            <a:endParaRPr kumimoji="0" lang="en-US" altLang="en-US" sz="2200" b="0" i="0" u="none" strike="noStrike" cap="none" normalizeH="0" baseline="0" dirty="0">
              <a:ln>
                <a:noFill/>
              </a:ln>
              <a:solidFill>
                <a:schemeClr val="tx1"/>
              </a:solidFill>
              <a:effectLst/>
              <a:latin typeface="26"/>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1" i="0" u="none" strike="noStrike" cap="none" normalizeH="0" baseline="0" dirty="0">
                <a:ln>
                  <a:noFill/>
                </a:ln>
                <a:solidFill>
                  <a:srgbClr val="0A0A0A"/>
                </a:solidFill>
                <a:effectLst/>
                <a:latin typeface="26"/>
                <a:ea typeface="Google Sans"/>
              </a:rPr>
              <a:t>How:</a:t>
            </a:r>
            <a:r>
              <a:rPr kumimoji="0" lang="en-US" altLang="en-US" sz="2200" b="0" i="0" u="none" strike="noStrike" cap="none" normalizeH="0" baseline="0" dirty="0">
                <a:ln>
                  <a:noFill/>
                </a:ln>
                <a:solidFill>
                  <a:srgbClr val="0A0A0A"/>
                </a:solidFill>
                <a:effectLst/>
                <a:latin typeface="26"/>
                <a:ea typeface="Google Sans"/>
              </a:rPr>
              <a:t> Provide detailed, technical descriptions of how requirements will be met.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1" i="0" u="none" strike="noStrike" cap="none" normalizeH="0" baseline="0" dirty="0">
                <a:ln>
                  <a:noFill/>
                </a:ln>
                <a:solidFill>
                  <a:srgbClr val="0A0A0A"/>
                </a:solidFill>
                <a:effectLst/>
                <a:latin typeface="26"/>
                <a:ea typeface="Google Sans"/>
              </a:rPr>
              <a:t>Focus:</a:t>
            </a:r>
            <a:r>
              <a:rPr kumimoji="0" lang="en-US" altLang="en-US" sz="2200" b="0" i="0" u="none" strike="noStrike" cap="none" normalizeH="0" baseline="0" dirty="0">
                <a:ln>
                  <a:noFill/>
                </a:ln>
                <a:solidFill>
                  <a:srgbClr val="0A0A0A"/>
                </a:solidFill>
                <a:effectLst/>
                <a:latin typeface="26"/>
                <a:ea typeface="Google Sans"/>
              </a:rPr>
              <a:t> Technical details, materials, dimensions, interfaces, and design.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1" i="0" u="none" strike="noStrike" cap="none" normalizeH="0" baseline="0" dirty="0">
                <a:ln>
                  <a:noFill/>
                </a:ln>
                <a:solidFill>
                  <a:srgbClr val="0A0A0A"/>
                </a:solidFill>
                <a:effectLst/>
                <a:latin typeface="26"/>
                <a:ea typeface="Google Sans"/>
              </a:rPr>
              <a:t>Perspective:</a:t>
            </a:r>
            <a:r>
              <a:rPr kumimoji="0" lang="en-US" altLang="en-US" sz="2200" b="0" i="0" u="none" strike="noStrike" cap="none" normalizeH="0" baseline="0" dirty="0">
                <a:ln>
                  <a:noFill/>
                </a:ln>
                <a:solidFill>
                  <a:srgbClr val="0A0A0A"/>
                </a:solidFill>
                <a:effectLst/>
                <a:latin typeface="26"/>
                <a:ea typeface="Google Sans"/>
              </a:rPr>
              <a:t> Written from an engineering or implementation perspective.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1" i="0" u="none" strike="noStrike" cap="none" normalizeH="0" baseline="0" dirty="0">
                <a:ln>
                  <a:noFill/>
                </a:ln>
                <a:solidFill>
                  <a:srgbClr val="0A0A0A"/>
                </a:solidFill>
                <a:effectLst/>
                <a:latin typeface="26"/>
                <a:ea typeface="Google Sans"/>
              </a:rPr>
              <a:t>Example:</a:t>
            </a:r>
            <a:r>
              <a:rPr kumimoji="0" lang="en-US" altLang="en-US" sz="2200" b="0" i="0" u="none" strike="noStrike" cap="none" normalizeH="0" baseline="0" dirty="0">
                <a:ln>
                  <a:noFill/>
                </a:ln>
                <a:solidFill>
                  <a:srgbClr val="0A0A0A"/>
                </a:solidFill>
                <a:effectLst/>
                <a:latin typeface="26"/>
                <a:ea typeface="Google Sans"/>
              </a:rPr>
              <a:t> To meet the train's capacity requirement, the specification would detail the carriage layout, including seating and standing areas, and calculate the required number of carriages. For accessibility, the specification would detail features like ramps, wider passages, and specific restroom standards.</a:t>
            </a:r>
            <a:endParaRPr kumimoji="0" lang="en-US" altLang="en-US" sz="2200" b="0" i="0" u="none" strike="noStrike" cap="none" normalizeH="0" baseline="0" dirty="0">
              <a:ln>
                <a:noFill/>
              </a:ln>
              <a:solidFill>
                <a:schemeClr val="tx1"/>
              </a:solidFill>
              <a:effectLst/>
              <a:latin typeface="26"/>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98643A-539A-62F6-5E1F-3CB80B97DD66}"/>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F1ECF090-ECD0-22B9-47B2-887D4318E810}"/>
              </a:ext>
            </a:extLst>
          </p:cNvPr>
          <p:cNvSpPr>
            <a:spLocks noGrp="1"/>
          </p:cNvSpPr>
          <p:nvPr>
            <p:ph type="title"/>
          </p:nvPr>
        </p:nvSpPr>
        <p:spPr>
          <a:xfrm>
            <a:off x="282651" y="-37083"/>
            <a:ext cx="8345981" cy="615553"/>
          </a:xfrm>
        </p:spPr>
        <p:txBody>
          <a:bodyPr/>
          <a:lstStyle/>
          <a:p>
            <a:r>
              <a:rPr lang="en-US" dirty="0"/>
              <a:t>Specifications vs requirements</a:t>
            </a:r>
          </a:p>
        </p:txBody>
      </p:sp>
      <p:sp>
        <p:nvSpPr>
          <p:cNvPr id="4" name="object 4">
            <a:extLst>
              <a:ext uri="{FF2B5EF4-FFF2-40B4-BE49-F238E27FC236}">
                <a16:creationId xmlns:a16="http://schemas.microsoft.com/office/drawing/2014/main" id="{7D9EC9B4-3329-34C1-862A-490637790AAB}"/>
              </a:ext>
            </a:extLst>
          </p:cNvPr>
          <p:cNvSpPr txBox="1">
            <a:spLocks noGrp="1"/>
          </p:cNvSpPr>
          <p:nvPr>
            <p:ph type="sldNum" sz="quarter" idx="7"/>
          </p:nvPr>
        </p:nvSpPr>
        <p:spPr>
          <a:prstGeom prst="rect">
            <a:avLst/>
          </a:prstGeom>
        </p:spPr>
        <p:txBody>
          <a:bodyPr vert="horz" wrap="square" lIns="0" tIns="152400" rIns="0" bIns="0" rtlCol="0">
            <a:spAutoFit/>
          </a:bodyPr>
          <a:lstStyle/>
          <a:p>
            <a:pPr marL="166370">
              <a:lnSpc>
                <a:spcPts val="1190"/>
              </a:lnSpc>
            </a:pPr>
            <a:fld id="{81D60167-4931-47E6-BA6A-407CBD079E47}" type="slidenum">
              <a:rPr spc="-25" dirty="0"/>
              <a:t>4</a:t>
            </a:fld>
            <a:endParaRPr spc="-25" dirty="0"/>
          </a:p>
        </p:txBody>
      </p:sp>
      <p:graphicFrame>
        <p:nvGraphicFramePr>
          <p:cNvPr id="2" name="Table 1">
            <a:extLst>
              <a:ext uri="{FF2B5EF4-FFF2-40B4-BE49-F238E27FC236}">
                <a16:creationId xmlns:a16="http://schemas.microsoft.com/office/drawing/2014/main" id="{CBBF25AD-85A4-A96F-611E-61A799C96250}"/>
              </a:ext>
            </a:extLst>
          </p:cNvPr>
          <p:cNvGraphicFramePr>
            <a:graphicFrameLocks noGrp="1"/>
          </p:cNvGraphicFramePr>
          <p:nvPr>
            <p:extLst>
              <p:ext uri="{D42A27DB-BD31-4B8C-83A1-F6EECF244321}">
                <p14:modId xmlns:p14="http://schemas.microsoft.com/office/powerpoint/2010/main" val="2480580448"/>
              </p:ext>
            </p:extLst>
          </p:nvPr>
        </p:nvGraphicFramePr>
        <p:xfrm>
          <a:off x="196196" y="1066800"/>
          <a:ext cx="8572500" cy="5163374"/>
        </p:xfrm>
        <a:graphic>
          <a:graphicData uri="http://schemas.openxmlformats.org/drawingml/2006/table">
            <a:tbl>
              <a:tblPr firstRow="1" firstCol="1" bandRow="1">
                <a:tableStyleId>{5C22544A-7EE6-4342-B048-85BDC9FD1C3A}</a:tableStyleId>
              </a:tblPr>
              <a:tblGrid>
                <a:gridCol w="2857500">
                  <a:extLst>
                    <a:ext uri="{9D8B030D-6E8A-4147-A177-3AD203B41FA5}">
                      <a16:colId xmlns:a16="http://schemas.microsoft.com/office/drawing/2014/main" val="322642657"/>
                    </a:ext>
                  </a:extLst>
                </a:gridCol>
                <a:gridCol w="2857500">
                  <a:extLst>
                    <a:ext uri="{9D8B030D-6E8A-4147-A177-3AD203B41FA5}">
                      <a16:colId xmlns:a16="http://schemas.microsoft.com/office/drawing/2014/main" val="2384397894"/>
                    </a:ext>
                  </a:extLst>
                </a:gridCol>
                <a:gridCol w="2857500">
                  <a:extLst>
                    <a:ext uri="{9D8B030D-6E8A-4147-A177-3AD203B41FA5}">
                      <a16:colId xmlns:a16="http://schemas.microsoft.com/office/drawing/2014/main" val="3729005861"/>
                    </a:ext>
                  </a:extLst>
                </a:gridCol>
              </a:tblGrid>
              <a:tr h="464408">
                <a:tc>
                  <a:txBody>
                    <a:bodyPr/>
                    <a:lstStyle/>
                    <a:p>
                      <a:pPr marL="283210" marR="0">
                        <a:lnSpc>
                          <a:spcPct val="100000"/>
                        </a:lnSpc>
                        <a:buNone/>
                      </a:pPr>
                      <a:r>
                        <a:rPr lang="en-US" sz="2400" kern="100">
                          <a:effectLst/>
                        </a:rPr>
                        <a:t> </a:t>
                      </a:r>
                      <a:endParaRPr lang="en-US" sz="2400" kern="100">
                        <a:effectLst/>
                        <a:latin typeface="Aptos" panose="020B0004020202020204" pitchFamily="34" charset="0"/>
                        <a:ea typeface="等线" panose="02010600030101010101" pitchFamily="2" charset="-122"/>
                        <a:cs typeface="Times New Roman" panose="02020603050405020304" pitchFamily="18" charset="0"/>
                      </a:endParaRPr>
                    </a:p>
                  </a:txBody>
                  <a:tcPr marL="9525" marR="9525" marT="9525" marB="9525" anchor="ctr"/>
                </a:tc>
                <a:tc>
                  <a:txBody>
                    <a:bodyPr/>
                    <a:lstStyle/>
                    <a:p>
                      <a:pPr marL="283210" marR="0">
                        <a:lnSpc>
                          <a:spcPct val="100000"/>
                        </a:lnSpc>
                        <a:buNone/>
                      </a:pPr>
                      <a:r>
                        <a:rPr lang="en-US" sz="2400" kern="100" dirty="0">
                          <a:effectLst/>
                        </a:rPr>
                        <a:t>Requirements</a:t>
                      </a:r>
                      <a:endParaRPr lang="en-US" sz="2400" kern="100" dirty="0">
                        <a:effectLst/>
                        <a:latin typeface="Aptos" panose="020B0004020202020204" pitchFamily="34" charset="0"/>
                        <a:ea typeface="等线" panose="02010600030101010101" pitchFamily="2" charset="-122"/>
                        <a:cs typeface="Times New Roman" panose="02020603050405020304" pitchFamily="18" charset="0"/>
                      </a:endParaRPr>
                    </a:p>
                  </a:txBody>
                  <a:tcPr marL="9525" marR="9525" marT="9525" marB="9525" anchor="ctr"/>
                </a:tc>
                <a:tc>
                  <a:txBody>
                    <a:bodyPr/>
                    <a:lstStyle/>
                    <a:p>
                      <a:pPr marL="283210" marR="0">
                        <a:lnSpc>
                          <a:spcPct val="100000"/>
                        </a:lnSpc>
                        <a:buNone/>
                      </a:pPr>
                      <a:r>
                        <a:rPr lang="en-US" sz="2400" kern="100">
                          <a:effectLst/>
                        </a:rPr>
                        <a:t>Specifications</a:t>
                      </a:r>
                      <a:endParaRPr lang="en-US" sz="2400" kern="100">
                        <a:effectLst/>
                        <a:latin typeface="Aptos" panose="020B0004020202020204" pitchFamily="34" charset="0"/>
                        <a:ea typeface="等线" panose="02010600030101010101" pitchFamily="2"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val="658557821"/>
                  </a:ext>
                </a:extLst>
              </a:tr>
              <a:tr h="464408">
                <a:tc>
                  <a:txBody>
                    <a:bodyPr/>
                    <a:lstStyle/>
                    <a:p>
                      <a:pPr marL="283210" marR="0">
                        <a:lnSpc>
                          <a:spcPct val="100000"/>
                        </a:lnSpc>
                        <a:buNone/>
                      </a:pPr>
                      <a:r>
                        <a:rPr lang="en-US" sz="2400" kern="100" dirty="0">
                          <a:effectLst/>
                        </a:rPr>
                        <a:t>Purpose</a:t>
                      </a:r>
                      <a:endParaRPr lang="en-US" sz="2400" kern="100" dirty="0">
                        <a:effectLst/>
                        <a:latin typeface="Aptos" panose="020B0004020202020204" pitchFamily="34" charset="0"/>
                        <a:ea typeface="等线" panose="02010600030101010101" pitchFamily="2" charset="-122"/>
                        <a:cs typeface="Times New Roman" panose="02020603050405020304" pitchFamily="18" charset="0"/>
                      </a:endParaRPr>
                    </a:p>
                  </a:txBody>
                  <a:tcPr marL="9525" marR="9525" marT="9525" marB="9525" anchor="ctr"/>
                </a:tc>
                <a:tc>
                  <a:txBody>
                    <a:bodyPr/>
                    <a:lstStyle/>
                    <a:p>
                      <a:pPr marL="283210" marR="0">
                        <a:lnSpc>
                          <a:spcPct val="100000"/>
                        </a:lnSpc>
                        <a:buNone/>
                      </a:pPr>
                      <a:r>
                        <a:rPr lang="en-US" sz="2400" kern="100" dirty="0">
                          <a:effectLst/>
                        </a:rPr>
                        <a:t>Defines the problem to be solved.</a:t>
                      </a:r>
                      <a:endParaRPr lang="en-US" sz="2400" kern="100" dirty="0">
                        <a:effectLst/>
                        <a:latin typeface="Aptos" panose="020B0004020202020204" pitchFamily="34" charset="0"/>
                        <a:ea typeface="等线" panose="02010600030101010101" pitchFamily="2" charset="-122"/>
                        <a:cs typeface="Times New Roman" panose="02020603050405020304" pitchFamily="18" charset="0"/>
                      </a:endParaRPr>
                    </a:p>
                  </a:txBody>
                  <a:tcPr marL="9525" marR="9525" marT="9525" marB="9525" anchor="ctr"/>
                </a:tc>
                <a:tc>
                  <a:txBody>
                    <a:bodyPr/>
                    <a:lstStyle/>
                    <a:p>
                      <a:pPr marL="283210" marR="0">
                        <a:lnSpc>
                          <a:spcPct val="100000"/>
                        </a:lnSpc>
                        <a:buNone/>
                      </a:pPr>
                      <a:r>
                        <a:rPr lang="en-US" sz="2400" kern="100">
                          <a:effectLst/>
                        </a:rPr>
                        <a:t>Details how to solve the problem.</a:t>
                      </a:r>
                      <a:endParaRPr lang="en-US" sz="2400" kern="100">
                        <a:effectLst/>
                        <a:latin typeface="Aptos" panose="020B0004020202020204" pitchFamily="34" charset="0"/>
                        <a:ea typeface="等线" panose="02010600030101010101" pitchFamily="2"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val="510088237"/>
                  </a:ext>
                </a:extLst>
              </a:tr>
              <a:tr h="464408">
                <a:tc>
                  <a:txBody>
                    <a:bodyPr/>
                    <a:lstStyle/>
                    <a:p>
                      <a:pPr marL="283210" marR="0">
                        <a:lnSpc>
                          <a:spcPct val="100000"/>
                        </a:lnSpc>
                        <a:buNone/>
                      </a:pPr>
                      <a:r>
                        <a:rPr lang="en-US" sz="2400" kern="100" dirty="0">
                          <a:effectLst/>
                        </a:rPr>
                        <a:t>Question Answered</a:t>
                      </a:r>
                      <a:endParaRPr lang="en-US" sz="2400" kern="100" dirty="0">
                        <a:effectLst/>
                        <a:latin typeface="Aptos" panose="020B0004020202020204" pitchFamily="34" charset="0"/>
                        <a:ea typeface="等线" panose="02010600030101010101" pitchFamily="2" charset="-122"/>
                        <a:cs typeface="Times New Roman" panose="02020603050405020304" pitchFamily="18" charset="0"/>
                      </a:endParaRPr>
                    </a:p>
                  </a:txBody>
                  <a:tcPr marL="9525" marR="9525" marT="9525" marB="9525" anchor="ctr"/>
                </a:tc>
                <a:tc>
                  <a:txBody>
                    <a:bodyPr/>
                    <a:lstStyle/>
                    <a:p>
                      <a:pPr marL="283210" marR="0">
                        <a:lnSpc>
                          <a:spcPct val="100000"/>
                        </a:lnSpc>
                        <a:buNone/>
                      </a:pPr>
                      <a:r>
                        <a:rPr lang="en-US" sz="2400" kern="100" dirty="0">
                          <a:effectLst/>
                        </a:rPr>
                        <a:t>What needs to be done?</a:t>
                      </a:r>
                      <a:endParaRPr lang="en-US" sz="2400" kern="100" dirty="0">
                        <a:effectLst/>
                        <a:latin typeface="Aptos" panose="020B0004020202020204" pitchFamily="34" charset="0"/>
                        <a:ea typeface="等线" panose="02010600030101010101" pitchFamily="2" charset="-122"/>
                        <a:cs typeface="Times New Roman" panose="02020603050405020304" pitchFamily="18" charset="0"/>
                      </a:endParaRPr>
                    </a:p>
                  </a:txBody>
                  <a:tcPr marL="9525" marR="9525" marT="9525" marB="9525" anchor="ctr"/>
                </a:tc>
                <a:tc>
                  <a:txBody>
                    <a:bodyPr/>
                    <a:lstStyle/>
                    <a:p>
                      <a:pPr marL="283210" marR="0">
                        <a:lnSpc>
                          <a:spcPct val="100000"/>
                        </a:lnSpc>
                        <a:buNone/>
                      </a:pPr>
                      <a:r>
                        <a:rPr lang="en-US" sz="2400" kern="100">
                          <a:effectLst/>
                        </a:rPr>
                        <a:t>How will it be done?</a:t>
                      </a:r>
                      <a:endParaRPr lang="en-US" sz="2400" kern="100">
                        <a:effectLst/>
                        <a:latin typeface="Aptos" panose="020B0004020202020204" pitchFamily="34" charset="0"/>
                        <a:ea typeface="等线" panose="02010600030101010101" pitchFamily="2"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val="3021198042"/>
                  </a:ext>
                </a:extLst>
              </a:tr>
              <a:tr h="868680">
                <a:tc>
                  <a:txBody>
                    <a:bodyPr/>
                    <a:lstStyle/>
                    <a:p>
                      <a:pPr marL="283210" marR="0">
                        <a:lnSpc>
                          <a:spcPct val="100000"/>
                        </a:lnSpc>
                        <a:buNone/>
                      </a:pPr>
                      <a:r>
                        <a:rPr lang="en-US" sz="2400" kern="100">
                          <a:effectLst/>
                        </a:rPr>
                        <a:t>Detail Level</a:t>
                      </a:r>
                      <a:endParaRPr lang="en-US" sz="2400" kern="100">
                        <a:effectLst/>
                        <a:latin typeface="Aptos" panose="020B0004020202020204" pitchFamily="34" charset="0"/>
                        <a:ea typeface="等线" panose="02010600030101010101" pitchFamily="2" charset="-122"/>
                        <a:cs typeface="Times New Roman" panose="02020603050405020304" pitchFamily="18" charset="0"/>
                      </a:endParaRPr>
                    </a:p>
                  </a:txBody>
                  <a:tcPr marL="9525" marR="9525" marT="9525" marB="9525" anchor="ctr"/>
                </a:tc>
                <a:tc>
                  <a:txBody>
                    <a:bodyPr/>
                    <a:lstStyle/>
                    <a:p>
                      <a:pPr marL="283210" marR="0">
                        <a:lnSpc>
                          <a:spcPct val="100000"/>
                        </a:lnSpc>
                        <a:buNone/>
                      </a:pPr>
                      <a:r>
                        <a:rPr lang="en-US" sz="2400" kern="100" dirty="0">
                          <a:effectLst/>
                        </a:rPr>
                        <a:t>High-level needs and objectives.</a:t>
                      </a:r>
                      <a:endParaRPr lang="en-US" sz="2400" kern="100" dirty="0">
                        <a:effectLst/>
                        <a:latin typeface="Aptos" panose="020B0004020202020204" pitchFamily="34" charset="0"/>
                        <a:ea typeface="等线" panose="02010600030101010101" pitchFamily="2" charset="-122"/>
                        <a:cs typeface="Times New Roman" panose="02020603050405020304" pitchFamily="18" charset="0"/>
                      </a:endParaRPr>
                    </a:p>
                  </a:txBody>
                  <a:tcPr marL="9525" marR="9525" marT="9525" marB="9525" anchor="ctr"/>
                </a:tc>
                <a:tc>
                  <a:txBody>
                    <a:bodyPr/>
                    <a:lstStyle/>
                    <a:p>
                      <a:pPr marL="283210" marR="0">
                        <a:lnSpc>
                          <a:spcPct val="100000"/>
                        </a:lnSpc>
                        <a:buNone/>
                      </a:pPr>
                      <a:r>
                        <a:rPr lang="en-US" sz="2400" kern="100" dirty="0">
                          <a:effectLst/>
                        </a:rPr>
                        <a:t>Detailed technical and engineering information.</a:t>
                      </a:r>
                      <a:endParaRPr lang="en-US" sz="2400" kern="100" dirty="0">
                        <a:effectLst/>
                        <a:latin typeface="Aptos" panose="020B0004020202020204" pitchFamily="34" charset="0"/>
                        <a:ea typeface="等线" panose="02010600030101010101" pitchFamily="2"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val="761457069"/>
                  </a:ext>
                </a:extLst>
              </a:tr>
              <a:tr h="2081496">
                <a:tc>
                  <a:txBody>
                    <a:bodyPr/>
                    <a:lstStyle/>
                    <a:p>
                      <a:pPr marL="283210" marR="0">
                        <a:lnSpc>
                          <a:spcPct val="100000"/>
                        </a:lnSpc>
                        <a:buNone/>
                      </a:pPr>
                      <a:r>
                        <a:rPr lang="en-US" sz="2400" kern="100">
                          <a:effectLst/>
                        </a:rPr>
                        <a:t>Example</a:t>
                      </a:r>
                      <a:endParaRPr lang="en-US" sz="2400" kern="100">
                        <a:effectLst/>
                        <a:latin typeface="Aptos" panose="020B0004020202020204" pitchFamily="34" charset="0"/>
                        <a:ea typeface="等线" panose="02010600030101010101" pitchFamily="2" charset="-122"/>
                        <a:cs typeface="Times New Roman" panose="02020603050405020304" pitchFamily="18" charset="0"/>
                      </a:endParaRPr>
                    </a:p>
                  </a:txBody>
                  <a:tcPr marL="9525" marR="9525" marT="9525" marB="9525" anchor="ctr"/>
                </a:tc>
                <a:tc>
                  <a:txBody>
                    <a:bodyPr/>
                    <a:lstStyle/>
                    <a:p>
                      <a:pPr marL="283210" marR="0">
                        <a:lnSpc>
                          <a:spcPct val="100000"/>
                        </a:lnSpc>
                        <a:buNone/>
                      </a:pPr>
                      <a:r>
                        <a:rPr lang="en-US" sz="2400" kern="100" dirty="0">
                          <a:effectLst/>
                        </a:rPr>
                        <a:t>The train must reach a maximum speed of  120km/h.</a:t>
                      </a:r>
                      <a:endParaRPr lang="en-US" sz="2400" kern="100" dirty="0">
                        <a:effectLst/>
                        <a:latin typeface="Aptos" panose="020B0004020202020204" pitchFamily="34" charset="0"/>
                        <a:ea typeface="等线" panose="02010600030101010101" pitchFamily="2" charset="-122"/>
                        <a:cs typeface="Times New Roman" panose="02020603050405020304" pitchFamily="18" charset="0"/>
                      </a:endParaRPr>
                    </a:p>
                  </a:txBody>
                  <a:tcPr marL="9525" marR="9525" marT="9525" marB="9525" anchor="ctr"/>
                </a:tc>
                <a:tc>
                  <a:txBody>
                    <a:bodyPr/>
                    <a:lstStyle/>
                    <a:p>
                      <a:pPr marL="283210" marR="0">
                        <a:lnSpc>
                          <a:spcPct val="100000"/>
                        </a:lnSpc>
                        <a:buNone/>
                      </a:pPr>
                      <a:r>
                        <a:rPr lang="en-US" sz="2400" kern="100" dirty="0">
                          <a:effectLst/>
                        </a:rPr>
                        <a:t>The train will use a specific control system to regulate and limit speed.</a:t>
                      </a:r>
                      <a:endParaRPr lang="en-US" sz="2400" kern="100" dirty="0">
                        <a:effectLst/>
                        <a:latin typeface="Aptos" panose="020B0004020202020204" pitchFamily="34" charset="0"/>
                        <a:ea typeface="等线" panose="02010600030101010101" pitchFamily="2"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val="3068963382"/>
                  </a:ext>
                </a:extLst>
              </a:tr>
            </a:tbl>
          </a:graphicData>
        </a:graphic>
      </p:graphicFrame>
      <p:pic>
        <p:nvPicPr>
          <p:cNvPr id="2055" name="Picture 2">
            <a:extLst>
              <a:ext uri="{FF2B5EF4-FFF2-40B4-BE49-F238E27FC236}">
                <a16:creationId xmlns:a16="http://schemas.microsoft.com/office/drawing/2014/main" id="{25C3D683-1E6F-EC61-7E2B-E294E961DC5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2575" y="2924537"/>
            <a:ext cx="12700" cy="866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464590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2BE0B9-8A47-1966-5DE6-E346166333E5}"/>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8C84F09D-E516-A202-026F-37B131B54BEF}"/>
              </a:ext>
            </a:extLst>
          </p:cNvPr>
          <p:cNvSpPr txBox="1"/>
          <p:nvPr/>
        </p:nvSpPr>
        <p:spPr>
          <a:xfrm>
            <a:off x="152400" y="1083107"/>
            <a:ext cx="8991600" cy="5316840"/>
          </a:xfrm>
          <a:prstGeom prst="rect">
            <a:avLst/>
          </a:prstGeom>
        </p:spPr>
        <p:txBody>
          <a:bodyPr vert="horz" wrap="square" lIns="0" tIns="12700" rIns="0" bIns="0" rtlCol="0">
            <a:spAutoFit/>
          </a:bodyPr>
          <a:lstStyle/>
          <a:p>
            <a:pPr marL="12700">
              <a:lnSpc>
                <a:spcPct val="100000"/>
              </a:lnSpc>
              <a:spcBef>
                <a:spcPts val="100"/>
              </a:spcBef>
              <a:tabLst>
                <a:tab pos="268605" algn="l"/>
              </a:tabLst>
            </a:pPr>
            <a:r>
              <a:rPr sz="2600" b="1" spc="-5" dirty="0">
                <a:solidFill>
                  <a:srgbClr val="2CA1BE"/>
                </a:solidFill>
                <a:latin typeface="Lucida Sans Unicode"/>
                <a:cs typeface="Lucida Sans Unicode"/>
              </a:rPr>
              <a:t>V</a:t>
            </a:r>
            <a:r>
              <a:rPr sz="2600" b="1" spc="-10" dirty="0">
                <a:solidFill>
                  <a:srgbClr val="2CA1BE"/>
                </a:solidFill>
                <a:latin typeface="Lucida Sans Unicode"/>
                <a:cs typeface="Lucida Sans Unicode"/>
              </a:rPr>
              <a:t>e</a:t>
            </a:r>
            <a:r>
              <a:rPr sz="2600" b="1" spc="-5" dirty="0">
                <a:solidFill>
                  <a:srgbClr val="2CA1BE"/>
                </a:solidFill>
                <a:latin typeface="Lucida Sans Unicode"/>
                <a:cs typeface="Lucida Sans Unicode"/>
              </a:rPr>
              <a:t>rific</a:t>
            </a:r>
            <a:r>
              <a:rPr sz="2600" b="1" spc="-10" dirty="0">
                <a:solidFill>
                  <a:srgbClr val="2CA1BE"/>
                </a:solidFill>
                <a:latin typeface="Lucida Sans Unicode"/>
                <a:cs typeface="Lucida Sans Unicode"/>
              </a:rPr>
              <a:t>a</a:t>
            </a:r>
            <a:r>
              <a:rPr sz="2600" b="1" dirty="0">
                <a:solidFill>
                  <a:srgbClr val="2CA1BE"/>
                </a:solidFill>
                <a:latin typeface="Lucida Sans Unicode"/>
                <a:cs typeface="Lucida Sans Unicode"/>
              </a:rPr>
              <a:t>tio</a:t>
            </a:r>
            <a:r>
              <a:rPr sz="2600" b="1" spc="-5" dirty="0">
                <a:solidFill>
                  <a:srgbClr val="2CA1BE"/>
                </a:solidFill>
                <a:latin typeface="Lucida Sans Unicode"/>
                <a:cs typeface="Lucida Sans Unicode"/>
              </a:rPr>
              <a:t>n</a:t>
            </a:r>
            <a:r>
              <a:rPr sz="2600" b="1" dirty="0">
                <a:latin typeface="Lucida Sans Unicode"/>
                <a:cs typeface="Lucida Sans Unicode"/>
              </a:rPr>
              <a:t>:</a:t>
            </a:r>
          </a:p>
          <a:p>
            <a:pPr marL="817244">
              <a:lnSpc>
                <a:spcPct val="100000"/>
              </a:lnSpc>
            </a:pPr>
            <a:r>
              <a:rPr sz="2600" dirty="0">
                <a:latin typeface="Lucida Sans Unicode"/>
                <a:cs typeface="Lucida Sans Unicode"/>
              </a:rPr>
              <a:t>"</a:t>
            </a:r>
            <a:r>
              <a:rPr lang="en-US" sz="2600" dirty="0"/>
              <a:t>Verification checks if a product is built </a:t>
            </a:r>
            <a:r>
              <a:rPr lang="en-US" sz="2600" b="1" dirty="0"/>
              <a:t>correctly</a:t>
            </a:r>
            <a:r>
              <a:rPr lang="en-US" sz="2600" dirty="0"/>
              <a:t> according to its specifications</a:t>
            </a:r>
            <a:r>
              <a:rPr sz="2600" spc="-10" dirty="0">
                <a:latin typeface="Lucida Sans Unicode"/>
                <a:cs typeface="Lucida Sans Unicode"/>
              </a:rPr>
              <a:t>.</a:t>
            </a:r>
            <a:r>
              <a:rPr lang="en-US" sz="2600" spc="-10" dirty="0">
                <a:latin typeface="Lucida Sans Unicode"/>
                <a:cs typeface="Lucida Sans Unicode"/>
              </a:rPr>
              <a:t> </a:t>
            </a:r>
            <a:r>
              <a:rPr lang="en-US" sz="2600" spc="-5" dirty="0">
                <a:latin typeface="Arial MT"/>
                <a:cs typeface="Arial MT"/>
              </a:rPr>
              <a:t>Verification </a:t>
            </a:r>
            <a:r>
              <a:rPr lang="en-US" sz="2600" dirty="0">
                <a:latin typeface="Arial MT"/>
                <a:cs typeface="Arial MT"/>
              </a:rPr>
              <a:t>refers to </a:t>
            </a:r>
            <a:r>
              <a:rPr lang="en-US" sz="2600" spc="-5" dirty="0">
                <a:latin typeface="Arial MT"/>
                <a:cs typeface="Arial MT"/>
              </a:rPr>
              <a:t>the </a:t>
            </a:r>
            <a:r>
              <a:rPr lang="en-US" sz="2600" dirty="0">
                <a:latin typeface="Arial MT"/>
                <a:cs typeface="Arial MT"/>
              </a:rPr>
              <a:t>set </a:t>
            </a:r>
            <a:r>
              <a:rPr lang="en-US" sz="2600" spc="-5" dirty="0">
                <a:latin typeface="Arial MT"/>
                <a:cs typeface="Arial MT"/>
              </a:rPr>
              <a:t>of activities that ensure </a:t>
            </a:r>
            <a:r>
              <a:rPr lang="en-US" sz="2600" dirty="0">
                <a:latin typeface="Arial MT"/>
                <a:cs typeface="Arial MT"/>
              </a:rPr>
              <a:t>that </a:t>
            </a:r>
            <a:r>
              <a:rPr lang="en-US" sz="2600" spc="5" dirty="0">
                <a:latin typeface="Arial MT"/>
                <a:cs typeface="Arial MT"/>
              </a:rPr>
              <a:t> </a:t>
            </a:r>
            <a:r>
              <a:rPr lang="en-US" sz="2600" dirty="0">
                <a:latin typeface="Arial MT"/>
                <a:cs typeface="Arial MT"/>
              </a:rPr>
              <a:t>software </a:t>
            </a:r>
            <a:r>
              <a:rPr lang="en-US" sz="2600" spc="-5" dirty="0">
                <a:latin typeface="Arial MT"/>
                <a:cs typeface="Arial MT"/>
              </a:rPr>
              <a:t>correctly implements a specific functions.</a:t>
            </a:r>
          </a:p>
          <a:p>
            <a:pPr marL="817244">
              <a:lnSpc>
                <a:spcPct val="100000"/>
              </a:lnSpc>
            </a:pPr>
            <a:r>
              <a:rPr lang="en-US" sz="2600" spc="-5" dirty="0">
                <a:latin typeface="Arial MT"/>
                <a:cs typeface="Lucida Sans Unicode"/>
              </a:rPr>
              <a:t>“Are you building the product right.”</a:t>
            </a:r>
            <a:endParaRPr sz="2600" dirty="0">
              <a:latin typeface="Lucida Sans Unicode"/>
              <a:cs typeface="Lucida Sans Unicode"/>
            </a:endParaRPr>
          </a:p>
          <a:p>
            <a:pPr marL="12700">
              <a:lnSpc>
                <a:spcPct val="100000"/>
              </a:lnSpc>
              <a:spcBef>
                <a:spcPts val="400"/>
              </a:spcBef>
              <a:tabLst>
                <a:tab pos="268605" algn="l"/>
              </a:tabLst>
            </a:pPr>
            <a:r>
              <a:rPr sz="2600" b="1" dirty="0">
                <a:solidFill>
                  <a:srgbClr val="2CA1BE"/>
                </a:solidFill>
                <a:latin typeface="Lucida Sans Unicode"/>
                <a:cs typeface="Lucida Sans Unicode"/>
              </a:rPr>
              <a:t>Validatio</a:t>
            </a:r>
            <a:r>
              <a:rPr sz="2600" b="1" spc="-15" dirty="0">
                <a:solidFill>
                  <a:srgbClr val="2CA1BE"/>
                </a:solidFill>
                <a:latin typeface="Lucida Sans Unicode"/>
                <a:cs typeface="Lucida Sans Unicode"/>
              </a:rPr>
              <a:t>n</a:t>
            </a:r>
            <a:r>
              <a:rPr sz="2600" b="1" dirty="0">
                <a:latin typeface="Lucida Sans Unicode"/>
                <a:cs typeface="Lucida Sans Unicode"/>
              </a:rPr>
              <a:t>:</a:t>
            </a:r>
          </a:p>
          <a:p>
            <a:pPr marL="923925">
              <a:lnSpc>
                <a:spcPct val="100000"/>
              </a:lnSpc>
            </a:pPr>
            <a:r>
              <a:rPr sz="2600" dirty="0">
                <a:latin typeface="Lucida Sans Unicode"/>
                <a:cs typeface="Lucida Sans Unicode"/>
              </a:rPr>
              <a:t>"Are</a:t>
            </a:r>
            <a:r>
              <a:rPr sz="2600" spc="-30" dirty="0">
                <a:latin typeface="Lucida Sans Unicode"/>
                <a:cs typeface="Lucida Sans Unicode"/>
              </a:rPr>
              <a:t> </a:t>
            </a:r>
            <a:r>
              <a:rPr sz="2600" dirty="0">
                <a:latin typeface="Lucida Sans Unicode"/>
                <a:cs typeface="Lucida Sans Unicode"/>
              </a:rPr>
              <a:t>we</a:t>
            </a:r>
            <a:r>
              <a:rPr sz="2600" spc="-30" dirty="0">
                <a:latin typeface="Lucida Sans Unicode"/>
                <a:cs typeface="Lucida Sans Unicode"/>
              </a:rPr>
              <a:t> </a:t>
            </a:r>
            <a:r>
              <a:rPr sz="2600" dirty="0">
                <a:latin typeface="Lucida Sans Unicode"/>
                <a:cs typeface="Lucida Sans Unicode"/>
              </a:rPr>
              <a:t>building</a:t>
            </a:r>
            <a:r>
              <a:rPr sz="2600" spc="-60" dirty="0">
                <a:latin typeface="Lucida Sans Unicode"/>
                <a:cs typeface="Lucida Sans Unicode"/>
              </a:rPr>
              <a:t> </a:t>
            </a:r>
            <a:r>
              <a:rPr sz="2600" dirty="0">
                <a:latin typeface="Lucida Sans Unicode"/>
                <a:cs typeface="Lucida Sans Unicode"/>
              </a:rPr>
              <a:t>the</a:t>
            </a:r>
            <a:r>
              <a:rPr sz="2600" spc="-20" dirty="0">
                <a:latin typeface="Lucida Sans Unicode"/>
                <a:cs typeface="Lucida Sans Unicode"/>
              </a:rPr>
              <a:t> </a:t>
            </a:r>
            <a:r>
              <a:rPr sz="2600" dirty="0">
                <a:latin typeface="Lucida Sans Unicode"/>
                <a:cs typeface="Lucida Sans Unicode"/>
              </a:rPr>
              <a:t>right</a:t>
            </a:r>
            <a:r>
              <a:rPr sz="2600" spc="-25" dirty="0">
                <a:latin typeface="Lucida Sans Unicode"/>
                <a:cs typeface="Lucida Sans Unicode"/>
              </a:rPr>
              <a:t> </a:t>
            </a:r>
            <a:r>
              <a:rPr sz="2600" spc="-10" dirty="0">
                <a:latin typeface="Lucida Sans Unicode"/>
                <a:cs typeface="Lucida Sans Unicode"/>
              </a:rPr>
              <a:t>product”.</a:t>
            </a:r>
            <a:endParaRPr sz="2600" dirty="0">
              <a:latin typeface="Lucida Sans Unicode"/>
              <a:cs typeface="Lucida Sans Unicode"/>
            </a:endParaRPr>
          </a:p>
          <a:p>
            <a:pPr marL="268605" marR="5080" indent="-256540">
              <a:lnSpc>
                <a:spcPct val="100000"/>
              </a:lnSpc>
              <a:spcBef>
                <a:spcPts val="409"/>
              </a:spcBef>
              <a:tabLst>
                <a:tab pos="268605" algn="l"/>
              </a:tabLst>
            </a:pPr>
            <a:r>
              <a:rPr lang="en-US" sz="2600" dirty="0">
                <a:latin typeface="Lucida Sans Unicode"/>
                <a:cs typeface="Lucida Sans Unicode"/>
              </a:rPr>
              <a:t>Th</a:t>
            </a:r>
            <a:r>
              <a:rPr sz="2600" dirty="0">
                <a:latin typeface="Lucida Sans Unicode"/>
                <a:cs typeface="Lucida Sans Unicode"/>
              </a:rPr>
              <a:t>e</a:t>
            </a:r>
            <a:r>
              <a:rPr sz="2600" spc="-45" dirty="0">
                <a:latin typeface="Lucida Sans Unicode"/>
                <a:cs typeface="Lucida Sans Unicode"/>
              </a:rPr>
              <a:t> </a:t>
            </a:r>
            <a:r>
              <a:rPr sz="2600" dirty="0">
                <a:latin typeface="Lucida Sans Unicode"/>
                <a:cs typeface="Lucida Sans Unicode"/>
              </a:rPr>
              <a:t>software</a:t>
            </a:r>
            <a:r>
              <a:rPr sz="2600" spc="-50" dirty="0">
                <a:latin typeface="Lucida Sans Unicode"/>
                <a:cs typeface="Lucida Sans Unicode"/>
              </a:rPr>
              <a:t> </a:t>
            </a:r>
            <a:r>
              <a:rPr sz="2600" dirty="0">
                <a:latin typeface="Lucida Sans Unicode"/>
                <a:cs typeface="Lucida Sans Unicode"/>
              </a:rPr>
              <a:t>should</a:t>
            </a:r>
            <a:r>
              <a:rPr sz="2600" spc="-25" dirty="0">
                <a:latin typeface="Lucida Sans Unicode"/>
                <a:cs typeface="Lucida Sans Unicode"/>
              </a:rPr>
              <a:t> </a:t>
            </a:r>
            <a:r>
              <a:rPr sz="2600" dirty="0">
                <a:latin typeface="Lucida Sans Unicode"/>
                <a:cs typeface="Lucida Sans Unicode"/>
              </a:rPr>
              <a:t>do</a:t>
            </a:r>
            <a:r>
              <a:rPr sz="2600" spc="-25" dirty="0">
                <a:latin typeface="Lucida Sans Unicode"/>
                <a:cs typeface="Lucida Sans Unicode"/>
              </a:rPr>
              <a:t> </a:t>
            </a:r>
            <a:r>
              <a:rPr sz="2600" dirty="0">
                <a:latin typeface="Lucida Sans Unicode"/>
                <a:cs typeface="Lucida Sans Unicode"/>
              </a:rPr>
              <a:t>what</a:t>
            </a:r>
            <a:r>
              <a:rPr sz="2600" spc="-45" dirty="0">
                <a:latin typeface="Lucida Sans Unicode"/>
                <a:cs typeface="Lucida Sans Unicode"/>
              </a:rPr>
              <a:t> </a:t>
            </a:r>
            <a:r>
              <a:rPr sz="2600" dirty="0">
                <a:latin typeface="Lucida Sans Unicode"/>
                <a:cs typeface="Lucida Sans Unicode"/>
              </a:rPr>
              <a:t>the</a:t>
            </a:r>
            <a:r>
              <a:rPr sz="2600" spc="-25" dirty="0">
                <a:latin typeface="Lucida Sans Unicode"/>
                <a:cs typeface="Lucida Sans Unicode"/>
              </a:rPr>
              <a:t> </a:t>
            </a:r>
            <a:r>
              <a:rPr sz="2600" dirty="0">
                <a:latin typeface="Lucida Sans Unicode"/>
                <a:cs typeface="Lucida Sans Unicode"/>
              </a:rPr>
              <a:t>user</a:t>
            </a:r>
            <a:r>
              <a:rPr sz="2600" spc="-40" dirty="0">
                <a:latin typeface="Lucida Sans Unicode"/>
                <a:cs typeface="Lucida Sans Unicode"/>
              </a:rPr>
              <a:t> </a:t>
            </a:r>
            <a:r>
              <a:rPr sz="2600" spc="-10" dirty="0">
                <a:latin typeface="Lucida Sans Unicode"/>
                <a:cs typeface="Lucida Sans Unicode"/>
              </a:rPr>
              <a:t>really</a:t>
            </a:r>
            <a:r>
              <a:rPr sz="2600" spc="675" dirty="0">
                <a:latin typeface="Lucida Sans Unicode"/>
                <a:cs typeface="Lucida Sans Unicode"/>
              </a:rPr>
              <a:t> </a:t>
            </a:r>
            <a:r>
              <a:rPr sz="2600" spc="-10" dirty="0">
                <a:latin typeface="Lucida Sans Unicode"/>
                <a:cs typeface="Lucida Sans Unicode"/>
              </a:rPr>
              <a:t>requires.</a:t>
            </a:r>
            <a:r>
              <a:rPr lang="en-US" sz="2600" spc="-5" dirty="0">
                <a:latin typeface="Arial MT"/>
                <a:cs typeface="Lucida Sans Unicode"/>
              </a:rPr>
              <a:t> Validation </a:t>
            </a:r>
            <a:r>
              <a:rPr lang="en-US" sz="2600" dirty="0"/>
              <a:t>confirms the product is </a:t>
            </a:r>
            <a:r>
              <a:rPr lang="en-US" sz="2600" b="1" dirty="0"/>
              <a:t>fit for its intended purpose</a:t>
            </a:r>
            <a:r>
              <a:rPr lang="en-US" sz="2600" dirty="0"/>
              <a:t> and meets customer needs. </a:t>
            </a:r>
            <a:r>
              <a:rPr lang="en-US" sz="2600" spc="-5" dirty="0">
                <a:latin typeface="Arial MT"/>
                <a:cs typeface="Arial MT"/>
              </a:rPr>
              <a:t>Validation </a:t>
            </a:r>
            <a:r>
              <a:rPr lang="en-US" sz="2600" dirty="0">
                <a:latin typeface="Arial MT"/>
                <a:cs typeface="Arial MT"/>
              </a:rPr>
              <a:t>refers to </a:t>
            </a:r>
            <a:r>
              <a:rPr lang="en-US" sz="2600" spc="-5" dirty="0">
                <a:latin typeface="Arial MT"/>
                <a:cs typeface="Arial MT"/>
              </a:rPr>
              <a:t>a </a:t>
            </a:r>
            <a:r>
              <a:rPr lang="en-US" sz="2600" dirty="0">
                <a:latin typeface="Arial MT"/>
                <a:cs typeface="Arial MT"/>
              </a:rPr>
              <a:t>different set </a:t>
            </a:r>
            <a:r>
              <a:rPr lang="en-US" sz="2600" spc="-10" dirty="0">
                <a:latin typeface="Arial MT"/>
                <a:cs typeface="Arial MT"/>
              </a:rPr>
              <a:t>of </a:t>
            </a:r>
            <a:r>
              <a:rPr lang="en-US" sz="2600" spc="-5" dirty="0">
                <a:latin typeface="Arial MT"/>
                <a:cs typeface="Arial MT"/>
              </a:rPr>
              <a:t>activities </a:t>
            </a:r>
            <a:r>
              <a:rPr lang="en-US" sz="2600" dirty="0">
                <a:latin typeface="Arial MT"/>
                <a:cs typeface="Arial MT"/>
              </a:rPr>
              <a:t>that </a:t>
            </a:r>
            <a:r>
              <a:rPr lang="en-US" sz="2600" spc="-5" dirty="0">
                <a:latin typeface="Arial MT"/>
                <a:cs typeface="Arial MT"/>
              </a:rPr>
              <a:t>ensures </a:t>
            </a:r>
            <a:r>
              <a:rPr lang="en-US" sz="2600" dirty="0">
                <a:latin typeface="Arial MT"/>
                <a:cs typeface="Arial MT"/>
              </a:rPr>
              <a:t> that</a:t>
            </a:r>
            <a:r>
              <a:rPr lang="en-US" sz="2600" spc="5" dirty="0">
                <a:latin typeface="Arial MT"/>
                <a:cs typeface="Arial MT"/>
              </a:rPr>
              <a:t> </a:t>
            </a:r>
            <a:r>
              <a:rPr lang="en-US" sz="2600" spc="-5" dirty="0">
                <a:latin typeface="Arial MT"/>
                <a:cs typeface="Arial MT"/>
              </a:rPr>
              <a:t>the</a:t>
            </a:r>
            <a:r>
              <a:rPr lang="en-US" sz="2600" dirty="0">
                <a:latin typeface="Arial MT"/>
                <a:cs typeface="Arial MT"/>
              </a:rPr>
              <a:t> </a:t>
            </a:r>
            <a:r>
              <a:rPr lang="en-US" sz="2600" spc="-5" dirty="0">
                <a:latin typeface="Arial MT"/>
                <a:cs typeface="Arial MT"/>
              </a:rPr>
              <a:t>software</a:t>
            </a:r>
            <a:r>
              <a:rPr lang="en-US" sz="2600" dirty="0">
                <a:latin typeface="Arial MT"/>
                <a:cs typeface="Arial MT"/>
              </a:rPr>
              <a:t> that</a:t>
            </a:r>
            <a:r>
              <a:rPr lang="en-US" sz="2600" spc="5" dirty="0">
                <a:latin typeface="Arial MT"/>
                <a:cs typeface="Arial MT"/>
              </a:rPr>
              <a:t> </a:t>
            </a:r>
            <a:r>
              <a:rPr lang="en-US" sz="2600" spc="-5" dirty="0">
                <a:latin typeface="Arial MT"/>
                <a:cs typeface="Arial MT"/>
              </a:rPr>
              <a:t>has</a:t>
            </a:r>
            <a:r>
              <a:rPr lang="en-US" sz="2600" dirty="0">
                <a:latin typeface="Arial MT"/>
                <a:cs typeface="Arial MT"/>
              </a:rPr>
              <a:t> </a:t>
            </a:r>
            <a:r>
              <a:rPr lang="en-US" sz="2600" spc="-5" dirty="0">
                <a:latin typeface="Arial MT"/>
                <a:cs typeface="Arial MT"/>
              </a:rPr>
              <a:t>been</a:t>
            </a:r>
            <a:r>
              <a:rPr lang="en-US" sz="2600" dirty="0">
                <a:latin typeface="Arial MT"/>
                <a:cs typeface="Arial MT"/>
              </a:rPr>
              <a:t> </a:t>
            </a:r>
            <a:r>
              <a:rPr lang="en-US" sz="2600" spc="-5" dirty="0">
                <a:latin typeface="Arial MT"/>
                <a:cs typeface="Arial MT"/>
              </a:rPr>
              <a:t>built</a:t>
            </a:r>
            <a:r>
              <a:rPr lang="en-US" sz="2600" dirty="0">
                <a:latin typeface="Arial MT"/>
                <a:cs typeface="Arial MT"/>
              </a:rPr>
              <a:t> </a:t>
            </a:r>
            <a:r>
              <a:rPr lang="en-US" sz="2600" spc="-5" dirty="0">
                <a:latin typeface="Arial MT"/>
                <a:cs typeface="Arial MT"/>
              </a:rPr>
              <a:t>is</a:t>
            </a:r>
            <a:r>
              <a:rPr lang="en-US" sz="2600" dirty="0">
                <a:latin typeface="Arial MT"/>
                <a:cs typeface="Arial MT"/>
              </a:rPr>
              <a:t> </a:t>
            </a:r>
            <a:r>
              <a:rPr lang="en-US" sz="2600" spc="-5" dirty="0">
                <a:latin typeface="Arial MT"/>
                <a:cs typeface="Arial MT"/>
              </a:rPr>
              <a:t>traceable</a:t>
            </a:r>
            <a:r>
              <a:rPr lang="en-US" sz="2600" dirty="0">
                <a:latin typeface="Arial MT"/>
                <a:cs typeface="Arial MT"/>
              </a:rPr>
              <a:t> to </a:t>
            </a:r>
            <a:r>
              <a:rPr lang="en-US" sz="2600" spc="5" dirty="0">
                <a:latin typeface="Arial MT"/>
                <a:cs typeface="Arial MT"/>
              </a:rPr>
              <a:t> </a:t>
            </a:r>
            <a:r>
              <a:rPr lang="en-US" sz="2600" dirty="0">
                <a:latin typeface="Arial MT"/>
                <a:cs typeface="Arial MT"/>
              </a:rPr>
              <a:t>customer </a:t>
            </a:r>
            <a:r>
              <a:rPr lang="en-US" sz="2600" spc="-5" dirty="0">
                <a:latin typeface="Arial MT"/>
                <a:cs typeface="Arial MT"/>
              </a:rPr>
              <a:t>requirements.</a:t>
            </a:r>
            <a:endParaRPr sz="2600" dirty="0">
              <a:latin typeface="Lucida Sans Unicode"/>
              <a:cs typeface="Lucida Sans Unicode"/>
            </a:endParaRPr>
          </a:p>
        </p:txBody>
      </p:sp>
      <p:pic>
        <p:nvPicPr>
          <p:cNvPr id="3" name="object 3">
            <a:extLst>
              <a:ext uri="{FF2B5EF4-FFF2-40B4-BE49-F238E27FC236}">
                <a16:creationId xmlns:a16="http://schemas.microsoft.com/office/drawing/2014/main" id="{D5094938-933A-2FF1-AEE6-464973B9E2E0}"/>
              </a:ext>
            </a:extLst>
          </p:cNvPr>
          <p:cNvPicPr/>
          <p:nvPr/>
        </p:nvPicPr>
        <p:blipFill>
          <a:blip r:embed="rId2" cstate="print"/>
          <a:stretch>
            <a:fillRect/>
          </a:stretch>
        </p:blipFill>
        <p:spPr>
          <a:xfrm>
            <a:off x="539495" y="566927"/>
            <a:ext cx="6204204" cy="452627"/>
          </a:xfrm>
          <a:prstGeom prst="rect">
            <a:avLst/>
          </a:prstGeom>
        </p:spPr>
      </p:pic>
      <p:sp>
        <p:nvSpPr>
          <p:cNvPr id="4" name="object 4">
            <a:extLst>
              <a:ext uri="{FF2B5EF4-FFF2-40B4-BE49-F238E27FC236}">
                <a16:creationId xmlns:a16="http://schemas.microsoft.com/office/drawing/2014/main" id="{E0276497-26F8-70A8-BF36-039A1FBD54D1}"/>
              </a:ext>
            </a:extLst>
          </p:cNvPr>
          <p:cNvSpPr txBox="1">
            <a:spLocks noGrp="1"/>
          </p:cNvSpPr>
          <p:nvPr>
            <p:ph type="sldNum" sz="quarter" idx="7"/>
          </p:nvPr>
        </p:nvSpPr>
        <p:spPr>
          <a:prstGeom prst="rect">
            <a:avLst/>
          </a:prstGeom>
        </p:spPr>
        <p:txBody>
          <a:bodyPr vert="horz" wrap="square" lIns="0" tIns="152400" rIns="0" bIns="0" rtlCol="0">
            <a:spAutoFit/>
          </a:bodyPr>
          <a:lstStyle/>
          <a:p>
            <a:pPr marL="166370">
              <a:lnSpc>
                <a:spcPts val="1190"/>
              </a:lnSpc>
            </a:pPr>
            <a:fld id="{81D60167-4931-47E6-BA6A-407CBD079E47}" type="slidenum">
              <a:rPr spc="-25" dirty="0"/>
              <a:t>5</a:t>
            </a:fld>
            <a:endParaRPr spc="-25" dirty="0"/>
          </a:p>
        </p:txBody>
      </p:sp>
    </p:spTree>
    <p:extLst>
      <p:ext uri="{BB962C8B-B14F-4D97-AF65-F5344CB8AC3E}">
        <p14:creationId xmlns:p14="http://schemas.microsoft.com/office/powerpoint/2010/main" val="21620484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645058" y="1464640"/>
            <a:ext cx="8329015" cy="4388381"/>
          </a:xfrm>
          <a:prstGeom prst="rect">
            <a:avLst/>
          </a:prstGeom>
        </p:spPr>
        <p:txBody>
          <a:bodyPr vert="horz" wrap="square" lIns="0" tIns="12700" rIns="0" bIns="0" rtlCol="0">
            <a:spAutoFit/>
          </a:bodyPr>
          <a:lstStyle/>
          <a:p>
            <a:pPr marL="469265" marR="5080" indent="-457200">
              <a:lnSpc>
                <a:spcPct val="100000"/>
              </a:lnSpc>
              <a:spcBef>
                <a:spcPts val="100"/>
              </a:spcBef>
              <a:buFont typeface="Wingdings" panose="05000000000000000000" pitchFamily="2" charset="2"/>
              <a:buChar char="Ø"/>
              <a:tabLst>
                <a:tab pos="268605" algn="l"/>
              </a:tabLst>
            </a:pPr>
            <a:r>
              <a:rPr lang="en-US" sz="2300" spc="-35" dirty="0">
                <a:latin typeface="Lucida Sans Unicode"/>
                <a:cs typeface="Lucida Sans Unicode"/>
              </a:rPr>
              <a:t>Is </a:t>
            </a:r>
            <a:r>
              <a:rPr sz="2300" dirty="0">
                <a:latin typeface="Lucida Sans Unicode"/>
                <a:cs typeface="Lucida Sans Unicode"/>
              </a:rPr>
              <a:t>a</a:t>
            </a:r>
            <a:r>
              <a:rPr sz="2300" spc="-15" dirty="0">
                <a:latin typeface="Lucida Sans Unicode"/>
                <a:cs typeface="Lucida Sans Unicode"/>
              </a:rPr>
              <a:t> </a:t>
            </a:r>
            <a:r>
              <a:rPr sz="2300" dirty="0">
                <a:latin typeface="Lucida Sans Unicode"/>
                <a:cs typeface="Lucida Sans Unicode"/>
              </a:rPr>
              <a:t>whole</a:t>
            </a:r>
            <a:r>
              <a:rPr sz="2300" spc="-30" dirty="0">
                <a:latin typeface="Lucida Sans Unicode"/>
                <a:cs typeface="Lucida Sans Unicode"/>
              </a:rPr>
              <a:t> </a:t>
            </a:r>
            <a:r>
              <a:rPr sz="2300" spc="-10" dirty="0">
                <a:latin typeface="Lucida Sans Unicode"/>
                <a:cs typeface="Lucida Sans Unicode"/>
              </a:rPr>
              <a:t>life-</a:t>
            </a:r>
            <a:r>
              <a:rPr sz="2300" dirty="0">
                <a:latin typeface="Lucida Sans Unicode"/>
                <a:cs typeface="Lucida Sans Unicode"/>
              </a:rPr>
              <a:t>cycle</a:t>
            </a:r>
            <a:r>
              <a:rPr sz="2300" spc="-35" dirty="0">
                <a:latin typeface="Lucida Sans Unicode"/>
                <a:cs typeface="Lucida Sans Unicode"/>
              </a:rPr>
              <a:t> </a:t>
            </a:r>
            <a:r>
              <a:rPr sz="2300" dirty="0">
                <a:latin typeface="Lucida Sans Unicode"/>
                <a:cs typeface="Lucida Sans Unicode"/>
              </a:rPr>
              <a:t>process</a:t>
            </a:r>
            <a:r>
              <a:rPr sz="2300" spc="-15" dirty="0">
                <a:latin typeface="Lucida Sans Unicode"/>
                <a:cs typeface="Lucida Sans Unicode"/>
              </a:rPr>
              <a:t> </a:t>
            </a:r>
            <a:r>
              <a:rPr sz="2300" dirty="0">
                <a:latin typeface="Lucida Sans Unicode"/>
                <a:cs typeface="Lucida Sans Unicode"/>
              </a:rPr>
              <a:t>-</a:t>
            </a:r>
            <a:r>
              <a:rPr sz="2300" spc="-20" dirty="0">
                <a:latin typeface="Lucida Sans Unicode"/>
                <a:cs typeface="Lucida Sans Unicode"/>
              </a:rPr>
              <a:t> </a:t>
            </a:r>
            <a:r>
              <a:rPr sz="2300" dirty="0">
                <a:latin typeface="Lucida Sans Unicode"/>
                <a:cs typeface="Lucida Sans Unicode"/>
              </a:rPr>
              <a:t>V</a:t>
            </a:r>
            <a:r>
              <a:rPr sz="2300" spc="-5" dirty="0">
                <a:latin typeface="Lucida Sans Unicode"/>
                <a:cs typeface="Lucida Sans Unicode"/>
              </a:rPr>
              <a:t> </a:t>
            </a:r>
            <a:r>
              <a:rPr sz="2300" dirty="0">
                <a:latin typeface="Lucida Sans Unicode"/>
                <a:cs typeface="Lucida Sans Unicode"/>
              </a:rPr>
              <a:t>&amp;</a:t>
            </a:r>
            <a:r>
              <a:rPr sz="2300" spc="-15" dirty="0">
                <a:latin typeface="Lucida Sans Unicode"/>
                <a:cs typeface="Lucida Sans Unicode"/>
              </a:rPr>
              <a:t> </a:t>
            </a:r>
            <a:r>
              <a:rPr sz="2300" dirty="0">
                <a:latin typeface="Lucida Sans Unicode"/>
                <a:cs typeface="Lucida Sans Unicode"/>
              </a:rPr>
              <a:t>V</a:t>
            </a:r>
            <a:r>
              <a:rPr sz="2300" spc="-35" dirty="0">
                <a:latin typeface="Lucida Sans Unicode"/>
                <a:cs typeface="Lucida Sans Unicode"/>
              </a:rPr>
              <a:t> </a:t>
            </a:r>
            <a:r>
              <a:rPr sz="2300" dirty="0">
                <a:latin typeface="Lucida Sans Unicode"/>
                <a:cs typeface="Lucida Sans Unicode"/>
              </a:rPr>
              <a:t>must</a:t>
            </a:r>
            <a:r>
              <a:rPr sz="2300" spc="-10" dirty="0">
                <a:latin typeface="Lucida Sans Unicode"/>
                <a:cs typeface="Lucida Sans Unicode"/>
              </a:rPr>
              <a:t> </a:t>
            </a:r>
            <a:r>
              <a:rPr sz="2300" spc="-25" dirty="0">
                <a:latin typeface="Lucida Sans Unicode"/>
                <a:cs typeface="Lucida Sans Unicode"/>
              </a:rPr>
              <a:t>be</a:t>
            </a:r>
            <a:r>
              <a:rPr sz="2300" spc="675" dirty="0">
                <a:latin typeface="Lucida Sans Unicode"/>
                <a:cs typeface="Lucida Sans Unicode"/>
              </a:rPr>
              <a:t>  </a:t>
            </a:r>
            <a:r>
              <a:rPr sz="2300" dirty="0">
                <a:latin typeface="Lucida Sans Unicode"/>
                <a:cs typeface="Lucida Sans Unicode"/>
              </a:rPr>
              <a:t>applied</a:t>
            </a:r>
            <a:r>
              <a:rPr sz="2300" spc="-70" dirty="0">
                <a:latin typeface="Lucida Sans Unicode"/>
                <a:cs typeface="Lucida Sans Unicode"/>
              </a:rPr>
              <a:t> </a:t>
            </a:r>
            <a:r>
              <a:rPr sz="2300" dirty="0">
                <a:latin typeface="Lucida Sans Unicode"/>
                <a:cs typeface="Lucida Sans Unicode"/>
              </a:rPr>
              <a:t>at</a:t>
            </a:r>
            <a:r>
              <a:rPr sz="2300" spc="-35" dirty="0">
                <a:latin typeface="Lucida Sans Unicode"/>
                <a:cs typeface="Lucida Sans Unicode"/>
              </a:rPr>
              <a:t> </a:t>
            </a:r>
            <a:r>
              <a:rPr sz="2300" dirty="0">
                <a:latin typeface="Lucida Sans Unicode"/>
                <a:cs typeface="Lucida Sans Unicode"/>
              </a:rPr>
              <a:t>each</a:t>
            </a:r>
            <a:r>
              <a:rPr sz="2300" spc="-35" dirty="0">
                <a:latin typeface="Lucida Sans Unicode"/>
                <a:cs typeface="Lucida Sans Unicode"/>
              </a:rPr>
              <a:t> </a:t>
            </a:r>
            <a:r>
              <a:rPr sz="2300" dirty="0">
                <a:latin typeface="Lucida Sans Unicode"/>
                <a:cs typeface="Lucida Sans Unicode"/>
              </a:rPr>
              <a:t>stage</a:t>
            </a:r>
            <a:r>
              <a:rPr sz="2300" spc="-35" dirty="0">
                <a:latin typeface="Lucida Sans Unicode"/>
                <a:cs typeface="Lucida Sans Unicode"/>
              </a:rPr>
              <a:t> </a:t>
            </a:r>
            <a:r>
              <a:rPr sz="2300" dirty="0">
                <a:latin typeface="Lucida Sans Unicode"/>
                <a:cs typeface="Lucida Sans Unicode"/>
              </a:rPr>
              <a:t>in</a:t>
            </a:r>
            <a:r>
              <a:rPr sz="2300" spc="-35" dirty="0">
                <a:latin typeface="Lucida Sans Unicode"/>
                <a:cs typeface="Lucida Sans Unicode"/>
              </a:rPr>
              <a:t> </a:t>
            </a:r>
            <a:r>
              <a:rPr sz="2300" dirty="0">
                <a:latin typeface="Lucida Sans Unicode"/>
                <a:cs typeface="Lucida Sans Unicode"/>
              </a:rPr>
              <a:t>the</a:t>
            </a:r>
            <a:r>
              <a:rPr sz="2300" spc="-50" dirty="0">
                <a:latin typeface="Lucida Sans Unicode"/>
                <a:cs typeface="Lucida Sans Unicode"/>
              </a:rPr>
              <a:t> </a:t>
            </a:r>
            <a:r>
              <a:rPr sz="2300" dirty="0">
                <a:latin typeface="Lucida Sans Unicode"/>
                <a:cs typeface="Lucida Sans Unicode"/>
              </a:rPr>
              <a:t>software</a:t>
            </a:r>
            <a:r>
              <a:rPr sz="2300" spc="-55" dirty="0">
                <a:latin typeface="Lucida Sans Unicode"/>
                <a:cs typeface="Lucida Sans Unicode"/>
              </a:rPr>
              <a:t> </a:t>
            </a:r>
            <a:r>
              <a:rPr sz="2300" spc="-10" dirty="0">
                <a:latin typeface="Lucida Sans Unicode"/>
                <a:cs typeface="Lucida Sans Unicode"/>
              </a:rPr>
              <a:t>process.</a:t>
            </a:r>
            <a:endParaRPr lang="en-US" sz="2300" spc="-10" dirty="0">
              <a:latin typeface="Lucida Sans Unicode"/>
              <a:cs typeface="Lucida Sans Unicode"/>
            </a:endParaRPr>
          </a:p>
          <a:p>
            <a:pPr marL="469265" marR="5080" indent="-457200">
              <a:lnSpc>
                <a:spcPct val="100000"/>
              </a:lnSpc>
              <a:spcBef>
                <a:spcPts val="100"/>
              </a:spcBef>
              <a:buFont typeface="Wingdings" panose="05000000000000000000" pitchFamily="2" charset="2"/>
              <a:buChar char="Ø"/>
              <a:tabLst>
                <a:tab pos="268605" algn="l"/>
              </a:tabLst>
            </a:pPr>
            <a:r>
              <a:rPr lang="en-US" sz="2300" dirty="0"/>
              <a:t>V&amp;V must be applied at each stage to ensure software quality by catching and fixing defects early, reducing costs, and improving reliability.</a:t>
            </a:r>
          </a:p>
          <a:p>
            <a:pPr marL="469265" marR="5080" indent="-457200">
              <a:lnSpc>
                <a:spcPct val="100000"/>
              </a:lnSpc>
              <a:spcBef>
                <a:spcPts val="100"/>
              </a:spcBef>
              <a:buFont typeface="Wingdings" panose="05000000000000000000" pitchFamily="2" charset="2"/>
              <a:buChar char="Ø"/>
              <a:tabLst>
                <a:tab pos="268605" algn="l"/>
              </a:tabLst>
            </a:pPr>
            <a:r>
              <a:rPr lang="en-US" sz="2300" dirty="0"/>
              <a:t>Applying V&amp;V early aligns the product with specifications, confirms it meets user needs, and provides management with visibility into the development process. </a:t>
            </a:r>
            <a:endParaRPr lang="en-US" sz="2300" spc="-10" dirty="0">
              <a:latin typeface="Lucida Sans Unicode"/>
              <a:cs typeface="Lucida Sans Unicode"/>
            </a:endParaRPr>
          </a:p>
          <a:p>
            <a:pPr marL="469265" marR="5080" indent="-457200">
              <a:lnSpc>
                <a:spcPct val="100000"/>
              </a:lnSpc>
              <a:spcBef>
                <a:spcPts val="100"/>
              </a:spcBef>
              <a:buFont typeface="Wingdings" panose="05000000000000000000" pitchFamily="2" charset="2"/>
              <a:buChar char="Ø"/>
              <a:tabLst>
                <a:tab pos="268605" algn="l"/>
              </a:tabLst>
            </a:pPr>
            <a:r>
              <a:rPr sz="2300" dirty="0">
                <a:latin typeface="Lucida Sans Unicode"/>
                <a:cs typeface="Lucida Sans Unicode"/>
              </a:rPr>
              <a:t>Has</a:t>
            </a:r>
            <a:r>
              <a:rPr sz="2300" spc="-20" dirty="0">
                <a:latin typeface="Lucida Sans Unicode"/>
                <a:cs typeface="Lucida Sans Unicode"/>
              </a:rPr>
              <a:t> two</a:t>
            </a:r>
            <a:r>
              <a:rPr sz="2300" spc="-5" dirty="0">
                <a:latin typeface="Lucida Sans Unicode"/>
                <a:cs typeface="Lucida Sans Unicode"/>
              </a:rPr>
              <a:t> </a:t>
            </a:r>
            <a:r>
              <a:rPr sz="2300" dirty="0">
                <a:latin typeface="Lucida Sans Unicode"/>
                <a:cs typeface="Lucida Sans Unicode"/>
              </a:rPr>
              <a:t>pri</a:t>
            </a:r>
            <a:r>
              <a:rPr sz="2300" spc="5" dirty="0">
                <a:latin typeface="Lucida Sans Unicode"/>
                <a:cs typeface="Lucida Sans Unicode"/>
              </a:rPr>
              <a:t>n</a:t>
            </a:r>
            <a:r>
              <a:rPr sz="2300" spc="-5" dirty="0">
                <a:latin typeface="Lucida Sans Unicode"/>
                <a:cs typeface="Lucida Sans Unicode"/>
              </a:rPr>
              <a:t>cipa</a:t>
            </a:r>
            <a:r>
              <a:rPr sz="2300" dirty="0">
                <a:latin typeface="Lucida Sans Unicode"/>
                <a:cs typeface="Lucida Sans Unicode"/>
              </a:rPr>
              <a:t>l</a:t>
            </a:r>
            <a:r>
              <a:rPr sz="2300" spc="-40" dirty="0">
                <a:latin typeface="Lucida Sans Unicode"/>
                <a:cs typeface="Lucida Sans Unicode"/>
              </a:rPr>
              <a:t> </a:t>
            </a:r>
            <a:r>
              <a:rPr sz="2300" spc="-15" dirty="0">
                <a:latin typeface="Lucida Sans Unicode"/>
                <a:cs typeface="Lucida Sans Unicode"/>
              </a:rPr>
              <a:t>objectives</a:t>
            </a:r>
            <a:r>
              <a:rPr lang="en-US" sz="2300" spc="-15" dirty="0">
                <a:latin typeface="Lucida Sans Unicode"/>
                <a:cs typeface="Lucida Sans Unicode"/>
              </a:rPr>
              <a:t>.</a:t>
            </a:r>
            <a:endParaRPr sz="2300" dirty="0">
              <a:latin typeface="Lucida Sans Unicode"/>
              <a:cs typeface="Lucida Sans Unicode"/>
            </a:endParaRPr>
          </a:p>
          <a:p>
            <a:pPr marL="523875" lvl="1" indent="-227965">
              <a:lnSpc>
                <a:spcPct val="100000"/>
              </a:lnSpc>
              <a:spcBef>
                <a:spcPts val="365"/>
              </a:spcBef>
              <a:buClr>
                <a:srgbClr val="2CA1BE"/>
              </a:buClr>
              <a:buFont typeface="Verdana"/>
              <a:buChar char="◦"/>
              <a:tabLst>
                <a:tab pos="523875" algn="l"/>
              </a:tabLst>
            </a:pPr>
            <a:r>
              <a:rPr sz="2300" dirty="0">
                <a:latin typeface="Lucida Sans Unicode"/>
                <a:cs typeface="Lucida Sans Unicode"/>
              </a:rPr>
              <a:t>The</a:t>
            </a:r>
            <a:r>
              <a:rPr sz="2300" spc="-45" dirty="0">
                <a:latin typeface="Lucida Sans Unicode"/>
                <a:cs typeface="Lucida Sans Unicode"/>
              </a:rPr>
              <a:t> </a:t>
            </a:r>
            <a:r>
              <a:rPr sz="2300" dirty="0">
                <a:latin typeface="Lucida Sans Unicode"/>
                <a:cs typeface="Lucida Sans Unicode"/>
              </a:rPr>
              <a:t>discovery</a:t>
            </a:r>
            <a:r>
              <a:rPr sz="2300" spc="-50" dirty="0">
                <a:latin typeface="Lucida Sans Unicode"/>
                <a:cs typeface="Lucida Sans Unicode"/>
              </a:rPr>
              <a:t> </a:t>
            </a:r>
            <a:r>
              <a:rPr sz="2300" dirty="0">
                <a:latin typeface="Lucida Sans Unicode"/>
                <a:cs typeface="Lucida Sans Unicode"/>
              </a:rPr>
              <a:t>of</a:t>
            </a:r>
            <a:r>
              <a:rPr sz="2300" spc="-25" dirty="0">
                <a:latin typeface="Lucida Sans Unicode"/>
                <a:cs typeface="Lucida Sans Unicode"/>
              </a:rPr>
              <a:t> </a:t>
            </a:r>
            <a:r>
              <a:rPr sz="2300" dirty="0">
                <a:latin typeface="Lucida Sans Unicode"/>
                <a:cs typeface="Lucida Sans Unicode"/>
              </a:rPr>
              <a:t>defects</a:t>
            </a:r>
            <a:r>
              <a:rPr sz="2300" spc="-25" dirty="0">
                <a:latin typeface="Lucida Sans Unicode"/>
                <a:cs typeface="Lucida Sans Unicode"/>
              </a:rPr>
              <a:t> </a:t>
            </a:r>
            <a:r>
              <a:rPr sz="2300" dirty="0">
                <a:latin typeface="Lucida Sans Unicode"/>
                <a:cs typeface="Lucida Sans Unicode"/>
              </a:rPr>
              <a:t>in</a:t>
            </a:r>
            <a:r>
              <a:rPr sz="2300" spc="-45" dirty="0">
                <a:latin typeface="Lucida Sans Unicode"/>
                <a:cs typeface="Lucida Sans Unicode"/>
              </a:rPr>
              <a:t> </a:t>
            </a:r>
            <a:r>
              <a:rPr sz="2300" dirty="0">
                <a:latin typeface="Lucida Sans Unicode"/>
                <a:cs typeface="Lucida Sans Unicode"/>
              </a:rPr>
              <a:t>a</a:t>
            </a:r>
            <a:r>
              <a:rPr sz="2300" spc="-30" dirty="0">
                <a:latin typeface="Lucida Sans Unicode"/>
                <a:cs typeface="Lucida Sans Unicode"/>
              </a:rPr>
              <a:t> </a:t>
            </a:r>
            <a:r>
              <a:rPr sz="2300" spc="-10" dirty="0">
                <a:latin typeface="Lucida Sans Unicode"/>
                <a:cs typeface="Lucida Sans Unicode"/>
              </a:rPr>
              <a:t>system;</a:t>
            </a:r>
            <a:endParaRPr sz="2300" dirty="0">
              <a:latin typeface="Lucida Sans Unicode"/>
              <a:cs typeface="Lucida Sans Unicode"/>
            </a:endParaRPr>
          </a:p>
          <a:p>
            <a:pPr marL="524510" lvl="1" indent="-228600">
              <a:lnSpc>
                <a:spcPct val="100000"/>
              </a:lnSpc>
              <a:spcBef>
                <a:spcPts val="305"/>
              </a:spcBef>
              <a:buClr>
                <a:srgbClr val="2CA1BE"/>
              </a:buClr>
              <a:buFont typeface="Verdana"/>
              <a:buChar char="◦"/>
              <a:tabLst>
                <a:tab pos="524510" algn="l"/>
              </a:tabLst>
            </a:pPr>
            <a:r>
              <a:rPr sz="2300" dirty="0">
                <a:latin typeface="Lucida Sans Unicode"/>
                <a:cs typeface="Lucida Sans Unicode"/>
              </a:rPr>
              <a:t>The</a:t>
            </a:r>
            <a:r>
              <a:rPr sz="2300" spc="-35" dirty="0">
                <a:latin typeface="Lucida Sans Unicode"/>
                <a:cs typeface="Lucida Sans Unicode"/>
              </a:rPr>
              <a:t> </a:t>
            </a:r>
            <a:r>
              <a:rPr sz="2300" dirty="0">
                <a:latin typeface="Lucida Sans Unicode"/>
                <a:cs typeface="Lucida Sans Unicode"/>
              </a:rPr>
              <a:t>assessment</a:t>
            </a:r>
            <a:r>
              <a:rPr sz="2300" spc="-10" dirty="0">
                <a:latin typeface="Lucida Sans Unicode"/>
                <a:cs typeface="Lucida Sans Unicode"/>
              </a:rPr>
              <a:t> </a:t>
            </a:r>
            <a:r>
              <a:rPr sz="2300" dirty="0">
                <a:latin typeface="Lucida Sans Unicode"/>
                <a:cs typeface="Lucida Sans Unicode"/>
              </a:rPr>
              <a:t>of</a:t>
            </a:r>
            <a:r>
              <a:rPr sz="2300" spc="-15" dirty="0">
                <a:latin typeface="Lucida Sans Unicode"/>
                <a:cs typeface="Lucida Sans Unicode"/>
              </a:rPr>
              <a:t> </a:t>
            </a:r>
            <a:r>
              <a:rPr sz="2300" dirty="0">
                <a:latin typeface="Lucida Sans Unicode"/>
                <a:cs typeface="Lucida Sans Unicode"/>
              </a:rPr>
              <a:t>whether</a:t>
            </a:r>
            <a:r>
              <a:rPr sz="2300" spc="-30" dirty="0">
                <a:latin typeface="Lucida Sans Unicode"/>
                <a:cs typeface="Lucida Sans Unicode"/>
              </a:rPr>
              <a:t> </a:t>
            </a:r>
            <a:r>
              <a:rPr sz="2300" dirty="0">
                <a:latin typeface="Lucida Sans Unicode"/>
                <a:cs typeface="Lucida Sans Unicode"/>
              </a:rPr>
              <a:t>or</a:t>
            </a:r>
            <a:r>
              <a:rPr sz="2300" spc="-15" dirty="0">
                <a:latin typeface="Lucida Sans Unicode"/>
                <a:cs typeface="Lucida Sans Unicode"/>
              </a:rPr>
              <a:t> </a:t>
            </a:r>
            <a:r>
              <a:rPr sz="2300" dirty="0">
                <a:latin typeface="Lucida Sans Unicode"/>
                <a:cs typeface="Lucida Sans Unicode"/>
              </a:rPr>
              <a:t>not</a:t>
            </a:r>
            <a:r>
              <a:rPr sz="2300" spc="-30" dirty="0">
                <a:latin typeface="Lucida Sans Unicode"/>
                <a:cs typeface="Lucida Sans Unicode"/>
              </a:rPr>
              <a:t> </a:t>
            </a:r>
            <a:r>
              <a:rPr sz="2300" dirty="0">
                <a:latin typeface="Lucida Sans Unicode"/>
                <a:cs typeface="Lucida Sans Unicode"/>
              </a:rPr>
              <a:t>the</a:t>
            </a:r>
            <a:r>
              <a:rPr sz="2300" spc="-15" dirty="0">
                <a:latin typeface="Lucida Sans Unicode"/>
                <a:cs typeface="Lucida Sans Unicode"/>
              </a:rPr>
              <a:t> </a:t>
            </a:r>
            <a:r>
              <a:rPr sz="2300" dirty="0">
                <a:latin typeface="Lucida Sans Unicode"/>
                <a:cs typeface="Lucida Sans Unicode"/>
              </a:rPr>
              <a:t>system</a:t>
            </a:r>
            <a:r>
              <a:rPr sz="2300" spc="-30" dirty="0">
                <a:latin typeface="Lucida Sans Unicode"/>
                <a:cs typeface="Lucida Sans Unicode"/>
              </a:rPr>
              <a:t> </a:t>
            </a:r>
            <a:r>
              <a:rPr sz="2300" spc="-25" dirty="0">
                <a:latin typeface="Lucida Sans Unicode"/>
                <a:cs typeface="Lucida Sans Unicode"/>
              </a:rPr>
              <a:t>is</a:t>
            </a:r>
            <a:endParaRPr sz="2300" dirty="0">
              <a:latin typeface="Lucida Sans Unicode"/>
              <a:cs typeface="Lucida Sans Unicode"/>
            </a:endParaRPr>
          </a:p>
          <a:p>
            <a:pPr marL="524510">
              <a:lnSpc>
                <a:spcPct val="100000"/>
              </a:lnSpc>
            </a:pPr>
            <a:r>
              <a:rPr sz="2300" dirty="0">
                <a:latin typeface="Lucida Sans Unicode"/>
                <a:cs typeface="Lucida Sans Unicode"/>
              </a:rPr>
              <a:t>useful</a:t>
            </a:r>
            <a:r>
              <a:rPr sz="2300" spc="-50" dirty="0">
                <a:latin typeface="Lucida Sans Unicode"/>
                <a:cs typeface="Lucida Sans Unicode"/>
              </a:rPr>
              <a:t> </a:t>
            </a:r>
            <a:r>
              <a:rPr sz="2300" dirty="0">
                <a:latin typeface="Lucida Sans Unicode"/>
                <a:cs typeface="Lucida Sans Unicode"/>
              </a:rPr>
              <a:t>and</a:t>
            </a:r>
            <a:r>
              <a:rPr sz="2300" spc="-25" dirty="0">
                <a:latin typeface="Lucida Sans Unicode"/>
                <a:cs typeface="Lucida Sans Unicode"/>
              </a:rPr>
              <a:t> </a:t>
            </a:r>
            <a:r>
              <a:rPr sz="2300" dirty="0">
                <a:latin typeface="Lucida Sans Unicode"/>
                <a:cs typeface="Lucida Sans Unicode"/>
              </a:rPr>
              <a:t>useable</a:t>
            </a:r>
            <a:r>
              <a:rPr sz="2300" spc="-30" dirty="0">
                <a:latin typeface="Lucida Sans Unicode"/>
                <a:cs typeface="Lucida Sans Unicode"/>
              </a:rPr>
              <a:t> </a:t>
            </a:r>
            <a:r>
              <a:rPr sz="2300" dirty="0">
                <a:latin typeface="Lucida Sans Unicode"/>
                <a:cs typeface="Lucida Sans Unicode"/>
              </a:rPr>
              <a:t>in</a:t>
            </a:r>
            <a:r>
              <a:rPr sz="2300" spc="-15" dirty="0">
                <a:latin typeface="Lucida Sans Unicode"/>
                <a:cs typeface="Lucida Sans Unicode"/>
              </a:rPr>
              <a:t> </a:t>
            </a:r>
            <a:r>
              <a:rPr sz="2300" dirty="0">
                <a:latin typeface="Lucida Sans Unicode"/>
                <a:cs typeface="Lucida Sans Unicode"/>
              </a:rPr>
              <a:t>an</a:t>
            </a:r>
            <a:r>
              <a:rPr sz="2300" spc="-35" dirty="0">
                <a:latin typeface="Lucida Sans Unicode"/>
                <a:cs typeface="Lucida Sans Unicode"/>
              </a:rPr>
              <a:t> </a:t>
            </a:r>
            <a:r>
              <a:rPr sz="2300" dirty="0">
                <a:latin typeface="Lucida Sans Unicode"/>
                <a:cs typeface="Lucida Sans Unicode"/>
              </a:rPr>
              <a:t>operational</a:t>
            </a:r>
            <a:r>
              <a:rPr sz="2300" spc="-45" dirty="0">
                <a:latin typeface="Lucida Sans Unicode"/>
                <a:cs typeface="Lucida Sans Unicode"/>
              </a:rPr>
              <a:t> </a:t>
            </a:r>
            <a:r>
              <a:rPr sz="2300" spc="-10" dirty="0">
                <a:latin typeface="Lucida Sans Unicode"/>
                <a:cs typeface="Lucida Sans Unicode"/>
              </a:rPr>
              <a:t>situation.</a:t>
            </a:r>
            <a:endParaRPr sz="2300" dirty="0">
              <a:latin typeface="Lucida Sans Unicode"/>
              <a:cs typeface="Lucida Sans Unicode"/>
            </a:endParaRPr>
          </a:p>
        </p:txBody>
      </p:sp>
      <p:pic>
        <p:nvPicPr>
          <p:cNvPr id="3" name="object 3"/>
          <p:cNvPicPr/>
          <p:nvPr/>
        </p:nvPicPr>
        <p:blipFill>
          <a:blip r:embed="rId2" cstate="print"/>
          <a:stretch>
            <a:fillRect/>
          </a:stretch>
        </p:blipFill>
        <p:spPr>
          <a:xfrm>
            <a:off x="534923" y="571500"/>
            <a:ext cx="4599432" cy="544067"/>
          </a:xfrm>
          <a:prstGeom prst="rect">
            <a:avLst/>
          </a:prstGeom>
        </p:spPr>
      </p:pic>
      <p:sp>
        <p:nvSpPr>
          <p:cNvPr id="4" name="object 4"/>
          <p:cNvSpPr txBox="1">
            <a:spLocks noGrp="1"/>
          </p:cNvSpPr>
          <p:nvPr>
            <p:ph type="sldNum" sz="quarter" idx="7"/>
          </p:nvPr>
        </p:nvSpPr>
        <p:spPr>
          <a:prstGeom prst="rect">
            <a:avLst/>
          </a:prstGeom>
        </p:spPr>
        <p:txBody>
          <a:bodyPr vert="horz" wrap="square" lIns="0" tIns="152400" rIns="0" bIns="0" rtlCol="0">
            <a:spAutoFit/>
          </a:bodyPr>
          <a:lstStyle/>
          <a:p>
            <a:pPr marL="166370">
              <a:lnSpc>
                <a:spcPts val="1190"/>
              </a:lnSpc>
            </a:pPr>
            <a:fld id="{81D60167-4931-47E6-BA6A-407CBD079E47}" type="slidenum">
              <a:rPr spc="-25" dirty="0"/>
              <a:t>6</a:t>
            </a:fld>
            <a:endParaRPr spc="-25"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645668" y="1465834"/>
            <a:ext cx="7452359" cy="3816429"/>
          </a:xfrm>
          <a:prstGeom prst="rect">
            <a:avLst/>
          </a:prstGeom>
        </p:spPr>
        <p:txBody>
          <a:bodyPr vert="horz" wrap="square" lIns="0" tIns="12700" rIns="0" bIns="0" rtlCol="0">
            <a:spAutoFit/>
          </a:bodyPr>
          <a:lstStyle/>
          <a:p>
            <a:pPr marL="469265" marR="5080" indent="-457200">
              <a:lnSpc>
                <a:spcPct val="100000"/>
              </a:lnSpc>
              <a:spcBef>
                <a:spcPts val="100"/>
              </a:spcBef>
              <a:buFont typeface="Wingdings" panose="05000000000000000000" pitchFamily="2" charset="2"/>
              <a:buChar char="Ø"/>
              <a:tabLst>
                <a:tab pos="268605" algn="l"/>
              </a:tabLst>
            </a:pPr>
            <a:r>
              <a:rPr lang="en-US" sz="2700" dirty="0">
                <a:latin typeface="Lucida Sans Unicode"/>
                <a:cs typeface="Lucida Sans Unicode"/>
              </a:rPr>
              <a:t>V</a:t>
            </a:r>
            <a:r>
              <a:rPr sz="2700" dirty="0">
                <a:latin typeface="Lucida Sans Unicode"/>
                <a:cs typeface="Lucida Sans Unicode"/>
              </a:rPr>
              <a:t>erification</a:t>
            </a:r>
            <a:r>
              <a:rPr sz="2700" spc="-70" dirty="0">
                <a:latin typeface="Lucida Sans Unicode"/>
                <a:cs typeface="Lucida Sans Unicode"/>
              </a:rPr>
              <a:t> </a:t>
            </a:r>
            <a:r>
              <a:rPr sz="2700" dirty="0">
                <a:latin typeface="Lucida Sans Unicode"/>
                <a:cs typeface="Lucida Sans Unicode"/>
              </a:rPr>
              <a:t>and</a:t>
            </a:r>
            <a:r>
              <a:rPr sz="2700" spc="-50" dirty="0">
                <a:latin typeface="Lucida Sans Unicode"/>
                <a:cs typeface="Lucida Sans Unicode"/>
              </a:rPr>
              <a:t> </a:t>
            </a:r>
            <a:r>
              <a:rPr sz="2700" dirty="0">
                <a:latin typeface="Lucida Sans Unicode"/>
                <a:cs typeface="Lucida Sans Unicode"/>
              </a:rPr>
              <a:t>validation</a:t>
            </a:r>
            <a:r>
              <a:rPr sz="2700" spc="-55" dirty="0">
                <a:latin typeface="Lucida Sans Unicode"/>
                <a:cs typeface="Lucida Sans Unicode"/>
              </a:rPr>
              <a:t> </a:t>
            </a:r>
            <a:r>
              <a:rPr sz="2700" dirty="0">
                <a:latin typeface="Lucida Sans Unicode"/>
                <a:cs typeface="Lucida Sans Unicode"/>
              </a:rPr>
              <a:t>should</a:t>
            </a:r>
            <a:r>
              <a:rPr sz="2700" spc="-60" dirty="0">
                <a:latin typeface="Lucida Sans Unicode"/>
                <a:cs typeface="Lucida Sans Unicode"/>
              </a:rPr>
              <a:t> </a:t>
            </a:r>
            <a:r>
              <a:rPr sz="2700" spc="-10" dirty="0">
                <a:latin typeface="Lucida Sans Unicode"/>
                <a:cs typeface="Lucida Sans Unicode"/>
              </a:rPr>
              <a:t>establish</a:t>
            </a:r>
            <a:r>
              <a:rPr sz="2700" spc="675" dirty="0">
                <a:latin typeface="Lucida Sans Unicode"/>
                <a:cs typeface="Lucida Sans Unicode"/>
              </a:rPr>
              <a:t> </a:t>
            </a:r>
            <a:r>
              <a:rPr sz="2700" dirty="0">
                <a:latin typeface="Lucida Sans Unicode"/>
                <a:cs typeface="Lucida Sans Unicode"/>
              </a:rPr>
              <a:t>confidence</a:t>
            </a:r>
            <a:r>
              <a:rPr sz="2700" spc="-55" dirty="0">
                <a:latin typeface="Lucida Sans Unicode"/>
                <a:cs typeface="Lucida Sans Unicode"/>
              </a:rPr>
              <a:t> </a:t>
            </a:r>
            <a:r>
              <a:rPr sz="2700" dirty="0">
                <a:latin typeface="Lucida Sans Unicode"/>
                <a:cs typeface="Lucida Sans Unicode"/>
              </a:rPr>
              <a:t>that</a:t>
            </a:r>
            <a:r>
              <a:rPr sz="2700" spc="-35" dirty="0">
                <a:latin typeface="Lucida Sans Unicode"/>
                <a:cs typeface="Lucida Sans Unicode"/>
              </a:rPr>
              <a:t> </a:t>
            </a:r>
            <a:r>
              <a:rPr sz="2700" dirty="0">
                <a:latin typeface="Lucida Sans Unicode"/>
                <a:cs typeface="Lucida Sans Unicode"/>
              </a:rPr>
              <a:t>the</a:t>
            </a:r>
            <a:r>
              <a:rPr sz="2700" spc="-30" dirty="0">
                <a:latin typeface="Lucida Sans Unicode"/>
                <a:cs typeface="Lucida Sans Unicode"/>
              </a:rPr>
              <a:t> </a:t>
            </a:r>
            <a:r>
              <a:rPr sz="2700" dirty="0">
                <a:latin typeface="Lucida Sans Unicode"/>
                <a:cs typeface="Lucida Sans Unicode"/>
              </a:rPr>
              <a:t>software</a:t>
            </a:r>
            <a:r>
              <a:rPr sz="2700" spc="-50" dirty="0">
                <a:latin typeface="Lucida Sans Unicode"/>
                <a:cs typeface="Lucida Sans Unicode"/>
              </a:rPr>
              <a:t> </a:t>
            </a:r>
            <a:r>
              <a:rPr sz="2700" dirty="0">
                <a:latin typeface="Lucida Sans Unicode"/>
                <a:cs typeface="Lucida Sans Unicode"/>
              </a:rPr>
              <a:t>is</a:t>
            </a:r>
            <a:r>
              <a:rPr sz="2700" spc="-40" dirty="0">
                <a:latin typeface="Lucida Sans Unicode"/>
                <a:cs typeface="Lucida Sans Unicode"/>
              </a:rPr>
              <a:t> </a:t>
            </a:r>
            <a:r>
              <a:rPr sz="2700" dirty="0">
                <a:latin typeface="Lucida Sans Unicode"/>
                <a:cs typeface="Lucida Sans Unicode"/>
              </a:rPr>
              <a:t>fit</a:t>
            </a:r>
            <a:r>
              <a:rPr sz="2700" spc="-30" dirty="0">
                <a:latin typeface="Lucida Sans Unicode"/>
                <a:cs typeface="Lucida Sans Unicode"/>
              </a:rPr>
              <a:t> </a:t>
            </a:r>
            <a:r>
              <a:rPr sz="2700" spc="-25" dirty="0">
                <a:latin typeface="Lucida Sans Unicode"/>
                <a:cs typeface="Lucida Sans Unicode"/>
              </a:rPr>
              <a:t>for </a:t>
            </a:r>
            <a:r>
              <a:rPr sz="2700" spc="-10" dirty="0">
                <a:latin typeface="Lucida Sans Unicode"/>
                <a:cs typeface="Lucida Sans Unicode"/>
              </a:rPr>
              <a:t>purpose.</a:t>
            </a:r>
            <a:endParaRPr lang="en-US" sz="2700" spc="-10" dirty="0">
              <a:latin typeface="Lucida Sans Unicode"/>
              <a:cs typeface="Lucida Sans Unicode"/>
            </a:endParaRPr>
          </a:p>
          <a:p>
            <a:pPr marL="469265" marR="5080" indent="-457200">
              <a:lnSpc>
                <a:spcPct val="100000"/>
              </a:lnSpc>
              <a:spcBef>
                <a:spcPts val="100"/>
              </a:spcBef>
              <a:buFont typeface="Wingdings" panose="05000000000000000000" pitchFamily="2" charset="2"/>
              <a:buChar char="Ø"/>
              <a:tabLst>
                <a:tab pos="268605" algn="l"/>
              </a:tabLst>
            </a:pPr>
            <a:r>
              <a:rPr lang="en-US" sz="2700" spc="-10" dirty="0">
                <a:latin typeface="Lucida Sans Unicode"/>
                <a:cs typeface="Lucida Sans Unicode"/>
              </a:rPr>
              <a:t>This </a:t>
            </a:r>
            <a:r>
              <a:rPr sz="2700" dirty="0">
                <a:latin typeface="Lucida Sans Unicode"/>
                <a:cs typeface="Lucida Sans Unicode"/>
              </a:rPr>
              <a:t>does</a:t>
            </a:r>
            <a:r>
              <a:rPr sz="2700" spc="-55" dirty="0">
                <a:latin typeface="Lucida Sans Unicode"/>
                <a:cs typeface="Lucida Sans Unicode"/>
              </a:rPr>
              <a:t> </a:t>
            </a:r>
            <a:r>
              <a:rPr sz="2700" dirty="0">
                <a:latin typeface="Lucida Sans Unicode"/>
                <a:cs typeface="Lucida Sans Unicode"/>
              </a:rPr>
              <a:t>NOT</a:t>
            </a:r>
            <a:r>
              <a:rPr sz="2700" spc="-45" dirty="0">
                <a:latin typeface="Lucida Sans Unicode"/>
                <a:cs typeface="Lucida Sans Unicode"/>
              </a:rPr>
              <a:t> </a:t>
            </a:r>
            <a:r>
              <a:rPr sz="2700" dirty="0">
                <a:latin typeface="Lucida Sans Unicode"/>
                <a:cs typeface="Lucida Sans Unicode"/>
              </a:rPr>
              <a:t>mean</a:t>
            </a:r>
            <a:r>
              <a:rPr sz="2700" spc="-45" dirty="0">
                <a:latin typeface="Lucida Sans Unicode"/>
                <a:cs typeface="Lucida Sans Unicode"/>
              </a:rPr>
              <a:t> </a:t>
            </a:r>
            <a:r>
              <a:rPr sz="2700" dirty="0">
                <a:latin typeface="Lucida Sans Unicode"/>
                <a:cs typeface="Lucida Sans Unicode"/>
              </a:rPr>
              <a:t>completely</a:t>
            </a:r>
            <a:r>
              <a:rPr sz="2700" spc="-50" dirty="0">
                <a:latin typeface="Lucida Sans Unicode"/>
                <a:cs typeface="Lucida Sans Unicode"/>
              </a:rPr>
              <a:t> </a:t>
            </a:r>
            <a:r>
              <a:rPr sz="2700" dirty="0">
                <a:latin typeface="Lucida Sans Unicode"/>
                <a:cs typeface="Lucida Sans Unicode"/>
              </a:rPr>
              <a:t>free</a:t>
            </a:r>
            <a:r>
              <a:rPr sz="2700" spc="-60" dirty="0">
                <a:latin typeface="Lucida Sans Unicode"/>
                <a:cs typeface="Lucida Sans Unicode"/>
              </a:rPr>
              <a:t> </a:t>
            </a:r>
            <a:r>
              <a:rPr sz="2700" spc="-645" dirty="0">
                <a:latin typeface="Lucida Sans Unicode"/>
                <a:cs typeface="Lucida Sans Unicode"/>
              </a:rPr>
              <a:t>of</a:t>
            </a:r>
            <a:r>
              <a:rPr sz="2700" spc="675" dirty="0">
                <a:latin typeface="Lucida Sans Unicode"/>
                <a:cs typeface="Lucida Sans Unicode"/>
              </a:rPr>
              <a:t>  </a:t>
            </a:r>
            <a:r>
              <a:rPr sz="2700" spc="-10" dirty="0">
                <a:latin typeface="Lucida Sans Unicode"/>
                <a:cs typeface="Lucida Sans Unicode"/>
              </a:rPr>
              <a:t>defects.</a:t>
            </a:r>
            <a:endParaRPr sz="2700" dirty="0">
              <a:latin typeface="Lucida Sans Unicode"/>
              <a:cs typeface="Lucida Sans Unicode"/>
            </a:endParaRPr>
          </a:p>
          <a:p>
            <a:pPr marL="469265" marR="89535" indent="-457200">
              <a:lnSpc>
                <a:spcPct val="100000"/>
              </a:lnSpc>
              <a:spcBef>
                <a:spcPts val="400"/>
              </a:spcBef>
              <a:buFont typeface="Wingdings" panose="05000000000000000000" pitchFamily="2" charset="2"/>
              <a:buChar char="Ø"/>
              <a:tabLst>
                <a:tab pos="268605" algn="l"/>
              </a:tabLst>
            </a:pPr>
            <a:r>
              <a:rPr lang="en-US" sz="2700" dirty="0">
                <a:latin typeface="Lucida Sans Unicode"/>
                <a:cs typeface="Lucida Sans Unicode"/>
              </a:rPr>
              <a:t>Rather, </a:t>
            </a:r>
            <a:r>
              <a:rPr sz="2700" dirty="0">
                <a:latin typeface="Lucida Sans Unicode"/>
                <a:cs typeface="Lucida Sans Unicode"/>
              </a:rPr>
              <a:t>it</a:t>
            </a:r>
            <a:r>
              <a:rPr sz="2700" spc="-45" dirty="0">
                <a:latin typeface="Lucida Sans Unicode"/>
                <a:cs typeface="Lucida Sans Unicode"/>
              </a:rPr>
              <a:t> </a:t>
            </a:r>
            <a:r>
              <a:rPr sz="2700" dirty="0">
                <a:latin typeface="Lucida Sans Unicode"/>
                <a:cs typeface="Lucida Sans Unicode"/>
              </a:rPr>
              <a:t>must</a:t>
            </a:r>
            <a:r>
              <a:rPr sz="2700" spc="-40" dirty="0">
                <a:latin typeface="Lucida Sans Unicode"/>
                <a:cs typeface="Lucida Sans Unicode"/>
              </a:rPr>
              <a:t> </a:t>
            </a:r>
            <a:r>
              <a:rPr sz="2700" dirty="0">
                <a:latin typeface="Lucida Sans Unicode"/>
                <a:cs typeface="Lucida Sans Unicode"/>
              </a:rPr>
              <a:t>be</a:t>
            </a:r>
            <a:r>
              <a:rPr sz="2700" spc="-55" dirty="0">
                <a:latin typeface="Lucida Sans Unicode"/>
                <a:cs typeface="Lucida Sans Unicode"/>
              </a:rPr>
              <a:t> </a:t>
            </a:r>
            <a:r>
              <a:rPr sz="2700" dirty="0">
                <a:latin typeface="Lucida Sans Unicode"/>
                <a:cs typeface="Lucida Sans Unicode"/>
              </a:rPr>
              <a:t>good</a:t>
            </a:r>
            <a:r>
              <a:rPr sz="2700" spc="-30" dirty="0">
                <a:latin typeface="Lucida Sans Unicode"/>
                <a:cs typeface="Lucida Sans Unicode"/>
              </a:rPr>
              <a:t> </a:t>
            </a:r>
            <a:r>
              <a:rPr sz="2700" dirty="0">
                <a:latin typeface="Lucida Sans Unicode"/>
                <a:cs typeface="Lucida Sans Unicode"/>
              </a:rPr>
              <a:t>enough</a:t>
            </a:r>
            <a:r>
              <a:rPr sz="2700" spc="-35" dirty="0">
                <a:latin typeface="Lucida Sans Unicode"/>
                <a:cs typeface="Lucida Sans Unicode"/>
              </a:rPr>
              <a:t> </a:t>
            </a:r>
            <a:r>
              <a:rPr sz="2700" dirty="0">
                <a:latin typeface="Lucida Sans Unicode"/>
                <a:cs typeface="Lucida Sans Unicode"/>
              </a:rPr>
              <a:t>for</a:t>
            </a:r>
            <a:r>
              <a:rPr sz="2700" spc="-55" dirty="0">
                <a:latin typeface="Lucida Sans Unicode"/>
                <a:cs typeface="Lucida Sans Unicode"/>
              </a:rPr>
              <a:t> </a:t>
            </a:r>
            <a:r>
              <a:rPr sz="2700" spc="-25" dirty="0">
                <a:latin typeface="Lucida Sans Unicode"/>
                <a:cs typeface="Lucida Sans Unicode"/>
              </a:rPr>
              <a:t>its</a:t>
            </a:r>
            <a:r>
              <a:rPr sz="2700" spc="675" dirty="0">
                <a:latin typeface="Lucida Sans Unicode"/>
                <a:cs typeface="Lucida Sans Unicode"/>
              </a:rPr>
              <a:t>  </a:t>
            </a:r>
            <a:r>
              <a:rPr sz="2700" dirty="0">
                <a:latin typeface="Lucida Sans Unicode"/>
                <a:cs typeface="Lucida Sans Unicode"/>
              </a:rPr>
              <a:t>intended</a:t>
            </a:r>
            <a:r>
              <a:rPr sz="2700" spc="-55" dirty="0">
                <a:latin typeface="Lucida Sans Unicode"/>
                <a:cs typeface="Lucida Sans Unicode"/>
              </a:rPr>
              <a:t> </a:t>
            </a:r>
            <a:r>
              <a:rPr sz="2700" dirty="0">
                <a:latin typeface="Lucida Sans Unicode"/>
                <a:cs typeface="Lucida Sans Unicode"/>
              </a:rPr>
              <a:t>use</a:t>
            </a:r>
            <a:r>
              <a:rPr sz="2700" spc="-35" dirty="0">
                <a:latin typeface="Lucida Sans Unicode"/>
                <a:cs typeface="Lucida Sans Unicode"/>
              </a:rPr>
              <a:t> </a:t>
            </a:r>
            <a:r>
              <a:rPr sz="2700" dirty="0">
                <a:latin typeface="Lucida Sans Unicode"/>
                <a:cs typeface="Lucida Sans Unicode"/>
              </a:rPr>
              <a:t>and</a:t>
            </a:r>
            <a:r>
              <a:rPr sz="2700" spc="-30" dirty="0">
                <a:latin typeface="Lucida Sans Unicode"/>
                <a:cs typeface="Lucida Sans Unicode"/>
              </a:rPr>
              <a:t> </a:t>
            </a:r>
            <a:r>
              <a:rPr sz="2700" dirty="0">
                <a:latin typeface="Lucida Sans Unicode"/>
                <a:cs typeface="Lucida Sans Unicode"/>
              </a:rPr>
              <a:t>the</a:t>
            </a:r>
            <a:r>
              <a:rPr sz="2700" spc="-25" dirty="0">
                <a:latin typeface="Lucida Sans Unicode"/>
                <a:cs typeface="Lucida Sans Unicode"/>
              </a:rPr>
              <a:t> </a:t>
            </a:r>
            <a:r>
              <a:rPr sz="2700" dirty="0">
                <a:latin typeface="Lucida Sans Unicode"/>
                <a:cs typeface="Lucida Sans Unicode"/>
              </a:rPr>
              <a:t>type</a:t>
            </a:r>
            <a:r>
              <a:rPr sz="2700" spc="-25" dirty="0">
                <a:latin typeface="Lucida Sans Unicode"/>
                <a:cs typeface="Lucida Sans Unicode"/>
              </a:rPr>
              <a:t> </a:t>
            </a:r>
            <a:r>
              <a:rPr sz="2700" dirty="0">
                <a:latin typeface="Lucida Sans Unicode"/>
                <a:cs typeface="Lucida Sans Unicode"/>
              </a:rPr>
              <a:t>of</a:t>
            </a:r>
            <a:r>
              <a:rPr sz="2700" spc="-40" dirty="0">
                <a:latin typeface="Lucida Sans Unicode"/>
                <a:cs typeface="Lucida Sans Unicode"/>
              </a:rPr>
              <a:t> </a:t>
            </a:r>
            <a:r>
              <a:rPr sz="2700" dirty="0">
                <a:latin typeface="Lucida Sans Unicode"/>
                <a:cs typeface="Lucida Sans Unicode"/>
              </a:rPr>
              <a:t>use</a:t>
            </a:r>
            <a:r>
              <a:rPr sz="2700" spc="-35" dirty="0">
                <a:latin typeface="Lucida Sans Unicode"/>
                <a:cs typeface="Lucida Sans Unicode"/>
              </a:rPr>
              <a:t> </a:t>
            </a:r>
            <a:r>
              <a:rPr sz="2700" spc="-20" dirty="0">
                <a:latin typeface="Lucida Sans Unicode"/>
                <a:cs typeface="Lucida Sans Unicode"/>
              </a:rPr>
              <a:t>will </a:t>
            </a:r>
            <a:r>
              <a:rPr sz="2700" dirty="0">
                <a:latin typeface="Lucida Sans Unicode"/>
                <a:cs typeface="Lucida Sans Unicode"/>
              </a:rPr>
              <a:t>determine</a:t>
            </a:r>
            <a:r>
              <a:rPr sz="2700" spc="-70" dirty="0">
                <a:latin typeface="Lucida Sans Unicode"/>
                <a:cs typeface="Lucida Sans Unicode"/>
              </a:rPr>
              <a:t> </a:t>
            </a:r>
            <a:r>
              <a:rPr sz="2700" dirty="0">
                <a:latin typeface="Lucida Sans Unicode"/>
                <a:cs typeface="Lucida Sans Unicode"/>
              </a:rPr>
              <a:t>the</a:t>
            </a:r>
            <a:r>
              <a:rPr sz="2700" spc="-35" dirty="0">
                <a:latin typeface="Lucida Sans Unicode"/>
                <a:cs typeface="Lucida Sans Unicode"/>
              </a:rPr>
              <a:t> </a:t>
            </a:r>
            <a:r>
              <a:rPr sz="2700" dirty="0">
                <a:latin typeface="Lucida Sans Unicode"/>
                <a:cs typeface="Lucida Sans Unicode"/>
              </a:rPr>
              <a:t>degree</a:t>
            </a:r>
            <a:r>
              <a:rPr sz="2700" spc="-40" dirty="0">
                <a:latin typeface="Lucida Sans Unicode"/>
                <a:cs typeface="Lucida Sans Unicode"/>
              </a:rPr>
              <a:t> </a:t>
            </a:r>
            <a:r>
              <a:rPr sz="2700" dirty="0">
                <a:latin typeface="Lucida Sans Unicode"/>
                <a:cs typeface="Lucida Sans Unicode"/>
              </a:rPr>
              <a:t>of</a:t>
            </a:r>
            <a:r>
              <a:rPr sz="2700" spc="-55" dirty="0">
                <a:latin typeface="Lucida Sans Unicode"/>
                <a:cs typeface="Lucida Sans Unicode"/>
              </a:rPr>
              <a:t> </a:t>
            </a:r>
            <a:r>
              <a:rPr sz="2700" dirty="0">
                <a:latin typeface="Lucida Sans Unicode"/>
                <a:cs typeface="Lucida Sans Unicode"/>
              </a:rPr>
              <a:t>confidence</a:t>
            </a:r>
            <a:r>
              <a:rPr sz="2700" spc="-35" dirty="0">
                <a:latin typeface="Lucida Sans Unicode"/>
                <a:cs typeface="Lucida Sans Unicode"/>
              </a:rPr>
              <a:t> </a:t>
            </a:r>
            <a:r>
              <a:rPr sz="2700" dirty="0">
                <a:latin typeface="Lucida Sans Unicode"/>
                <a:cs typeface="Lucida Sans Unicode"/>
              </a:rPr>
              <a:t>that</a:t>
            </a:r>
            <a:r>
              <a:rPr sz="2700" spc="-40" dirty="0">
                <a:latin typeface="Lucida Sans Unicode"/>
                <a:cs typeface="Lucida Sans Unicode"/>
              </a:rPr>
              <a:t> </a:t>
            </a:r>
            <a:r>
              <a:rPr sz="2700" spc="-25" dirty="0">
                <a:latin typeface="Lucida Sans Unicode"/>
                <a:cs typeface="Lucida Sans Unicode"/>
              </a:rPr>
              <a:t>is </a:t>
            </a:r>
            <a:r>
              <a:rPr sz="2700" spc="-10" dirty="0">
                <a:latin typeface="Lucida Sans Unicode"/>
                <a:cs typeface="Lucida Sans Unicode"/>
              </a:rPr>
              <a:t>needed.</a:t>
            </a:r>
            <a:endParaRPr sz="2700" dirty="0">
              <a:latin typeface="Lucida Sans Unicode"/>
              <a:cs typeface="Lucida Sans Unicode"/>
            </a:endParaRPr>
          </a:p>
        </p:txBody>
      </p:sp>
      <p:pic>
        <p:nvPicPr>
          <p:cNvPr id="3" name="object 3"/>
          <p:cNvPicPr/>
          <p:nvPr/>
        </p:nvPicPr>
        <p:blipFill>
          <a:blip r:embed="rId2" cstate="print"/>
          <a:stretch>
            <a:fillRect/>
          </a:stretch>
        </p:blipFill>
        <p:spPr>
          <a:xfrm>
            <a:off x="539495" y="571500"/>
            <a:ext cx="2720340" cy="548639"/>
          </a:xfrm>
          <a:prstGeom prst="rect">
            <a:avLst/>
          </a:prstGeom>
        </p:spPr>
      </p:pic>
      <p:sp>
        <p:nvSpPr>
          <p:cNvPr id="4" name="object 4"/>
          <p:cNvSpPr txBox="1">
            <a:spLocks noGrp="1"/>
          </p:cNvSpPr>
          <p:nvPr>
            <p:ph type="sldNum" sz="quarter" idx="7"/>
          </p:nvPr>
        </p:nvSpPr>
        <p:spPr>
          <a:prstGeom prst="rect">
            <a:avLst/>
          </a:prstGeom>
        </p:spPr>
        <p:txBody>
          <a:bodyPr vert="horz" wrap="square" lIns="0" tIns="152400" rIns="0" bIns="0" rtlCol="0">
            <a:spAutoFit/>
          </a:bodyPr>
          <a:lstStyle/>
          <a:p>
            <a:pPr marL="166370">
              <a:lnSpc>
                <a:spcPts val="1190"/>
              </a:lnSpc>
            </a:pPr>
            <a:fld id="{81D60167-4931-47E6-BA6A-407CBD079E47}" type="slidenum">
              <a:rPr spc="-25" dirty="0"/>
              <a:t>7</a:t>
            </a:fld>
            <a:endParaRPr spc="-25"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645668" y="1433829"/>
            <a:ext cx="7515225" cy="3805528"/>
          </a:xfrm>
          <a:prstGeom prst="rect">
            <a:avLst/>
          </a:prstGeom>
        </p:spPr>
        <p:txBody>
          <a:bodyPr vert="horz" wrap="square" lIns="0" tIns="58419" rIns="0" bIns="0" rtlCol="0">
            <a:spAutoFit/>
          </a:bodyPr>
          <a:lstStyle/>
          <a:p>
            <a:pPr marL="268605" marR="382905" indent="-256540">
              <a:lnSpc>
                <a:spcPts val="2920"/>
              </a:lnSpc>
              <a:spcBef>
                <a:spcPts val="459"/>
              </a:spcBef>
              <a:tabLst>
                <a:tab pos="268605" algn="l"/>
              </a:tabLst>
            </a:pPr>
            <a:r>
              <a:rPr sz="1800" spc="-1800" dirty="0">
                <a:solidFill>
                  <a:srgbClr val="2CA1BE"/>
                </a:solidFill>
                <a:latin typeface="Microsoft Sans Serif"/>
                <a:cs typeface="Microsoft Sans Serif"/>
              </a:rPr>
              <a:t>🞂</a:t>
            </a:r>
            <a:r>
              <a:rPr sz="1800" dirty="0">
                <a:solidFill>
                  <a:srgbClr val="2CA1BE"/>
                </a:solidFill>
                <a:latin typeface="Microsoft Sans Serif"/>
                <a:cs typeface="Microsoft Sans Serif"/>
              </a:rPr>
              <a:t>​</a:t>
            </a:r>
            <a:r>
              <a:rPr sz="2700" dirty="0">
                <a:latin typeface="Lucida Sans Unicode"/>
                <a:cs typeface="Lucida Sans Unicode"/>
              </a:rPr>
              <a:t>Depends</a:t>
            </a:r>
            <a:r>
              <a:rPr sz="2700" spc="-65" dirty="0">
                <a:latin typeface="Lucida Sans Unicode"/>
                <a:cs typeface="Lucida Sans Unicode"/>
              </a:rPr>
              <a:t> </a:t>
            </a:r>
            <a:r>
              <a:rPr sz="2700" dirty="0">
                <a:latin typeface="Lucida Sans Unicode"/>
                <a:cs typeface="Lucida Sans Unicode"/>
              </a:rPr>
              <a:t>on</a:t>
            </a:r>
            <a:r>
              <a:rPr sz="2700" spc="-30" dirty="0">
                <a:latin typeface="Lucida Sans Unicode"/>
                <a:cs typeface="Lucida Sans Unicode"/>
              </a:rPr>
              <a:t> </a:t>
            </a:r>
            <a:r>
              <a:rPr sz="2700" dirty="0">
                <a:latin typeface="Lucida Sans Unicode"/>
                <a:cs typeface="Lucida Sans Unicode"/>
              </a:rPr>
              <a:t>system’s</a:t>
            </a:r>
            <a:r>
              <a:rPr sz="2700" spc="-45" dirty="0">
                <a:latin typeface="Lucida Sans Unicode"/>
                <a:cs typeface="Lucida Sans Unicode"/>
              </a:rPr>
              <a:t> </a:t>
            </a:r>
            <a:r>
              <a:rPr sz="2700" dirty="0">
                <a:latin typeface="Lucida Sans Unicode"/>
                <a:cs typeface="Lucida Sans Unicode"/>
              </a:rPr>
              <a:t>purpose,</a:t>
            </a:r>
            <a:r>
              <a:rPr sz="2700" spc="-55" dirty="0">
                <a:latin typeface="Lucida Sans Unicode"/>
                <a:cs typeface="Lucida Sans Unicode"/>
              </a:rPr>
              <a:t> </a:t>
            </a:r>
            <a:r>
              <a:rPr sz="2700" spc="-20" dirty="0">
                <a:latin typeface="Lucida Sans Unicode"/>
                <a:cs typeface="Lucida Sans Unicode"/>
              </a:rPr>
              <a:t>user</a:t>
            </a:r>
            <a:r>
              <a:rPr sz="2700" spc="675" dirty="0">
                <a:latin typeface="Lucida Sans Unicode"/>
                <a:cs typeface="Lucida Sans Unicode"/>
              </a:rPr>
              <a:t>  </a:t>
            </a:r>
            <a:r>
              <a:rPr sz="2700" dirty="0">
                <a:latin typeface="Lucida Sans Unicode"/>
                <a:cs typeface="Lucida Sans Unicode"/>
              </a:rPr>
              <a:t>expectations</a:t>
            </a:r>
            <a:r>
              <a:rPr sz="2700" spc="-45" dirty="0">
                <a:latin typeface="Lucida Sans Unicode"/>
                <a:cs typeface="Lucida Sans Unicode"/>
              </a:rPr>
              <a:t> </a:t>
            </a:r>
            <a:r>
              <a:rPr sz="2700" dirty="0">
                <a:latin typeface="Lucida Sans Unicode"/>
                <a:cs typeface="Lucida Sans Unicode"/>
              </a:rPr>
              <a:t>and</a:t>
            </a:r>
            <a:r>
              <a:rPr sz="2700" spc="-35" dirty="0">
                <a:latin typeface="Lucida Sans Unicode"/>
                <a:cs typeface="Lucida Sans Unicode"/>
              </a:rPr>
              <a:t> </a:t>
            </a:r>
            <a:r>
              <a:rPr sz="2700" dirty="0">
                <a:latin typeface="Lucida Sans Unicode"/>
                <a:cs typeface="Lucida Sans Unicode"/>
              </a:rPr>
              <a:t>marketing</a:t>
            </a:r>
            <a:r>
              <a:rPr sz="2700" spc="-55" dirty="0">
                <a:latin typeface="Lucida Sans Unicode"/>
                <a:cs typeface="Lucida Sans Unicode"/>
              </a:rPr>
              <a:t> </a:t>
            </a:r>
            <a:r>
              <a:rPr sz="2700" spc="-10" dirty="0">
                <a:latin typeface="Lucida Sans Unicode"/>
                <a:cs typeface="Lucida Sans Unicode"/>
              </a:rPr>
              <a:t>environment</a:t>
            </a:r>
            <a:endParaRPr sz="2700" dirty="0">
              <a:latin typeface="Lucida Sans Unicode"/>
              <a:cs typeface="Lucida Sans Unicode"/>
            </a:endParaRPr>
          </a:p>
          <a:p>
            <a:pPr marL="525145" lvl="1" indent="-229235">
              <a:lnSpc>
                <a:spcPct val="100000"/>
              </a:lnSpc>
              <a:spcBef>
                <a:spcPts val="35"/>
              </a:spcBef>
              <a:buFont typeface="Verdana"/>
              <a:buChar char="◦"/>
              <a:tabLst>
                <a:tab pos="525145" algn="l"/>
              </a:tabLst>
            </a:pPr>
            <a:r>
              <a:rPr sz="2300" dirty="0">
                <a:solidFill>
                  <a:srgbClr val="2CA1BE"/>
                </a:solidFill>
                <a:latin typeface="Lucida Sans Unicode"/>
                <a:cs typeface="Lucida Sans Unicode"/>
              </a:rPr>
              <a:t>Software</a:t>
            </a:r>
            <a:r>
              <a:rPr sz="2300" spc="-70" dirty="0">
                <a:solidFill>
                  <a:srgbClr val="2CA1BE"/>
                </a:solidFill>
                <a:latin typeface="Lucida Sans Unicode"/>
                <a:cs typeface="Lucida Sans Unicode"/>
              </a:rPr>
              <a:t> </a:t>
            </a:r>
            <a:r>
              <a:rPr sz="2300" spc="-10" dirty="0">
                <a:solidFill>
                  <a:srgbClr val="2CA1BE"/>
                </a:solidFill>
                <a:latin typeface="Lucida Sans Unicode"/>
                <a:cs typeface="Lucida Sans Unicode"/>
              </a:rPr>
              <a:t>function</a:t>
            </a:r>
            <a:endParaRPr sz="2300" dirty="0">
              <a:latin typeface="Lucida Sans Unicode"/>
              <a:cs typeface="Lucida Sans Unicode"/>
            </a:endParaRPr>
          </a:p>
          <a:p>
            <a:pPr marL="762635" marR="84455" indent="-228600">
              <a:lnSpc>
                <a:spcPts val="2270"/>
              </a:lnSpc>
              <a:spcBef>
                <a:spcPts val="445"/>
              </a:spcBef>
              <a:tabLst>
                <a:tab pos="762635" algn="l"/>
              </a:tabLst>
            </a:pPr>
            <a:r>
              <a:rPr lang="en-US" sz="2100" dirty="0">
                <a:latin typeface="Lucida Sans Unicode"/>
                <a:cs typeface="Lucida Sans Unicode"/>
              </a:rPr>
              <a:t>The </a:t>
            </a:r>
            <a:r>
              <a:rPr sz="2100" dirty="0">
                <a:latin typeface="Lucida Sans Unicode"/>
                <a:cs typeface="Lucida Sans Unicode"/>
              </a:rPr>
              <a:t>level</a:t>
            </a:r>
            <a:r>
              <a:rPr sz="2100" spc="-40" dirty="0">
                <a:latin typeface="Lucida Sans Unicode"/>
                <a:cs typeface="Lucida Sans Unicode"/>
              </a:rPr>
              <a:t> </a:t>
            </a:r>
            <a:r>
              <a:rPr sz="2100" dirty="0">
                <a:latin typeface="Lucida Sans Unicode"/>
                <a:cs typeface="Lucida Sans Unicode"/>
              </a:rPr>
              <a:t>of</a:t>
            </a:r>
            <a:r>
              <a:rPr sz="2100" spc="-60" dirty="0">
                <a:latin typeface="Lucida Sans Unicode"/>
                <a:cs typeface="Lucida Sans Unicode"/>
              </a:rPr>
              <a:t> </a:t>
            </a:r>
            <a:r>
              <a:rPr sz="2100" dirty="0">
                <a:latin typeface="Lucida Sans Unicode"/>
                <a:cs typeface="Lucida Sans Unicode"/>
              </a:rPr>
              <a:t>confidence</a:t>
            </a:r>
            <a:r>
              <a:rPr sz="2100" spc="-55" dirty="0">
                <a:latin typeface="Lucida Sans Unicode"/>
                <a:cs typeface="Lucida Sans Unicode"/>
              </a:rPr>
              <a:t> </a:t>
            </a:r>
            <a:r>
              <a:rPr sz="2100" dirty="0">
                <a:latin typeface="Lucida Sans Unicode"/>
                <a:cs typeface="Lucida Sans Unicode"/>
              </a:rPr>
              <a:t>depends</a:t>
            </a:r>
            <a:r>
              <a:rPr sz="2100" spc="-35" dirty="0">
                <a:latin typeface="Lucida Sans Unicode"/>
                <a:cs typeface="Lucida Sans Unicode"/>
              </a:rPr>
              <a:t> </a:t>
            </a:r>
            <a:r>
              <a:rPr sz="2100" dirty="0">
                <a:latin typeface="Lucida Sans Unicode"/>
                <a:cs typeface="Lucida Sans Unicode"/>
              </a:rPr>
              <a:t>on</a:t>
            </a:r>
            <a:r>
              <a:rPr sz="2100" spc="-55" dirty="0">
                <a:latin typeface="Lucida Sans Unicode"/>
                <a:cs typeface="Lucida Sans Unicode"/>
              </a:rPr>
              <a:t> </a:t>
            </a:r>
            <a:r>
              <a:rPr sz="2100" dirty="0">
                <a:latin typeface="Lucida Sans Unicode"/>
                <a:cs typeface="Lucida Sans Unicode"/>
              </a:rPr>
              <a:t>how</a:t>
            </a:r>
            <a:r>
              <a:rPr sz="2100" spc="-75" dirty="0">
                <a:latin typeface="Lucida Sans Unicode"/>
                <a:cs typeface="Lucida Sans Unicode"/>
              </a:rPr>
              <a:t> </a:t>
            </a:r>
            <a:r>
              <a:rPr sz="2100" dirty="0">
                <a:latin typeface="Lucida Sans Unicode"/>
                <a:cs typeface="Lucida Sans Unicode"/>
              </a:rPr>
              <a:t>critical</a:t>
            </a:r>
            <a:r>
              <a:rPr sz="2100" spc="-50" dirty="0">
                <a:latin typeface="Lucida Sans Unicode"/>
                <a:cs typeface="Lucida Sans Unicode"/>
              </a:rPr>
              <a:t> </a:t>
            </a:r>
            <a:r>
              <a:rPr sz="2100" spc="-25" dirty="0">
                <a:latin typeface="Lucida Sans Unicode"/>
                <a:cs typeface="Lucida Sans Unicode"/>
              </a:rPr>
              <a:t>the </a:t>
            </a:r>
            <a:r>
              <a:rPr sz="2100" dirty="0">
                <a:latin typeface="Lucida Sans Unicode"/>
                <a:cs typeface="Lucida Sans Unicode"/>
              </a:rPr>
              <a:t>software</a:t>
            </a:r>
            <a:r>
              <a:rPr sz="2100" spc="-45" dirty="0">
                <a:latin typeface="Lucida Sans Unicode"/>
                <a:cs typeface="Lucida Sans Unicode"/>
              </a:rPr>
              <a:t> </a:t>
            </a:r>
            <a:r>
              <a:rPr sz="2100" dirty="0">
                <a:latin typeface="Lucida Sans Unicode"/>
                <a:cs typeface="Lucida Sans Unicode"/>
              </a:rPr>
              <a:t>is</a:t>
            </a:r>
            <a:r>
              <a:rPr sz="2100" spc="-40" dirty="0">
                <a:latin typeface="Lucida Sans Unicode"/>
                <a:cs typeface="Lucida Sans Unicode"/>
              </a:rPr>
              <a:t> </a:t>
            </a:r>
            <a:r>
              <a:rPr sz="2100" dirty="0">
                <a:latin typeface="Lucida Sans Unicode"/>
                <a:cs typeface="Lucida Sans Unicode"/>
              </a:rPr>
              <a:t>to</a:t>
            </a:r>
            <a:r>
              <a:rPr sz="2100" spc="-40" dirty="0">
                <a:latin typeface="Lucida Sans Unicode"/>
                <a:cs typeface="Lucida Sans Unicode"/>
              </a:rPr>
              <a:t> </a:t>
            </a:r>
            <a:r>
              <a:rPr sz="2100" dirty="0">
                <a:latin typeface="Lucida Sans Unicode"/>
                <a:cs typeface="Lucida Sans Unicode"/>
              </a:rPr>
              <a:t>an</a:t>
            </a:r>
            <a:r>
              <a:rPr sz="2100" spc="-40" dirty="0">
                <a:latin typeface="Lucida Sans Unicode"/>
                <a:cs typeface="Lucida Sans Unicode"/>
              </a:rPr>
              <a:t> </a:t>
            </a:r>
            <a:r>
              <a:rPr sz="2100" spc="-10" dirty="0">
                <a:latin typeface="Lucida Sans Unicode"/>
                <a:cs typeface="Lucida Sans Unicode"/>
              </a:rPr>
              <a:t>organisation.</a:t>
            </a:r>
            <a:endParaRPr sz="2100" dirty="0">
              <a:latin typeface="Lucida Sans Unicode"/>
              <a:cs typeface="Lucida Sans Unicode"/>
            </a:endParaRPr>
          </a:p>
          <a:p>
            <a:pPr marL="524510" lvl="1" indent="-228600">
              <a:lnSpc>
                <a:spcPts val="2730"/>
              </a:lnSpc>
              <a:buFont typeface="Verdana"/>
              <a:buChar char="◦"/>
              <a:tabLst>
                <a:tab pos="524510" algn="l"/>
              </a:tabLst>
            </a:pPr>
            <a:r>
              <a:rPr sz="2300" dirty="0">
                <a:solidFill>
                  <a:srgbClr val="2CA1BE"/>
                </a:solidFill>
                <a:latin typeface="Lucida Sans Unicode"/>
                <a:cs typeface="Lucida Sans Unicode"/>
              </a:rPr>
              <a:t>User</a:t>
            </a:r>
            <a:r>
              <a:rPr sz="2300" spc="-45" dirty="0">
                <a:solidFill>
                  <a:srgbClr val="2CA1BE"/>
                </a:solidFill>
                <a:latin typeface="Lucida Sans Unicode"/>
                <a:cs typeface="Lucida Sans Unicode"/>
              </a:rPr>
              <a:t> </a:t>
            </a:r>
            <a:r>
              <a:rPr sz="2300" spc="-10" dirty="0">
                <a:solidFill>
                  <a:srgbClr val="2CA1BE"/>
                </a:solidFill>
                <a:latin typeface="Lucida Sans Unicode"/>
                <a:cs typeface="Lucida Sans Unicode"/>
              </a:rPr>
              <a:t>expectations</a:t>
            </a:r>
            <a:endParaRPr sz="2300" dirty="0">
              <a:latin typeface="Lucida Sans Unicode"/>
              <a:cs typeface="Lucida Sans Unicode"/>
            </a:endParaRPr>
          </a:p>
          <a:p>
            <a:pPr marL="762635" marR="5080" indent="-228600">
              <a:lnSpc>
                <a:spcPts val="2270"/>
              </a:lnSpc>
              <a:spcBef>
                <a:spcPts val="459"/>
              </a:spcBef>
              <a:tabLst>
                <a:tab pos="762635" algn="l"/>
              </a:tabLst>
            </a:pPr>
            <a:r>
              <a:rPr lang="en-US" sz="2100" dirty="0">
                <a:latin typeface="Lucida Sans Unicode"/>
                <a:cs typeface="Lucida Sans Unicode"/>
              </a:rPr>
              <a:t>Users </a:t>
            </a:r>
            <a:r>
              <a:rPr sz="2100" dirty="0">
                <a:latin typeface="Lucida Sans Unicode"/>
                <a:cs typeface="Lucida Sans Unicode"/>
              </a:rPr>
              <a:t>may</a:t>
            </a:r>
            <a:r>
              <a:rPr sz="2100" spc="-50" dirty="0">
                <a:latin typeface="Lucida Sans Unicode"/>
                <a:cs typeface="Lucida Sans Unicode"/>
              </a:rPr>
              <a:t> </a:t>
            </a:r>
            <a:r>
              <a:rPr sz="2100" dirty="0">
                <a:latin typeface="Lucida Sans Unicode"/>
                <a:cs typeface="Lucida Sans Unicode"/>
              </a:rPr>
              <a:t>have</a:t>
            </a:r>
            <a:r>
              <a:rPr sz="2100" spc="-55" dirty="0">
                <a:latin typeface="Lucida Sans Unicode"/>
                <a:cs typeface="Lucida Sans Unicode"/>
              </a:rPr>
              <a:t> </a:t>
            </a:r>
            <a:r>
              <a:rPr sz="2100" dirty="0">
                <a:latin typeface="Lucida Sans Unicode"/>
                <a:cs typeface="Lucida Sans Unicode"/>
              </a:rPr>
              <a:t>low</a:t>
            </a:r>
            <a:r>
              <a:rPr sz="2100" spc="-60" dirty="0">
                <a:latin typeface="Lucida Sans Unicode"/>
                <a:cs typeface="Lucida Sans Unicode"/>
              </a:rPr>
              <a:t> </a:t>
            </a:r>
            <a:r>
              <a:rPr sz="2100" dirty="0">
                <a:latin typeface="Lucida Sans Unicode"/>
                <a:cs typeface="Lucida Sans Unicode"/>
              </a:rPr>
              <a:t>expectations</a:t>
            </a:r>
            <a:r>
              <a:rPr sz="2100" spc="-10" dirty="0">
                <a:latin typeface="Lucida Sans Unicode"/>
                <a:cs typeface="Lucida Sans Unicode"/>
              </a:rPr>
              <a:t> </a:t>
            </a:r>
            <a:r>
              <a:rPr sz="2100" dirty="0">
                <a:latin typeface="Lucida Sans Unicode"/>
                <a:cs typeface="Lucida Sans Unicode"/>
              </a:rPr>
              <a:t>of</a:t>
            </a:r>
            <a:r>
              <a:rPr sz="2100" spc="-55" dirty="0">
                <a:latin typeface="Lucida Sans Unicode"/>
                <a:cs typeface="Lucida Sans Unicode"/>
              </a:rPr>
              <a:t> </a:t>
            </a:r>
            <a:r>
              <a:rPr sz="2100" dirty="0">
                <a:latin typeface="Lucida Sans Unicode"/>
                <a:cs typeface="Lucida Sans Unicode"/>
              </a:rPr>
              <a:t>certain</a:t>
            </a:r>
            <a:r>
              <a:rPr sz="2100" spc="-50" dirty="0">
                <a:latin typeface="Lucida Sans Unicode"/>
                <a:cs typeface="Lucida Sans Unicode"/>
              </a:rPr>
              <a:t> </a:t>
            </a:r>
            <a:r>
              <a:rPr sz="2100" dirty="0">
                <a:latin typeface="Lucida Sans Unicode"/>
                <a:cs typeface="Lucida Sans Unicode"/>
              </a:rPr>
              <a:t>kinds</a:t>
            </a:r>
            <a:r>
              <a:rPr sz="2100" spc="-55" dirty="0">
                <a:latin typeface="Lucida Sans Unicode"/>
                <a:cs typeface="Lucida Sans Unicode"/>
              </a:rPr>
              <a:t> </a:t>
            </a:r>
            <a:r>
              <a:rPr sz="2100" spc="-25" dirty="0">
                <a:latin typeface="Lucida Sans Unicode"/>
                <a:cs typeface="Lucida Sans Unicode"/>
              </a:rPr>
              <a:t>of </a:t>
            </a:r>
            <a:r>
              <a:rPr sz="2100" spc="-10" dirty="0">
                <a:latin typeface="Lucida Sans Unicode"/>
                <a:cs typeface="Lucida Sans Unicode"/>
              </a:rPr>
              <a:t>software.</a:t>
            </a:r>
            <a:endParaRPr sz="2100" dirty="0">
              <a:latin typeface="Lucida Sans Unicode"/>
              <a:cs typeface="Lucida Sans Unicode"/>
            </a:endParaRPr>
          </a:p>
          <a:p>
            <a:pPr marL="524510" lvl="1" indent="-228600">
              <a:lnSpc>
                <a:spcPts val="2730"/>
              </a:lnSpc>
              <a:buFont typeface="Verdana"/>
              <a:buChar char="◦"/>
              <a:tabLst>
                <a:tab pos="524510" algn="l"/>
              </a:tabLst>
            </a:pPr>
            <a:r>
              <a:rPr sz="2300" dirty="0">
                <a:solidFill>
                  <a:srgbClr val="2CA1BE"/>
                </a:solidFill>
                <a:latin typeface="Lucida Sans Unicode"/>
                <a:cs typeface="Lucida Sans Unicode"/>
              </a:rPr>
              <a:t>Marketing</a:t>
            </a:r>
            <a:r>
              <a:rPr sz="2300" spc="-60" dirty="0">
                <a:solidFill>
                  <a:srgbClr val="2CA1BE"/>
                </a:solidFill>
                <a:latin typeface="Lucida Sans Unicode"/>
                <a:cs typeface="Lucida Sans Unicode"/>
              </a:rPr>
              <a:t> </a:t>
            </a:r>
            <a:r>
              <a:rPr sz="2300" spc="-10" dirty="0">
                <a:solidFill>
                  <a:srgbClr val="2CA1BE"/>
                </a:solidFill>
                <a:latin typeface="Lucida Sans Unicode"/>
                <a:cs typeface="Lucida Sans Unicode"/>
              </a:rPr>
              <a:t>environment</a:t>
            </a:r>
            <a:endParaRPr sz="2300" dirty="0">
              <a:latin typeface="Lucida Sans Unicode"/>
              <a:cs typeface="Lucida Sans Unicode"/>
            </a:endParaRPr>
          </a:p>
          <a:p>
            <a:pPr marL="762635" marR="642620" indent="-228600">
              <a:lnSpc>
                <a:spcPts val="2270"/>
              </a:lnSpc>
              <a:spcBef>
                <a:spcPts val="450"/>
              </a:spcBef>
              <a:tabLst>
                <a:tab pos="762635" algn="l"/>
              </a:tabLst>
            </a:pPr>
            <a:r>
              <a:rPr lang="en-US" sz="2100" dirty="0">
                <a:latin typeface="Lucida Sans Unicode"/>
                <a:cs typeface="Lucida Sans Unicode"/>
              </a:rPr>
              <a:t>Getting </a:t>
            </a:r>
            <a:r>
              <a:rPr sz="2100" dirty="0">
                <a:latin typeface="Lucida Sans Unicode"/>
                <a:cs typeface="Lucida Sans Unicode"/>
              </a:rPr>
              <a:t>a</a:t>
            </a:r>
            <a:r>
              <a:rPr sz="2100" spc="-55" dirty="0">
                <a:latin typeface="Lucida Sans Unicode"/>
                <a:cs typeface="Lucida Sans Unicode"/>
              </a:rPr>
              <a:t> </a:t>
            </a:r>
            <a:r>
              <a:rPr sz="2100" dirty="0">
                <a:latin typeface="Lucida Sans Unicode"/>
                <a:cs typeface="Lucida Sans Unicode"/>
              </a:rPr>
              <a:t>product</a:t>
            </a:r>
            <a:r>
              <a:rPr sz="2100" spc="-55" dirty="0">
                <a:latin typeface="Lucida Sans Unicode"/>
                <a:cs typeface="Lucida Sans Unicode"/>
              </a:rPr>
              <a:t> </a:t>
            </a:r>
            <a:r>
              <a:rPr sz="2100" dirty="0">
                <a:latin typeface="Lucida Sans Unicode"/>
                <a:cs typeface="Lucida Sans Unicode"/>
              </a:rPr>
              <a:t>to</a:t>
            </a:r>
            <a:r>
              <a:rPr sz="2100" spc="-60" dirty="0">
                <a:latin typeface="Lucida Sans Unicode"/>
                <a:cs typeface="Lucida Sans Unicode"/>
              </a:rPr>
              <a:t> </a:t>
            </a:r>
            <a:r>
              <a:rPr sz="2100" dirty="0">
                <a:latin typeface="Lucida Sans Unicode"/>
                <a:cs typeface="Lucida Sans Unicode"/>
              </a:rPr>
              <a:t>market</a:t>
            </a:r>
            <a:r>
              <a:rPr sz="2100" spc="-45" dirty="0">
                <a:latin typeface="Lucida Sans Unicode"/>
                <a:cs typeface="Lucida Sans Unicode"/>
              </a:rPr>
              <a:t> </a:t>
            </a:r>
            <a:r>
              <a:rPr sz="2100" dirty="0">
                <a:latin typeface="Lucida Sans Unicode"/>
                <a:cs typeface="Lucida Sans Unicode"/>
              </a:rPr>
              <a:t>early</a:t>
            </a:r>
            <a:r>
              <a:rPr sz="2100" spc="-45" dirty="0">
                <a:latin typeface="Lucida Sans Unicode"/>
                <a:cs typeface="Lucida Sans Unicode"/>
              </a:rPr>
              <a:t> </a:t>
            </a:r>
            <a:r>
              <a:rPr sz="2100" dirty="0">
                <a:latin typeface="Lucida Sans Unicode"/>
                <a:cs typeface="Lucida Sans Unicode"/>
              </a:rPr>
              <a:t>may</a:t>
            </a:r>
            <a:r>
              <a:rPr sz="2100" spc="-55" dirty="0">
                <a:latin typeface="Lucida Sans Unicode"/>
                <a:cs typeface="Lucida Sans Unicode"/>
              </a:rPr>
              <a:t> </a:t>
            </a:r>
            <a:r>
              <a:rPr sz="2100" dirty="0">
                <a:latin typeface="Lucida Sans Unicode"/>
                <a:cs typeface="Lucida Sans Unicode"/>
              </a:rPr>
              <a:t>be</a:t>
            </a:r>
            <a:r>
              <a:rPr sz="2100" spc="-40" dirty="0">
                <a:latin typeface="Lucida Sans Unicode"/>
                <a:cs typeface="Lucida Sans Unicode"/>
              </a:rPr>
              <a:t> </a:t>
            </a:r>
            <a:r>
              <a:rPr sz="2100" spc="-20" dirty="0">
                <a:latin typeface="Lucida Sans Unicode"/>
                <a:cs typeface="Lucida Sans Unicode"/>
              </a:rPr>
              <a:t>more </a:t>
            </a:r>
            <a:r>
              <a:rPr sz="2100" dirty="0">
                <a:latin typeface="Lucida Sans Unicode"/>
                <a:cs typeface="Lucida Sans Unicode"/>
              </a:rPr>
              <a:t>important</a:t>
            </a:r>
            <a:r>
              <a:rPr sz="2100" spc="-65" dirty="0">
                <a:latin typeface="Lucida Sans Unicode"/>
                <a:cs typeface="Lucida Sans Unicode"/>
              </a:rPr>
              <a:t> </a:t>
            </a:r>
            <a:r>
              <a:rPr sz="2100" dirty="0">
                <a:latin typeface="Lucida Sans Unicode"/>
                <a:cs typeface="Lucida Sans Unicode"/>
              </a:rPr>
              <a:t>than</a:t>
            </a:r>
            <a:r>
              <a:rPr sz="2100" spc="-70" dirty="0">
                <a:latin typeface="Lucida Sans Unicode"/>
                <a:cs typeface="Lucida Sans Unicode"/>
              </a:rPr>
              <a:t> </a:t>
            </a:r>
            <a:r>
              <a:rPr sz="2100" dirty="0">
                <a:latin typeface="Lucida Sans Unicode"/>
                <a:cs typeface="Lucida Sans Unicode"/>
              </a:rPr>
              <a:t>finding</a:t>
            </a:r>
            <a:r>
              <a:rPr sz="2100" spc="-55" dirty="0">
                <a:latin typeface="Lucida Sans Unicode"/>
                <a:cs typeface="Lucida Sans Unicode"/>
              </a:rPr>
              <a:t> </a:t>
            </a:r>
            <a:r>
              <a:rPr sz="2100" dirty="0">
                <a:latin typeface="Lucida Sans Unicode"/>
                <a:cs typeface="Lucida Sans Unicode"/>
              </a:rPr>
              <a:t>defects</a:t>
            </a:r>
            <a:r>
              <a:rPr sz="2100" spc="-35" dirty="0">
                <a:latin typeface="Lucida Sans Unicode"/>
                <a:cs typeface="Lucida Sans Unicode"/>
              </a:rPr>
              <a:t> </a:t>
            </a:r>
            <a:r>
              <a:rPr sz="2100" dirty="0">
                <a:latin typeface="Lucida Sans Unicode"/>
                <a:cs typeface="Lucida Sans Unicode"/>
              </a:rPr>
              <a:t>in</a:t>
            </a:r>
            <a:r>
              <a:rPr sz="2100" spc="-55" dirty="0">
                <a:latin typeface="Lucida Sans Unicode"/>
                <a:cs typeface="Lucida Sans Unicode"/>
              </a:rPr>
              <a:t> </a:t>
            </a:r>
            <a:r>
              <a:rPr sz="2100" dirty="0">
                <a:latin typeface="Lucida Sans Unicode"/>
                <a:cs typeface="Lucida Sans Unicode"/>
              </a:rPr>
              <a:t>the</a:t>
            </a:r>
            <a:r>
              <a:rPr sz="2100" spc="-60" dirty="0">
                <a:latin typeface="Lucida Sans Unicode"/>
                <a:cs typeface="Lucida Sans Unicode"/>
              </a:rPr>
              <a:t> </a:t>
            </a:r>
            <a:r>
              <a:rPr sz="2100" spc="-10" dirty="0">
                <a:latin typeface="Lucida Sans Unicode"/>
                <a:cs typeface="Lucida Sans Unicode"/>
              </a:rPr>
              <a:t>program.</a:t>
            </a:r>
            <a:endParaRPr sz="2100" dirty="0">
              <a:latin typeface="Lucida Sans Unicode"/>
              <a:cs typeface="Lucida Sans Unicode"/>
            </a:endParaRPr>
          </a:p>
        </p:txBody>
      </p:sp>
      <p:pic>
        <p:nvPicPr>
          <p:cNvPr id="3" name="object 3"/>
          <p:cNvPicPr/>
          <p:nvPr/>
        </p:nvPicPr>
        <p:blipFill>
          <a:blip r:embed="rId2" cstate="print"/>
          <a:stretch>
            <a:fillRect/>
          </a:stretch>
        </p:blipFill>
        <p:spPr>
          <a:xfrm>
            <a:off x="534923" y="566927"/>
            <a:ext cx="4302251" cy="457200"/>
          </a:xfrm>
          <a:prstGeom prst="rect">
            <a:avLst/>
          </a:prstGeom>
        </p:spPr>
      </p:pic>
      <p:sp>
        <p:nvSpPr>
          <p:cNvPr id="4" name="object 4"/>
          <p:cNvSpPr txBox="1">
            <a:spLocks noGrp="1"/>
          </p:cNvSpPr>
          <p:nvPr>
            <p:ph type="sldNum" sz="quarter" idx="7"/>
          </p:nvPr>
        </p:nvSpPr>
        <p:spPr>
          <a:prstGeom prst="rect">
            <a:avLst/>
          </a:prstGeom>
        </p:spPr>
        <p:txBody>
          <a:bodyPr vert="horz" wrap="square" lIns="0" tIns="152400" rIns="0" bIns="0" rtlCol="0">
            <a:spAutoFit/>
          </a:bodyPr>
          <a:lstStyle/>
          <a:p>
            <a:pPr marL="166370">
              <a:lnSpc>
                <a:spcPts val="1190"/>
              </a:lnSpc>
            </a:pPr>
            <a:fld id="{81D60167-4931-47E6-BA6A-407CBD079E47}" type="slidenum">
              <a:rPr spc="-25" dirty="0"/>
              <a:t>8</a:t>
            </a:fld>
            <a:endParaRPr spc="-25"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object 6"/>
          <p:cNvPicPr/>
          <p:nvPr/>
        </p:nvPicPr>
        <p:blipFill>
          <a:blip r:embed="rId2" cstate="print"/>
          <a:stretch>
            <a:fillRect/>
          </a:stretch>
        </p:blipFill>
        <p:spPr>
          <a:xfrm>
            <a:off x="553212" y="566927"/>
            <a:ext cx="7712963" cy="548639"/>
          </a:xfrm>
          <a:prstGeom prst="rect">
            <a:avLst/>
          </a:prstGeom>
        </p:spPr>
      </p:pic>
      <p:sp>
        <p:nvSpPr>
          <p:cNvPr id="7" name="object 7"/>
          <p:cNvSpPr txBox="1">
            <a:spLocks noGrp="1"/>
          </p:cNvSpPr>
          <p:nvPr>
            <p:ph type="sldNum" sz="quarter" idx="7"/>
          </p:nvPr>
        </p:nvSpPr>
        <p:spPr>
          <a:prstGeom prst="rect">
            <a:avLst/>
          </a:prstGeom>
        </p:spPr>
        <p:txBody>
          <a:bodyPr vert="horz" wrap="square" lIns="0" tIns="152400" rIns="0" bIns="0" rtlCol="0">
            <a:spAutoFit/>
          </a:bodyPr>
          <a:lstStyle/>
          <a:p>
            <a:pPr marL="166370">
              <a:lnSpc>
                <a:spcPts val="1190"/>
              </a:lnSpc>
            </a:pPr>
            <a:fld id="{81D60167-4931-47E6-BA6A-407CBD079E47}" type="slidenum">
              <a:rPr spc="-25" dirty="0"/>
              <a:t>9</a:t>
            </a:fld>
            <a:endParaRPr spc="-25" dirty="0"/>
          </a:p>
        </p:txBody>
      </p:sp>
      <p:sp>
        <p:nvSpPr>
          <p:cNvPr id="4" name="TextBox 3">
            <a:extLst>
              <a:ext uri="{FF2B5EF4-FFF2-40B4-BE49-F238E27FC236}">
                <a16:creationId xmlns:a16="http://schemas.microsoft.com/office/drawing/2014/main" id="{1703C822-6D04-1D45-5FBB-E0FE11949F3E}"/>
              </a:ext>
            </a:extLst>
          </p:cNvPr>
          <p:cNvSpPr txBox="1"/>
          <p:nvPr/>
        </p:nvSpPr>
        <p:spPr>
          <a:xfrm>
            <a:off x="339854" y="1905000"/>
            <a:ext cx="8804146" cy="3323987"/>
          </a:xfrm>
          <a:prstGeom prst="rect">
            <a:avLst/>
          </a:prstGeom>
          <a:noFill/>
        </p:spPr>
        <p:txBody>
          <a:bodyPr wrap="square">
            <a:spAutoFit/>
          </a:bodyPr>
          <a:lstStyle/>
          <a:p>
            <a:pPr marL="457200" indent="-457200">
              <a:buFont typeface="Wingdings" panose="05000000000000000000" pitchFamily="2" charset="2"/>
              <a:buChar char="§"/>
            </a:pPr>
            <a:r>
              <a:rPr lang="en-US" sz="3000" b="0" i="0" dirty="0">
                <a:solidFill>
                  <a:srgbClr val="0A0A0A"/>
                </a:solidFill>
                <a:effectLst/>
                <a:latin typeface="Google Sans"/>
              </a:rPr>
              <a:t>Static and dynamic verification are two methods for checking software quality.</a:t>
            </a:r>
          </a:p>
          <a:p>
            <a:pPr marL="457200" indent="-457200">
              <a:buFont typeface="Wingdings" panose="05000000000000000000" pitchFamily="2" charset="2"/>
              <a:buChar char="§"/>
            </a:pPr>
            <a:r>
              <a:rPr lang="en-US" sz="3000" dirty="0">
                <a:solidFill>
                  <a:srgbClr val="0A0A0A"/>
                </a:solidFill>
                <a:latin typeface="Google Sans"/>
              </a:rPr>
              <a:t>S</a:t>
            </a:r>
            <a:r>
              <a:rPr lang="en-US" sz="3000" b="1" dirty="0">
                <a:effectLst/>
              </a:rPr>
              <a:t>tatic verification</a:t>
            </a:r>
            <a:r>
              <a:rPr lang="en-US" sz="3000" dirty="0"/>
              <a:t> analyzes code without executing it, focusing on early bug prevention through manual reviews and automated analysis</a:t>
            </a:r>
          </a:p>
          <a:p>
            <a:pPr marL="457200" indent="-457200">
              <a:buFont typeface="Wingdings" panose="05000000000000000000" pitchFamily="2" charset="2"/>
              <a:buChar char="§"/>
            </a:pPr>
            <a:r>
              <a:rPr lang="en-US" sz="3000" b="1" dirty="0"/>
              <a:t>D</a:t>
            </a:r>
            <a:r>
              <a:rPr lang="en-US" sz="3000" b="1" dirty="0">
                <a:effectLst/>
              </a:rPr>
              <a:t>ynamic verification</a:t>
            </a:r>
            <a:r>
              <a:rPr lang="en-US" sz="3000" dirty="0"/>
              <a:t> executes the code to find defects and evaluate runtime behavior.</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01582A-1C07-6C14-346D-2E7DEDA4DBFF}"/>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985E1BBA-90E9-CEA1-FCD4-CF95FAD7DDF5}"/>
              </a:ext>
            </a:extLst>
          </p:cNvPr>
          <p:cNvSpPr txBox="1"/>
          <p:nvPr/>
        </p:nvSpPr>
        <p:spPr>
          <a:xfrm>
            <a:off x="304800" y="1926996"/>
            <a:ext cx="8534400" cy="417422"/>
          </a:xfrm>
          <a:prstGeom prst="rect">
            <a:avLst/>
          </a:prstGeom>
        </p:spPr>
        <p:txBody>
          <a:bodyPr vert="horz" wrap="square" lIns="0" tIns="70485" rIns="0" bIns="0" rtlCol="0">
            <a:spAutoFit/>
          </a:bodyPr>
          <a:lstStyle/>
          <a:p>
            <a:pPr marL="268605" marR="3852545" indent="-256540">
              <a:lnSpc>
                <a:spcPts val="2590"/>
              </a:lnSpc>
              <a:spcBef>
                <a:spcPts val="555"/>
              </a:spcBef>
              <a:tabLst>
                <a:tab pos="268605" algn="l"/>
              </a:tabLst>
            </a:pPr>
            <a:r>
              <a:rPr lang="en-US" sz="2400" spc="-10" dirty="0">
                <a:solidFill>
                  <a:srgbClr val="2CA1BE"/>
                </a:solidFill>
                <a:latin typeface="Lucida Sans Unicode"/>
                <a:cs typeface="Lucida Sans Unicode"/>
              </a:rPr>
              <a:t>Software </a:t>
            </a:r>
            <a:r>
              <a:rPr sz="2400" spc="-10" dirty="0">
                <a:solidFill>
                  <a:srgbClr val="2CA1BE"/>
                </a:solidFill>
                <a:latin typeface="Lucida Sans Unicode"/>
                <a:cs typeface="Lucida Sans Unicode"/>
              </a:rPr>
              <a:t>inspections</a:t>
            </a:r>
            <a:r>
              <a:rPr sz="2500" i="1" spc="-10" dirty="0">
                <a:latin typeface="Arial"/>
                <a:cs typeface="Arial"/>
              </a:rPr>
              <a:t>.</a:t>
            </a:r>
            <a:r>
              <a:rPr lang="en-US" sz="2400" spc="-70" dirty="0">
                <a:latin typeface="Lucida Sans Unicode"/>
                <a:cs typeface="Lucida Sans Unicode"/>
              </a:rPr>
              <a:t> </a:t>
            </a:r>
            <a:endParaRPr lang="en-US" sz="2000" dirty="0">
              <a:latin typeface="Lucida Sans Unicode"/>
              <a:cs typeface="Lucida Sans Unicode"/>
            </a:endParaRPr>
          </a:p>
        </p:txBody>
      </p:sp>
      <p:sp>
        <p:nvSpPr>
          <p:cNvPr id="5" name="object 5">
            <a:extLst>
              <a:ext uri="{FF2B5EF4-FFF2-40B4-BE49-F238E27FC236}">
                <a16:creationId xmlns:a16="http://schemas.microsoft.com/office/drawing/2014/main" id="{5FA1E46B-6E25-A42D-5A47-99CABF228B7A}"/>
              </a:ext>
            </a:extLst>
          </p:cNvPr>
          <p:cNvSpPr txBox="1"/>
          <p:nvPr/>
        </p:nvSpPr>
        <p:spPr>
          <a:xfrm>
            <a:off x="199861" y="4106786"/>
            <a:ext cx="6106795" cy="417422"/>
          </a:xfrm>
          <a:prstGeom prst="rect">
            <a:avLst/>
          </a:prstGeom>
        </p:spPr>
        <p:txBody>
          <a:bodyPr vert="horz" wrap="square" lIns="0" tIns="70485" rIns="0" bIns="0" rtlCol="0">
            <a:spAutoFit/>
          </a:bodyPr>
          <a:lstStyle/>
          <a:p>
            <a:pPr marL="268605" marR="3340100" indent="-256540">
              <a:lnSpc>
                <a:spcPts val="2590"/>
              </a:lnSpc>
              <a:spcBef>
                <a:spcPts val="555"/>
              </a:spcBef>
              <a:tabLst>
                <a:tab pos="268605" algn="l"/>
              </a:tabLst>
            </a:pPr>
            <a:r>
              <a:rPr lang="en-US" sz="2400" spc="-10" dirty="0">
                <a:solidFill>
                  <a:srgbClr val="2CA1BE"/>
                </a:solidFill>
                <a:latin typeface="Lucida Sans Unicode"/>
                <a:cs typeface="Lucida Sans Unicode"/>
              </a:rPr>
              <a:t>Software </a:t>
            </a:r>
            <a:r>
              <a:rPr sz="2400" spc="-10" dirty="0">
                <a:solidFill>
                  <a:srgbClr val="2CA1BE"/>
                </a:solidFill>
                <a:latin typeface="Lucida Sans Unicode"/>
                <a:cs typeface="Lucida Sans Unicode"/>
              </a:rPr>
              <a:t>testing</a:t>
            </a:r>
            <a:r>
              <a:rPr sz="2500" i="1" spc="-10" dirty="0">
                <a:latin typeface="Arial"/>
                <a:cs typeface="Arial"/>
              </a:rPr>
              <a:t>.</a:t>
            </a:r>
            <a:r>
              <a:rPr sz="2500" i="1" spc="625" dirty="0">
                <a:latin typeface="Arial"/>
                <a:cs typeface="Arial"/>
              </a:rPr>
              <a:t>  </a:t>
            </a:r>
            <a:endParaRPr sz="2000" dirty="0">
              <a:latin typeface="Lucida Sans Unicode"/>
              <a:cs typeface="Lucida Sans Unicode"/>
            </a:endParaRPr>
          </a:p>
        </p:txBody>
      </p:sp>
      <p:pic>
        <p:nvPicPr>
          <p:cNvPr id="6" name="object 6">
            <a:extLst>
              <a:ext uri="{FF2B5EF4-FFF2-40B4-BE49-F238E27FC236}">
                <a16:creationId xmlns:a16="http://schemas.microsoft.com/office/drawing/2014/main" id="{7EEDC7FB-A1A1-54BA-9FC8-A85BFA0BE481}"/>
              </a:ext>
            </a:extLst>
          </p:cNvPr>
          <p:cNvPicPr/>
          <p:nvPr/>
        </p:nvPicPr>
        <p:blipFill>
          <a:blip r:embed="rId2" cstate="print"/>
          <a:stretch>
            <a:fillRect/>
          </a:stretch>
        </p:blipFill>
        <p:spPr>
          <a:xfrm>
            <a:off x="553212" y="566927"/>
            <a:ext cx="7712963" cy="548639"/>
          </a:xfrm>
          <a:prstGeom prst="rect">
            <a:avLst/>
          </a:prstGeom>
        </p:spPr>
      </p:pic>
      <p:sp>
        <p:nvSpPr>
          <p:cNvPr id="7" name="object 7">
            <a:extLst>
              <a:ext uri="{FF2B5EF4-FFF2-40B4-BE49-F238E27FC236}">
                <a16:creationId xmlns:a16="http://schemas.microsoft.com/office/drawing/2014/main" id="{C19189DB-030E-4DCF-4461-381EAE086886}"/>
              </a:ext>
            </a:extLst>
          </p:cNvPr>
          <p:cNvSpPr txBox="1">
            <a:spLocks noGrp="1"/>
          </p:cNvSpPr>
          <p:nvPr>
            <p:ph type="sldNum" sz="quarter" idx="7"/>
          </p:nvPr>
        </p:nvSpPr>
        <p:spPr>
          <a:prstGeom prst="rect">
            <a:avLst/>
          </a:prstGeom>
        </p:spPr>
        <p:txBody>
          <a:bodyPr vert="horz" wrap="square" lIns="0" tIns="152400" rIns="0" bIns="0" rtlCol="0">
            <a:spAutoFit/>
          </a:bodyPr>
          <a:lstStyle/>
          <a:p>
            <a:pPr marL="166370">
              <a:lnSpc>
                <a:spcPts val="1190"/>
              </a:lnSpc>
            </a:pPr>
            <a:fld id="{81D60167-4931-47E6-BA6A-407CBD079E47}" type="slidenum">
              <a:rPr spc="-25" dirty="0"/>
              <a:t>10</a:t>
            </a:fld>
            <a:endParaRPr spc="-25" dirty="0"/>
          </a:p>
        </p:txBody>
      </p:sp>
      <p:sp>
        <p:nvSpPr>
          <p:cNvPr id="9" name="TextBox 8">
            <a:extLst>
              <a:ext uri="{FF2B5EF4-FFF2-40B4-BE49-F238E27FC236}">
                <a16:creationId xmlns:a16="http://schemas.microsoft.com/office/drawing/2014/main" id="{6E99163C-1A4E-E5F8-513F-C62699971D39}"/>
              </a:ext>
            </a:extLst>
          </p:cNvPr>
          <p:cNvSpPr txBox="1"/>
          <p:nvPr/>
        </p:nvSpPr>
        <p:spPr>
          <a:xfrm>
            <a:off x="188975" y="2256106"/>
            <a:ext cx="8650226" cy="1938992"/>
          </a:xfrm>
          <a:prstGeom prst="rect">
            <a:avLst/>
          </a:prstGeom>
          <a:noFill/>
        </p:spPr>
        <p:txBody>
          <a:bodyPr wrap="square">
            <a:spAutoFit/>
          </a:bodyPr>
          <a:lstStyle/>
          <a:p>
            <a:pPr marL="342900" indent="-342900">
              <a:buFont typeface="Wingdings" panose="05000000000000000000" pitchFamily="2" charset="2"/>
              <a:buChar char="§"/>
            </a:pPr>
            <a:r>
              <a:rPr lang="en-US" sz="2000" dirty="0"/>
              <a:t>Concerned with analysis  of  the static system representation to discover  problems (static verification). </a:t>
            </a:r>
          </a:p>
          <a:p>
            <a:pPr marL="342900" lvl="1" indent="-342900" algn="r">
              <a:buFont typeface="Wingdings" panose="05000000000000000000" pitchFamily="2" charset="2"/>
              <a:buChar char="Ø"/>
            </a:pPr>
            <a:r>
              <a:rPr lang="en-US" sz="2000" dirty="0"/>
              <a:t>May be supplement by tool-based document and code analysis</a:t>
            </a:r>
          </a:p>
          <a:p>
            <a:pPr marL="342900" indent="-342900">
              <a:buFont typeface="Wingdings" panose="05000000000000000000" pitchFamily="2" charset="2"/>
              <a:buChar char="§"/>
            </a:pPr>
            <a:r>
              <a:rPr lang="en-US" sz="2000" dirty="0"/>
              <a:t>A static system is a system that remains in a steady state or equilibrium, where its output at any given time depends only on the input at that exact same time and not on past or future inputs.</a:t>
            </a:r>
          </a:p>
        </p:txBody>
      </p:sp>
      <p:sp>
        <p:nvSpPr>
          <p:cNvPr id="13" name="TextBox 12">
            <a:extLst>
              <a:ext uri="{FF2B5EF4-FFF2-40B4-BE49-F238E27FC236}">
                <a16:creationId xmlns:a16="http://schemas.microsoft.com/office/drawing/2014/main" id="{D752BCCD-903B-45B6-7A5D-0EF9CC9E76E2}"/>
              </a:ext>
            </a:extLst>
          </p:cNvPr>
          <p:cNvSpPr txBox="1"/>
          <p:nvPr/>
        </p:nvSpPr>
        <p:spPr>
          <a:xfrm>
            <a:off x="76200" y="4569786"/>
            <a:ext cx="8897873" cy="1631216"/>
          </a:xfrm>
          <a:prstGeom prst="rect">
            <a:avLst/>
          </a:prstGeom>
          <a:noFill/>
        </p:spPr>
        <p:txBody>
          <a:bodyPr wrap="square">
            <a:spAutoFit/>
          </a:bodyPr>
          <a:lstStyle/>
          <a:p>
            <a:pPr marL="342900" indent="-342900">
              <a:buFont typeface="Wingdings" panose="05000000000000000000" pitchFamily="2" charset="2"/>
              <a:buChar char="§"/>
            </a:pPr>
            <a:r>
              <a:rPr lang="en-US" sz="2000" dirty="0"/>
              <a:t>Concerned with exercising and </a:t>
            </a:r>
            <a:r>
              <a:rPr lang="en-US" sz="2000" dirty="0">
                <a:latin typeface="Lucida Sans Unicode"/>
                <a:cs typeface="Lucida Sans Unicode"/>
              </a:rPr>
              <a:t>observing</a:t>
            </a:r>
            <a:r>
              <a:rPr lang="en-US" sz="2000" spc="-100" dirty="0">
                <a:latin typeface="Lucida Sans Unicode"/>
                <a:cs typeface="Lucida Sans Unicode"/>
              </a:rPr>
              <a:t> </a:t>
            </a:r>
            <a:r>
              <a:rPr lang="en-US" sz="2000" dirty="0">
                <a:latin typeface="Lucida Sans Unicode"/>
                <a:cs typeface="Lucida Sans Unicode"/>
              </a:rPr>
              <a:t>product</a:t>
            </a:r>
            <a:r>
              <a:rPr lang="en-US" sz="2000" spc="-100" dirty="0">
                <a:latin typeface="Lucida Sans Unicode"/>
                <a:cs typeface="Lucida Sans Unicode"/>
              </a:rPr>
              <a:t> </a:t>
            </a:r>
            <a:r>
              <a:rPr lang="en-US" sz="2000" dirty="0" err="1">
                <a:latin typeface="Lucida Sans Unicode"/>
                <a:cs typeface="Lucida Sans Unicode"/>
              </a:rPr>
              <a:t>behaviour</a:t>
            </a:r>
            <a:r>
              <a:rPr lang="en-US" sz="2000" spc="-90" dirty="0">
                <a:latin typeface="Lucida Sans Unicode"/>
                <a:cs typeface="Lucida Sans Unicode"/>
              </a:rPr>
              <a:t> </a:t>
            </a:r>
            <a:r>
              <a:rPr lang="en-US" sz="2000" spc="-10" dirty="0">
                <a:latin typeface="Lucida Sans Unicode"/>
                <a:cs typeface="Lucida Sans Unicode"/>
              </a:rPr>
              <a:t>(dynamic verification).</a:t>
            </a:r>
            <a:endParaRPr lang="en-US" sz="2000" dirty="0"/>
          </a:p>
          <a:p>
            <a:pPr marL="342900" lvl="2" indent="-342900" algn="r">
              <a:buFont typeface="Wingdings" panose="05000000000000000000" pitchFamily="2" charset="2"/>
              <a:buChar char="Ø"/>
            </a:pPr>
            <a:r>
              <a:rPr lang="en-US" sz="2000" dirty="0"/>
              <a:t>The system is executed with test data and its  operational </a:t>
            </a:r>
            <a:r>
              <a:rPr lang="en-US" sz="2000" dirty="0" err="1"/>
              <a:t>behaviour</a:t>
            </a:r>
            <a:r>
              <a:rPr lang="en-US" sz="2000" dirty="0"/>
              <a:t> is observed</a:t>
            </a:r>
          </a:p>
          <a:p>
            <a:pPr marL="342900" indent="-342900">
              <a:buFont typeface="Wingdings" panose="05000000000000000000" pitchFamily="2" charset="2"/>
              <a:buChar char="§"/>
            </a:pPr>
            <a:endParaRPr lang="en-US" sz="2000" dirty="0"/>
          </a:p>
        </p:txBody>
      </p:sp>
    </p:spTree>
    <p:extLst>
      <p:ext uri="{BB962C8B-B14F-4D97-AF65-F5344CB8AC3E}">
        <p14:creationId xmlns:p14="http://schemas.microsoft.com/office/powerpoint/2010/main" val="36772735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1CE339F-E527-A0F3-66AC-9085FDBC10FC}"/>
              </a:ext>
            </a:extLst>
          </p:cNvPr>
          <p:cNvSpPr txBox="1"/>
          <p:nvPr/>
        </p:nvSpPr>
        <p:spPr>
          <a:xfrm>
            <a:off x="152400" y="626439"/>
            <a:ext cx="8915401" cy="5801588"/>
          </a:xfrm>
          <a:prstGeom prst="rect">
            <a:avLst/>
          </a:prstGeom>
          <a:noFill/>
        </p:spPr>
        <p:txBody>
          <a:bodyPr wrap="square">
            <a:spAutoFit/>
          </a:bodyPr>
          <a:lstStyle/>
          <a:p>
            <a:pPr algn="l">
              <a:spcBef>
                <a:spcPts val="750"/>
              </a:spcBef>
              <a:spcAft>
                <a:spcPts val="600"/>
              </a:spcAft>
              <a:buFont typeface="Arial" panose="020B0604020202020204" pitchFamily="34" charset="0"/>
              <a:buChar char="•"/>
            </a:pPr>
            <a:r>
              <a:rPr lang="en-US" sz="2400" b="1" i="0" dirty="0">
                <a:solidFill>
                  <a:srgbClr val="0A0A0A"/>
                </a:solidFill>
                <a:effectLst/>
                <a:latin typeface="Lucida Sans Unicode" panose="020B0602030504020204" pitchFamily="34" charset="0"/>
                <a:cs typeface="Lucida Sans Unicode" panose="020B0602030504020204" pitchFamily="34" charset="0"/>
              </a:rPr>
              <a:t>Static Analysis:</a:t>
            </a:r>
            <a:r>
              <a:rPr lang="en-US" sz="2400" b="0" i="0" dirty="0">
                <a:solidFill>
                  <a:srgbClr val="0A0A0A"/>
                </a:solidFill>
                <a:effectLst/>
                <a:latin typeface="Lucida Sans Unicode" panose="020B0602030504020204" pitchFamily="34" charset="0"/>
                <a:cs typeface="Lucida Sans Unicode" panose="020B0602030504020204" pitchFamily="34" charset="0"/>
              </a:rPr>
              <a:t> Inspections are a static process, meaning they involve manual, systematic reviews of software artifacts (e.g., requirements, design documents, code) without executing the code.</a:t>
            </a:r>
          </a:p>
          <a:p>
            <a:pPr algn="l">
              <a:spcBef>
                <a:spcPts val="750"/>
              </a:spcBef>
              <a:spcAft>
                <a:spcPts val="600"/>
              </a:spcAft>
              <a:buFont typeface="Arial" panose="020B0604020202020204" pitchFamily="34" charset="0"/>
              <a:buChar char="•"/>
            </a:pPr>
            <a:r>
              <a:rPr lang="en-US" sz="2400" b="1" i="0" dirty="0">
                <a:solidFill>
                  <a:srgbClr val="0A0A0A"/>
                </a:solidFill>
                <a:effectLst/>
                <a:latin typeface="Lucida Sans Unicode" panose="020B0602030504020204" pitchFamily="34" charset="0"/>
                <a:cs typeface="Lucida Sans Unicode" panose="020B0602030504020204" pitchFamily="34" charset="0"/>
              </a:rPr>
              <a:t>Early Defect Detection:</a:t>
            </a:r>
            <a:r>
              <a:rPr lang="en-US" sz="2400" b="0" i="0" dirty="0">
                <a:solidFill>
                  <a:srgbClr val="0A0A0A"/>
                </a:solidFill>
                <a:effectLst/>
                <a:latin typeface="Lucida Sans Unicode" panose="020B0602030504020204" pitchFamily="34" charset="0"/>
                <a:cs typeface="Lucida Sans Unicode" panose="020B0602030504020204" pitchFamily="34" charset="0"/>
              </a:rPr>
              <a:t> The primary goal is to find defects as early as possible in the software development lifecycle, ideally before code is even written or compiled.</a:t>
            </a:r>
          </a:p>
          <a:p>
            <a:pPr algn="l">
              <a:spcBef>
                <a:spcPts val="750"/>
              </a:spcBef>
              <a:spcAft>
                <a:spcPts val="600"/>
              </a:spcAft>
              <a:buFont typeface="Arial" panose="020B0604020202020204" pitchFamily="34" charset="0"/>
              <a:buChar char="•"/>
            </a:pPr>
            <a:r>
              <a:rPr lang="en-US" sz="2400" b="1" i="0" dirty="0">
                <a:solidFill>
                  <a:srgbClr val="0A0A0A"/>
                </a:solidFill>
                <a:effectLst/>
                <a:latin typeface="Lucida Sans Unicode" panose="020B0602030504020204" pitchFamily="34" charset="0"/>
                <a:cs typeface="Lucida Sans Unicode" panose="020B0602030504020204" pitchFamily="34" charset="0"/>
              </a:rPr>
              <a:t>Formal Process:</a:t>
            </a:r>
            <a:r>
              <a:rPr lang="en-US" sz="2400" b="0" i="0" dirty="0">
                <a:solidFill>
                  <a:srgbClr val="0A0A0A"/>
                </a:solidFill>
                <a:effectLst/>
                <a:latin typeface="Lucida Sans Unicode" panose="020B0602030504020204" pitchFamily="34" charset="0"/>
                <a:cs typeface="Lucida Sans Unicode" panose="020B0602030504020204" pitchFamily="34" charset="0"/>
              </a:rPr>
              <a:t> Inspections often follow a formal process with defined roles (author, moderator, reader, recorder, inspector), preparation, structured meetings, and follow-up for defect resolution.</a:t>
            </a:r>
          </a:p>
          <a:p>
            <a:pPr algn="l">
              <a:spcBef>
                <a:spcPts val="750"/>
              </a:spcBef>
              <a:spcAft>
                <a:spcPts val="1500"/>
              </a:spcAft>
              <a:buFont typeface="Arial" panose="020B0604020202020204" pitchFamily="34" charset="0"/>
              <a:buChar char="•"/>
            </a:pPr>
            <a:r>
              <a:rPr lang="en-US" sz="2400" b="1" i="0" dirty="0">
                <a:solidFill>
                  <a:srgbClr val="0A0A0A"/>
                </a:solidFill>
                <a:effectLst/>
                <a:latin typeface="Lucida Sans Unicode" panose="020B0602030504020204" pitchFamily="34" charset="0"/>
                <a:cs typeface="Lucida Sans Unicode" panose="020B0602030504020204" pitchFamily="34" charset="0"/>
              </a:rPr>
              <a:t>Focus on Standards and Guidelines:</a:t>
            </a:r>
            <a:r>
              <a:rPr lang="en-US" sz="2400" b="0" i="0" dirty="0">
                <a:solidFill>
                  <a:srgbClr val="0A0A0A"/>
                </a:solidFill>
                <a:effectLst/>
                <a:latin typeface="Lucida Sans Unicode" panose="020B0602030504020204" pitchFamily="34" charset="0"/>
                <a:cs typeface="Lucida Sans Unicode" panose="020B0602030504020204" pitchFamily="34" charset="0"/>
              </a:rPr>
              <a:t> Inspectors look for deviations from established standards, guidelines, and best practices, as well as logical flaws and inconsistencies.</a:t>
            </a:r>
          </a:p>
        </p:txBody>
      </p:sp>
      <p:sp>
        <p:nvSpPr>
          <p:cNvPr id="4" name="Title 3">
            <a:extLst>
              <a:ext uri="{FF2B5EF4-FFF2-40B4-BE49-F238E27FC236}">
                <a16:creationId xmlns:a16="http://schemas.microsoft.com/office/drawing/2014/main" id="{FE65B5C2-C6C1-02A6-2074-FA5FFA14BC02}"/>
              </a:ext>
            </a:extLst>
          </p:cNvPr>
          <p:cNvSpPr>
            <a:spLocks noGrp="1"/>
          </p:cNvSpPr>
          <p:nvPr>
            <p:ph type="title"/>
          </p:nvPr>
        </p:nvSpPr>
        <p:spPr>
          <a:xfrm>
            <a:off x="914400" y="0"/>
            <a:ext cx="6705600" cy="615553"/>
          </a:xfrm>
        </p:spPr>
        <p:txBody>
          <a:bodyPr/>
          <a:lstStyle/>
          <a:p>
            <a:r>
              <a:rPr lang="en-US" i="0" dirty="0">
                <a:solidFill>
                  <a:srgbClr val="0A0A0A"/>
                </a:solidFill>
                <a:latin typeface="Lucida Sans Unicode" panose="020B0602030504020204" pitchFamily="34" charset="0"/>
                <a:cs typeface="Lucida Sans Unicode" panose="020B0602030504020204" pitchFamily="34" charset="0"/>
              </a:rPr>
              <a:t>Software Inspection</a:t>
            </a:r>
            <a:endParaRPr lang="en-US" dirty="0">
              <a:latin typeface="Lucida Sans Unicode" panose="020B0602030504020204" pitchFamily="34" charset="0"/>
              <a:cs typeface="Lucida Sans Unicode" panose="020B0602030504020204" pitchFamily="34" charset="0"/>
            </a:endParaRPr>
          </a:p>
        </p:txBody>
      </p:sp>
    </p:spTree>
    <p:extLst>
      <p:ext uri="{BB962C8B-B14F-4D97-AF65-F5344CB8AC3E}">
        <p14:creationId xmlns:p14="http://schemas.microsoft.com/office/powerpoint/2010/main" val="4991473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4929AF-1066-15EF-E533-CFCBC283B9C3}"/>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11D35696-D509-9DE7-7BD9-209CF401CA07}"/>
              </a:ext>
            </a:extLst>
          </p:cNvPr>
          <p:cNvSpPr txBox="1"/>
          <p:nvPr/>
        </p:nvSpPr>
        <p:spPr>
          <a:xfrm>
            <a:off x="152400" y="626439"/>
            <a:ext cx="8915401" cy="5693866"/>
          </a:xfrm>
          <a:prstGeom prst="rect">
            <a:avLst/>
          </a:prstGeom>
          <a:noFill/>
        </p:spPr>
        <p:txBody>
          <a:bodyPr wrap="square">
            <a:spAutoFit/>
          </a:bodyPr>
          <a:lstStyle/>
          <a:p>
            <a:r>
              <a:rPr lang="en-US" sz="2600" b="1" dirty="0"/>
              <a:t>Dynamic Analysis:</a:t>
            </a:r>
            <a:r>
              <a:rPr lang="en-US" sz="2600" dirty="0"/>
              <a:t> Testing is a dynamic process that involves executing the software or specific parts of it to observe its behavior and identify defects.</a:t>
            </a:r>
          </a:p>
          <a:p>
            <a:r>
              <a:rPr lang="en-US" sz="2600" b="1" dirty="0"/>
              <a:t>Verification and Validation:</a:t>
            </a:r>
            <a:r>
              <a:rPr lang="en-US" sz="2600" dirty="0"/>
              <a:t> Testing aims to verify that the software meets its specified requirements and to validate that it performs as expected from a user's perspective.</a:t>
            </a:r>
          </a:p>
          <a:p>
            <a:r>
              <a:rPr lang="en-US" sz="2600" b="1" dirty="0"/>
              <a:t>Various Levels:</a:t>
            </a:r>
            <a:r>
              <a:rPr lang="en-US" sz="2600" dirty="0"/>
              <a:t> Testing occurs at various levels, including unit testing, integration testing, system testing, and acceptance testing, each focusing on different aspects of the software.</a:t>
            </a:r>
          </a:p>
          <a:p>
            <a:r>
              <a:rPr lang="en-US" sz="2600" b="1" dirty="0"/>
              <a:t>Focus on Functionality and Performance:</a:t>
            </a:r>
            <a:r>
              <a:rPr lang="en-US" sz="2600" dirty="0"/>
              <a:t> Testers design and execute test cases to check for correct functionality, performance, security, usability, and other quality attributes</a:t>
            </a:r>
          </a:p>
        </p:txBody>
      </p:sp>
      <p:sp>
        <p:nvSpPr>
          <p:cNvPr id="4" name="Title 3">
            <a:extLst>
              <a:ext uri="{FF2B5EF4-FFF2-40B4-BE49-F238E27FC236}">
                <a16:creationId xmlns:a16="http://schemas.microsoft.com/office/drawing/2014/main" id="{2DE873F1-8B39-9C04-A5BE-AEA43D309388}"/>
              </a:ext>
            </a:extLst>
          </p:cNvPr>
          <p:cNvSpPr>
            <a:spLocks noGrp="1"/>
          </p:cNvSpPr>
          <p:nvPr>
            <p:ph type="title"/>
          </p:nvPr>
        </p:nvSpPr>
        <p:spPr>
          <a:xfrm>
            <a:off x="914400" y="0"/>
            <a:ext cx="6705600" cy="615553"/>
          </a:xfrm>
        </p:spPr>
        <p:txBody>
          <a:bodyPr/>
          <a:lstStyle/>
          <a:p>
            <a:r>
              <a:rPr lang="en-US" i="0" dirty="0"/>
              <a:t>Software Testing</a:t>
            </a:r>
            <a:endParaRPr lang="en-US" dirty="0">
              <a:latin typeface="Lucida Sans Unicode" panose="020B0602030504020204" pitchFamily="34" charset="0"/>
              <a:cs typeface="Lucida Sans Unicode" panose="020B0602030504020204" pitchFamily="34" charset="0"/>
            </a:endParaRPr>
          </a:p>
        </p:txBody>
      </p:sp>
    </p:spTree>
    <p:extLst>
      <p:ext uri="{BB962C8B-B14F-4D97-AF65-F5344CB8AC3E}">
        <p14:creationId xmlns:p14="http://schemas.microsoft.com/office/powerpoint/2010/main" val="18488194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E350DF-E32E-EE15-8307-22ACC241A668}"/>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C093DB90-3DC4-2CA2-E73F-4E4984D7EF2F}"/>
              </a:ext>
            </a:extLst>
          </p:cNvPr>
          <p:cNvSpPr>
            <a:spLocks noGrp="1"/>
          </p:cNvSpPr>
          <p:nvPr>
            <p:ph type="title"/>
          </p:nvPr>
        </p:nvSpPr>
        <p:spPr>
          <a:xfrm>
            <a:off x="1371600" y="381000"/>
            <a:ext cx="6705600" cy="615553"/>
          </a:xfrm>
        </p:spPr>
        <p:txBody>
          <a:bodyPr/>
          <a:lstStyle/>
          <a:p>
            <a:r>
              <a:rPr lang="en-US" i="0" dirty="0"/>
              <a:t>Key Differences Summarized </a:t>
            </a:r>
            <a:endParaRPr lang="en-US" dirty="0">
              <a:latin typeface="Lucida Sans Unicode" panose="020B0602030504020204" pitchFamily="34" charset="0"/>
              <a:cs typeface="Lucida Sans Unicode" panose="020B0602030504020204" pitchFamily="34" charset="0"/>
            </a:endParaRPr>
          </a:p>
        </p:txBody>
      </p:sp>
      <p:graphicFrame>
        <p:nvGraphicFramePr>
          <p:cNvPr id="2" name="Table 1">
            <a:extLst>
              <a:ext uri="{FF2B5EF4-FFF2-40B4-BE49-F238E27FC236}">
                <a16:creationId xmlns:a16="http://schemas.microsoft.com/office/drawing/2014/main" id="{8A3A6010-98AC-DA65-C081-E10AA7ED9692}"/>
              </a:ext>
            </a:extLst>
          </p:cNvPr>
          <p:cNvGraphicFramePr>
            <a:graphicFrameLocks noGrp="1"/>
          </p:cNvGraphicFramePr>
          <p:nvPr>
            <p:extLst>
              <p:ext uri="{D42A27DB-BD31-4B8C-83A1-F6EECF244321}">
                <p14:modId xmlns:p14="http://schemas.microsoft.com/office/powerpoint/2010/main" val="1436182536"/>
              </p:ext>
            </p:extLst>
          </p:nvPr>
        </p:nvGraphicFramePr>
        <p:xfrm>
          <a:off x="152400" y="1470819"/>
          <a:ext cx="8610600" cy="5090160"/>
        </p:xfrm>
        <a:graphic>
          <a:graphicData uri="http://schemas.openxmlformats.org/drawingml/2006/table">
            <a:tbl>
              <a:tblPr/>
              <a:tblGrid>
                <a:gridCol w="2870200">
                  <a:extLst>
                    <a:ext uri="{9D8B030D-6E8A-4147-A177-3AD203B41FA5}">
                      <a16:colId xmlns:a16="http://schemas.microsoft.com/office/drawing/2014/main" val="78296353"/>
                    </a:ext>
                  </a:extLst>
                </a:gridCol>
                <a:gridCol w="2870200">
                  <a:extLst>
                    <a:ext uri="{9D8B030D-6E8A-4147-A177-3AD203B41FA5}">
                      <a16:colId xmlns:a16="http://schemas.microsoft.com/office/drawing/2014/main" val="1155115711"/>
                    </a:ext>
                  </a:extLst>
                </a:gridCol>
                <a:gridCol w="2870200">
                  <a:extLst>
                    <a:ext uri="{9D8B030D-6E8A-4147-A177-3AD203B41FA5}">
                      <a16:colId xmlns:a16="http://schemas.microsoft.com/office/drawing/2014/main" val="1312875474"/>
                    </a:ext>
                  </a:extLst>
                </a:gridCol>
              </a:tblGrid>
              <a:tr h="0">
                <a:tc>
                  <a:txBody>
                    <a:bodyPr/>
                    <a:lstStyle/>
                    <a:p>
                      <a:pPr algn="l" fontAlgn="t">
                        <a:lnSpc>
                          <a:spcPct val="100000"/>
                        </a:lnSpc>
                        <a:buNone/>
                      </a:pPr>
                      <a:r>
                        <a:rPr lang="en-US" sz="2800" b="1">
                          <a:effectLst/>
                        </a:rPr>
                        <a:t>Feature</a:t>
                      </a:r>
                    </a:p>
                  </a:txBody>
                  <a:tcPr marB="76200">
                    <a:lnL>
                      <a:noFill/>
                    </a:lnL>
                    <a:lnR>
                      <a:noFill/>
                    </a:lnR>
                    <a:lnT>
                      <a:noFill/>
                    </a:lnT>
                    <a:lnB w="4229" cap="flat" cmpd="sng" algn="ctr">
                      <a:solidFill>
                        <a:srgbClr val="A3C9FF"/>
                      </a:solidFill>
                      <a:prstDash val="solid"/>
                      <a:round/>
                      <a:headEnd type="none" w="med" len="med"/>
                      <a:tailEnd type="none" w="med" len="med"/>
                    </a:lnB>
                    <a:solidFill>
                      <a:srgbClr val="FFFFFF"/>
                    </a:solidFill>
                  </a:tcPr>
                </a:tc>
                <a:tc>
                  <a:txBody>
                    <a:bodyPr/>
                    <a:lstStyle/>
                    <a:p>
                      <a:pPr algn="l" fontAlgn="t">
                        <a:lnSpc>
                          <a:spcPct val="100000"/>
                        </a:lnSpc>
                        <a:buNone/>
                      </a:pPr>
                      <a:r>
                        <a:rPr lang="en-US" sz="2800" b="1">
                          <a:effectLst/>
                        </a:rPr>
                        <a:t>Software Inspection</a:t>
                      </a:r>
                    </a:p>
                  </a:txBody>
                  <a:tcPr marB="76200">
                    <a:lnL>
                      <a:noFill/>
                    </a:lnL>
                    <a:lnR>
                      <a:noFill/>
                    </a:lnR>
                    <a:lnT>
                      <a:noFill/>
                    </a:lnT>
                    <a:lnB w="4229" cap="flat" cmpd="sng" algn="ctr">
                      <a:solidFill>
                        <a:srgbClr val="A3C9FF"/>
                      </a:solidFill>
                      <a:prstDash val="solid"/>
                      <a:round/>
                      <a:headEnd type="none" w="med" len="med"/>
                      <a:tailEnd type="none" w="med" len="med"/>
                    </a:lnB>
                    <a:solidFill>
                      <a:srgbClr val="FFFFFF"/>
                    </a:solidFill>
                  </a:tcPr>
                </a:tc>
                <a:tc>
                  <a:txBody>
                    <a:bodyPr/>
                    <a:lstStyle/>
                    <a:p>
                      <a:pPr algn="l" fontAlgn="t">
                        <a:lnSpc>
                          <a:spcPct val="100000"/>
                        </a:lnSpc>
                        <a:buNone/>
                      </a:pPr>
                      <a:r>
                        <a:rPr lang="en-US" sz="2800" b="1" dirty="0">
                          <a:effectLst/>
                        </a:rPr>
                        <a:t>Software Testing</a:t>
                      </a:r>
                    </a:p>
                  </a:txBody>
                  <a:tcPr marB="76200">
                    <a:lnL>
                      <a:noFill/>
                    </a:lnL>
                    <a:lnR>
                      <a:noFill/>
                    </a:lnR>
                    <a:lnT>
                      <a:noFill/>
                    </a:lnT>
                    <a:lnB w="4229" cap="flat" cmpd="sng" algn="ctr">
                      <a:solidFill>
                        <a:srgbClr val="A3C9FF"/>
                      </a:solidFill>
                      <a:prstDash val="solid"/>
                      <a:round/>
                      <a:headEnd type="none" w="med" len="med"/>
                      <a:tailEnd type="none" w="med" len="med"/>
                    </a:lnB>
                    <a:solidFill>
                      <a:srgbClr val="FFFFFF"/>
                    </a:solidFill>
                  </a:tcPr>
                </a:tc>
                <a:extLst>
                  <a:ext uri="{0D108BD9-81ED-4DB2-BD59-A6C34878D82A}">
                    <a16:rowId xmlns:a16="http://schemas.microsoft.com/office/drawing/2014/main" val="1783654874"/>
                  </a:ext>
                </a:extLst>
              </a:tr>
              <a:tr h="0">
                <a:tc>
                  <a:txBody>
                    <a:bodyPr/>
                    <a:lstStyle/>
                    <a:p>
                      <a:pPr fontAlgn="t">
                        <a:lnSpc>
                          <a:spcPct val="100000"/>
                        </a:lnSpc>
                        <a:buNone/>
                      </a:pPr>
                      <a:r>
                        <a:rPr lang="en-US" sz="2200">
                          <a:effectLst/>
                        </a:rPr>
                        <a:t>Nature</a:t>
                      </a:r>
                    </a:p>
                  </a:txBody>
                  <a:tcPr marT="76200" marB="76200">
                    <a:lnL>
                      <a:noFill/>
                    </a:lnL>
                    <a:lnR>
                      <a:noFill/>
                    </a:lnR>
                    <a:lnT w="4229" cap="flat" cmpd="sng" algn="ctr">
                      <a:solidFill>
                        <a:srgbClr val="A3C9FF"/>
                      </a:solidFill>
                      <a:prstDash val="solid"/>
                      <a:round/>
                      <a:headEnd type="none" w="med" len="med"/>
                      <a:tailEnd type="none" w="med" len="med"/>
                    </a:lnT>
                    <a:lnB w="4229" cap="flat" cmpd="sng" algn="ctr">
                      <a:solidFill>
                        <a:srgbClr val="A3C9FF"/>
                      </a:solidFill>
                      <a:prstDash val="solid"/>
                      <a:round/>
                      <a:headEnd type="none" w="med" len="med"/>
                      <a:tailEnd type="none" w="med" len="med"/>
                    </a:lnB>
                    <a:solidFill>
                      <a:srgbClr val="FFFFFF"/>
                    </a:solidFill>
                  </a:tcPr>
                </a:tc>
                <a:tc>
                  <a:txBody>
                    <a:bodyPr/>
                    <a:lstStyle/>
                    <a:p>
                      <a:pPr fontAlgn="t">
                        <a:lnSpc>
                          <a:spcPct val="100000"/>
                        </a:lnSpc>
                        <a:buNone/>
                      </a:pPr>
                      <a:r>
                        <a:rPr lang="en-US" sz="2200">
                          <a:effectLst/>
                        </a:rPr>
                        <a:t>Static (manual review)</a:t>
                      </a:r>
                    </a:p>
                  </a:txBody>
                  <a:tcPr marT="76200" marB="76200">
                    <a:lnL>
                      <a:noFill/>
                    </a:lnL>
                    <a:lnR>
                      <a:noFill/>
                    </a:lnR>
                    <a:lnT w="4229" cap="flat" cmpd="sng" algn="ctr">
                      <a:solidFill>
                        <a:srgbClr val="A3C9FF"/>
                      </a:solidFill>
                      <a:prstDash val="solid"/>
                      <a:round/>
                      <a:headEnd type="none" w="med" len="med"/>
                      <a:tailEnd type="none" w="med" len="med"/>
                    </a:lnT>
                    <a:lnB w="4229" cap="flat" cmpd="sng" algn="ctr">
                      <a:solidFill>
                        <a:srgbClr val="A3C9FF"/>
                      </a:solidFill>
                      <a:prstDash val="solid"/>
                      <a:round/>
                      <a:headEnd type="none" w="med" len="med"/>
                      <a:tailEnd type="none" w="med" len="med"/>
                    </a:lnB>
                    <a:solidFill>
                      <a:srgbClr val="FFFFFF"/>
                    </a:solidFill>
                  </a:tcPr>
                </a:tc>
                <a:tc>
                  <a:txBody>
                    <a:bodyPr/>
                    <a:lstStyle/>
                    <a:p>
                      <a:pPr fontAlgn="t">
                        <a:lnSpc>
                          <a:spcPct val="100000"/>
                        </a:lnSpc>
                        <a:buNone/>
                      </a:pPr>
                      <a:r>
                        <a:rPr lang="en-US" sz="2200" dirty="0">
                          <a:effectLst/>
                        </a:rPr>
                        <a:t>Dynamic (code execution)</a:t>
                      </a:r>
                    </a:p>
                  </a:txBody>
                  <a:tcPr marT="76200" marB="76200">
                    <a:lnL>
                      <a:noFill/>
                    </a:lnL>
                    <a:lnR>
                      <a:noFill/>
                    </a:lnR>
                    <a:lnT w="4229" cap="flat" cmpd="sng" algn="ctr">
                      <a:solidFill>
                        <a:srgbClr val="A3C9FF"/>
                      </a:solidFill>
                      <a:prstDash val="solid"/>
                      <a:round/>
                      <a:headEnd type="none" w="med" len="med"/>
                      <a:tailEnd type="none" w="med" len="med"/>
                    </a:lnT>
                    <a:lnB w="4229" cap="flat" cmpd="sng" algn="ctr">
                      <a:solidFill>
                        <a:srgbClr val="A3C9FF"/>
                      </a:solidFill>
                      <a:prstDash val="solid"/>
                      <a:round/>
                      <a:headEnd type="none" w="med" len="med"/>
                      <a:tailEnd type="none" w="med" len="med"/>
                    </a:lnB>
                    <a:solidFill>
                      <a:srgbClr val="FFFFFF"/>
                    </a:solidFill>
                  </a:tcPr>
                </a:tc>
                <a:extLst>
                  <a:ext uri="{0D108BD9-81ED-4DB2-BD59-A6C34878D82A}">
                    <a16:rowId xmlns:a16="http://schemas.microsoft.com/office/drawing/2014/main" val="2490081257"/>
                  </a:ext>
                </a:extLst>
              </a:tr>
              <a:tr h="0">
                <a:tc>
                  <a:txBody>
                    <a:bodyPr/>
                    <a:lstStyle/>
                    <a:p>
                      <a:pPr fontAlgn="t">
                        <a:lnSpc>
                          <a:spcPct val="100000"/>
                        </a:lnSpc>
                        <a:buNone/>
                      </a:pPr>
                      <a:r>
                        <a:rPr lang="en-US" sz="2200">
                          <a:effectLst/>
                        </a:rPr>
                        <a:t>Timing</a:t>
                      </a:r>
                    </a:p>
                  </a:txBody>
                  <a:tcPr marT="76200" marB="76200">
                    <a:lnL>
                      <a:noFill/>
                    </a:lnL>
                    <a:lnR>
                      <a:noFill/>
                    </a:lnR>
                    <a:lnT w="4229" cap="flat" cmpd="sng" algn="ctr">
                      <a:solidFill>
                        <a:srgbClr val="A3C9FF"/>
                      </a:solidFill>
                      <a:prstDash val="solid"/>
                      <a:round/>
                      <a:headEnd type="none" w="med" len="med"/>
                      <a:tailEnd type="none" w="med" len="med"/>
                    </a:lnT>
                    <a:lnB w="4229" cap="flat" cmpd="sng" algn="ctr">
                      <a:solidFill>
                        <a:srgbClr val="A3C9FF"/>
                      </a:solidFill>
                      <a:prstDash val="solid"/>
                      <a:round/>
                      <a:headEnd type="none" w="med" len="med"/>
                      <a:tailEnd type="none" w="med" len="med"/>
                    </a:lnB>
                    <a:solidFill>
                      <a:srgbClr val="FFFFFF"/>
                    </a:solidFill>
                  </a:tcPr>
                </a:tc>
                <a:tc>
                  <a:txBody>
                    <a:bodyPr/>
                    <a:lstStyle/>
                    <a:p>
                      <a:pPr fontAlgn="t">
                        <a:lnSpc>
                          <a:spcPct val="100000"/>
                        </a:lnSpc>
                        <a:buNone/>
                      </a:pPr>
                      <a:r>
                        <a:rPr lang="en-US" sz="2200" dirty="0">
                          <a:effectLst/>
                        </a:rPr>
                        <a:t>Earlier in SDLC</a:t>
                      </a:r>
                    </a:p>
                  </a:txBody>
                  <a:tcPr marT="76200" marB="76200">
                    <a:lnL>
                      <a:noFill/>
                    </a:lnL>
                    <a:lnR>
                      <a:noFill/>
                    </a:lnR>
                    <a:lnT w="4229" cap="flat" cmpd="sng" algn="ctr">
                      <a:solidFill>
                        <a:srgbClr val="A3C9FF"/>
                      </a:solidFill>
                      <a:prstDash val="solid"/>
                      <a:round/>
                      <a:headEnd type="none" w="med" len="med"/>
                      <a:tailEnd type="none" w="med" len="med"/>
                    </a:lnT>
                    <a:lnB w="4229" cap="flat" cmpd="sng" algn="ctr">
                      <a:solidFill>
                        <a:srgbClr val="A3C9FF"/>
                      </a:solidFill>
                      <a:prstDash val="solid"/>
                      <a:round/>
                      <a:headEnd type="none" w="med" len="med"/>
                      <a:tailEnd type="none" w="med" len="med"/>
                    </a:lnB>
                    <a:solidFill>
                      <a:srgbClr val="FFFFFF"/>
                    </a:solidFill>
                  </a:tcPr>
                </a:tc>
                <a:tc>
                  <a:txBody>
                    <a:bodyPr/>
                    <a:lstStyle/>
                    <a:p>
                      <a:pPr fontAlgn="t">
                        <a:lnSpc>
                          <a:spcPct val="100000"/>
                        </a:lnSpc>
                        <a:buNone/>
                      </a:pPr>
                      <a:r>
                        <a:rPr lang="en-US" sz="2200">
                          <a:effectLst/>
                        </a:rPr>
                        <a:t>Later in SDLC</a:t>
                      </a:r>
                    </a:p>
                  </a:txBody>
                  <a:tcPr marT="76200" marB="76200">
                    <a:lnL>
                      <a:noFill/>
                    </a:lnL>
                    <a:lnR>
                      <a:noFill/>
                    </a:lnR>
                    <a:lnT w="4229" cap="flat" cmpd="sng" algn="ctr">
                      <a:solidFill>
                        <a:srgbClr val="A3C9FF"/>
                      </a:solidFill>
                      <a:prstDash val="solid"/>
                      <a:round/>
                      <a:headEnd type="none" w="med" len="med"/>
                      <a:tailEnd type="none" w="med" len="med"/>
                    </a:lnT>
                    <a:lnB w="4229" cap="flat" cmpd="sng" algn="ctr">
                      <a:solidFill>
                        <a:srgbClr val="A3C9FF"/>
                      </a:solidFill>
                      <a:prstDash val="solid"/>
                      <a:round/>
                      <a:headEnd type="none" w="med" len="med"/>
                      <a:tailEnd type="none" w="med" len="med"/>
                    </a:lnB>
                    <a:solidFill>
                      <a:srgbClr val="FFFFFF"/>
                    </a:solidFill>
                  </a:tcPr>
                </a:tc>
                <a:extLst>
                  <a:ext uri="{0D108BD9-81ED-4DB2-BD59-A6C34878D82A}">
                    <a16:rowId xmlns:a16="http://schemas.microsoft.com/office/drawing/2014/main" val="266909836"/>
                  </a:ext>
                </a:extLst>
              </a:tr>
              <a:tr h="0">
                <a:tc>
                  <a:txBody>
                    <a:bodyPr/>
                    <a:lstStyle/>
                    <a:p>
                      <a:pPr fontAlgn="t">
                        <a:lnSpc>
                          <a:spcPct val="100000"/>
                        </a:lnSpc>
                        <a:buNone/>
                      </a:pPr>
                      <a:r>
                        <a:rPr lang="en-US" sz="2200">
                          <a:effectLst/>
                        </a:rPr>
                        <a:t>Focus</a:t>
                      </a:r>
                    </a:p>
                  </a:txBody>
                  <a:tcPr marT="76200" marB="76200">
                    <a:lnL>
                      <a:noFill/>
                    </a:lnL>
                    <a:lnR>
                      <a:noFill/>
                    </a:lnR>
                    <a:lnT w="4229" cap="flat" cmpd="sng" algn="ctr">
                      <a:solidFill>
                        <a:srgbClr val="A3C9FF"/>
                      </a:solidFill>
                      <a:prstDash val="solid"/>
                      <a:round/>
                      <a:headEnd type="none" w="med" len="med"/>
                      <a:tailEnd type="none" w="med" len="med"/>
                    </a:lnT>
                    <a:lnB w="4229" cap="flat" cmpd="sng" algn="ctr">
                      <a:solidFill>
                        <a:srgbClr val="A3C9FF"/>
                      </a:solidFill>
                      <a:prstDash val="solid"/>
                      <a:round/>
                      <a:headEnd type="none" w="med" len="med"/>
                      <a:tailEnd type="none" w="med" len="med"/>
                    </a:lnB>
                    <a:solidFill>
                      <a:srgbClr val="FFFFFF"/>
                    </a:solidFill>
                  </a:tcPr>
                </a:tc>
                <a:tc>
                  <a:txBody>
                    <a:bodyPr/>
                    <a:lstStyle/>
                    <a:p>
                      <a:pPr fontAlgn="t">
                        <a:lnSpc>
                          <a:spcPct val="100000"/>
                        </a:lnSpc>
                        <a:buNone/>
                      </a:pPr>
                      <a:r>
                        <a:rPr lang="en-US" sz="2200" dirty="0">
                          <a:effectLst/>
                        </a:rPr>
                        <a:t>Defect prevention, adherence to standards</a:t>
                      </a:r>
                    </a:p>
                  </a:txBody>
                  <a:tcPr marT="76200" marB="76200">
                    <a:lnL>
                      <a:noFill/>
                    </a:lnL>
                    <a:lnR>
                      <a:noFill/>
                    </a:lnR>
                    <a:lnT w="4229" cap="flat" cmpd="sng" algn="ctr">
                      <a:solidFill>
                        <a:srgbClr val="A3C9FF"/>
                      </a:solidFill>
                      <a:prstDash val="solid"/>
                      <a:round/>
                      <a:headEnd type="none" w="med" len="med"/>
                      <a:tailEnd type="none" w="med" len="med"/>
                    </a:lnT>
                    <a:lnB w="4229" cap="flat" cmpd="sng" algn="ctr">
                      <a:solidFill>
                        <a:srgbClr val="A3C9FF"/>
                      </a:solidFill>
                      <a:prstDash val="solid"/>
                      <a:round/>
                      <a:headEnd type="none" w="med" len="med"/>
                      <a:tailEnd type="none" w="med" len="med"/>
                    </a:lnB>
                    <a:solidFill>
                      <a:srgbClr val="FFFFFF"/>
                    </a:solidFill>
                  </a:tcPr>
                </a:tc>
                <a:tc>
                  <a:txBody>
                    <a:bodyPr/>
                    <a:lstStyle/>
                    <a:p>
                      <a:pPr fontAlgn="t">
                        <a:lnSpc>
                          <a:spcPct val="100000"/>
                        </a:lnSpc>
                        <a:buNone/>
                      </a:pPr>
                      <a:r>
                        <a:rPr lang="en-US" sz="2200">
                          <a:effectLst/>
                        </a:rPr>
                        <a:t>Defect detection, functional validation</a:t>
                      </a:r>
                    </a:p>
                  </a:txBody>
                  <a:tcPr marT="76200" marB="76200">
                    <a:lnL>
                      <a:noFill/>
                    </a:lnL>
                    <a:lnR>
                      <a:noFill/>
                    </a:lnR>
                    <a:lnT w="4229" cap="flat" cmpd="sng" algn="ctr">
                      <a:solidFill>
                        <a:srgbClr val="A3C9FF"/>
                      </a:solidFill>
                      <a:prstDash val="solid"/>
                      <a:round/>
                      <a:headEnd type="none" w="med" len="med"/>
                      <a:tailEnd type="none" w="med" len="med"/>
                    </a:lnT>
                    <a:lnB w="4229" cap="flat" cmpd="sng" algn="ctr">
                      <a:solidFill>
                        <a:srgbClr val="A3C9FF"/>
                      </a:solidFill>
                      <a:prstDash val="solid"/>
                      <a:round/>
                      <a:headEnd type="none" w="med" len="med"/>
                      <a:tailEnd type="none" w="med" len="med"/>
                    </a:lnB>
                    <a:solidFill>
                      <a:srgbClr val="FFFFFF"/>
                    </a:solidFill>
                  </a:tcPr>
                </a:tc>
                <a:extLst>
                  <a:ext uri="{0D108BD9-81ED-4DB2-BD59-A6C34878D82A}">
                    <a16:rowId xmlns:a16="http://schemas.microsoft.com/office/drawing/2014/main" val="1482122876"/>
                  </a:ext>
                </a:extLst>
              </a:tr>
              <a:tr h="0">
                <a:tc>
                  <a:txBody>
                    <a:bodyPr/>
                    <a:lstStyle/>
                    <a:p>
                      <a:pPr fontAlgn="t">
                        <a:lnSpc>
                          <a:spcPct val="100000"/>
                        </a:lnSpc>
                        <a:buNone/>
                      </a:pPr>
                      <a:r>
                        <a:rPr lang="en-US" sz="2200">
                          <a:effectLst/>
                        </a:rPr>
                        <a:t>Method</a:t>
                      </a:r>
                    </a:p>
                  </a:txBody>
                  <a:tcPr marT="76200" marB="76200">
                    <a:lnL>
                      <a:noFill/>
                    </a:lnL>
                    <a:lnR>
                      <a:noFill/>
                    </a:lnR>
                    <a:lnT w="4229" cap="flat" cmpd="sng" algn="ctr">
                      <a:solidFill>
                        <a:srgbClr val="A3C9FF"/>
                      </a:solidFill>
                      <a:prstDash val="solid"/>
                      <a:round/>
                      <a:headEnd type="none" w="med" len="med"/>
                      <a:tailEnd type="none" w="med" len="med"/>
                    </a:lnT>
                    <a:lnB w="4229" cap="flat" cmpd="sng" algn="ctr">
                      <a:solidFill>
                        <a:srgbClr val="A3C9FF"/>
                      </a:solidFill>
                      <a:prstDash val="solid"/>
                      <a:round/>
                      <a:headEnd type="none" w="med" len="med"/>
                      <a:tailEnd type="none" w="med" len="med"/>
                    </a:lnB>
                    <a:solidFill>
                      <a:srgbClr val="FFFFFF"/>
                    </a:solidFill>
                  </a:tcPr>
                </a:tc>
                <a:tc>
                  <a:txBody>
                    <a:bodyPr/>
                    <a:lstStyle/>
                    <a:p>
                      <a:pPr fontAlgn="t">
                        <a:lnSpc>
                          <a:spcPct val="100000"/>
                        </a:lnSpc>
                        <a:buNone/>
                      </a:pPr>
                      <a:r>
                        <a:rPr lang="en-US" sz="2200">
                          <a:effectLst/>
                        </a:rPr>
                        <a:t>Systematic review meetings, checklists</a:t>
                      </a:r>
                    </a:p>
                  </a:txBody>
                  <a:tcPr marT="76200" marB="76200">
                    <a:lnL>
                      <a:noFill/>
                    </a:lnL>
                    <a:lnR>
                      <a:noFill/>
                    </a:lnR>
                    <a:lnT w="4229" cap="flat" cmpd="sng" algn="ctr">
                      <a:solidFill>
                        <a:srgbClr val="A3C9FF"/>
                      </a:solidFill>
                      <a:prstDash val="solid"/>
                      <a:round/>
                      <a:headEnd type="none" w="med" len="med"/>
                      <a:tailEnd type="none" w="med" len="med"/>
                    </a:lnT>
                    <a:lnB w="4229" cap="flat" cmpd="sng" algn="ctr">
                      <a:solidFill>
                        <a:srgbClr val="A3C9FF"/>
                      </a:solidFill>
                      <a:prstDash val="solid"/>
                      <a:round/>
                      <a:headEnd type="none" w="med" len="med"/>
                      <a:tailEnd type="none" w="med" len="med"/>
                    </a:lnB>
                    <a:solidFill>
                      <a:srgbClr val="FFFFFF"/>
                    </a:solidFill>
                  </a:tcPr>
                </a:tc>
                <a:tc>
                  <a:txBody>
                    <a:bodyPr/>
                    <a:lstStyle/>
                    <a:p>
                      <a:pPr fontAlgn="t">
                        <a:lnSpc>
                          <a:spcPct val="100000"/>
                        </a:lnSpc>
                        <a:buNone/>
                      </a:pPr>
                      <a:r>
                        <a:rPr lang="en-US" sz="2200">
                          <a:effectLst/>
                        </a:rPr>
                        <a:t>Test case execution, bug reporting</a:t>
                      </a:r>
                    </a:p>
                  </a:txBody>
                  <a:tcPr marT="76200" marB="76200">
                    <a:lnL>
                      <a:noFill/>
                    </a:lnL>
                    <a:lnR>
                      <a:noFill/>
                    </a:lnR>
                    <a:lnT w="4229" cap="flat" cmpd="sng" algn="ctr">
                      <a:solidFill>
                        <a:srgbClr val="A3C9FF"/>
                      </a:solidFill>
                      <a:prstDash val="solid"/>
                      <a:round/>
                      <a:headEnd type="none" w="med" len="med"/>
                      <a:tailEnd type="none" w="med" len="med"/>
                    </a:lnT>
                    <a:lnB w="4229" cap="flat" cmpd="sng" algn="ctr">
                      <a:solidFill>
                        <a:srgbClr val="A3C9FF"/>
                      </a:solidFill>
                      <a:prstDash val="solid"/>
                      <a:round/>
                      <a:headEnd type="none" w="med" len="med"/>
                      <a:tailEnd type="none" w="med" len="med"/>
                    </a:lnB>
                    <a:solidFill>
                      <a:srgbClr val="FFFFFF"/>
                    </a:solidFill>
                  </a:tcPr>
                </a:tc>
                <a:extLst>
                  <a:ext uri="{0D108BD9-81ED-4DB2-BD59-A6C34878D82A}">
                    <a16:rowId xmlns:a16="http://schemas.microsoft.com/office/drawing/2014/main" val="1351636707"/>
                  </a:ext>
                </a:extLst>
              </a:tr>
              <a:tr h="0">
                <a:tc>
                  <a:txBody>
                    <a:bodyPr/>
                    <a:lstStyle/>
                    <a:p>
                      <a:pPr fontAlgn="t">
                        <a:lnSpc>
                          <a:spcPct val="100000"/>
                        </a:lnSpc>
                        <a:buNone/>
                      </a:pPr>
                      <a:r>
                        <a:rPr lang="en-US" sz="2200">
                          <a:effectLst/>
                        </a:rPr>
                        <a:t>Artifacts</a:t>
                      </a:r>
                    </a:p>
                  </a:txBody>
                  <a:tcPr marT="76200" marB="76200">
                    <a:lnL>
                      <a:noFill/>
                    </a:lnL>
                    <a:lnR>
                      <a:noFill/>
                    </a:lnR>
                    <a:lnT w="4229" cap="flat" cmpd="sng" algn="ctr">
                      <a:solidFill>
                        <a:srgbClr val="A3C9FF"/>
                      </a:solidFill>
                      <a:prstDash val="solid"/>
                      <a:round/>
                      <a:headEnd type="none" w="med" len="med"/>
                      <a:tailEnd type="none" w="med" len="med"/>
                    </a:lnT>
                    <a:lnB w="4229" cap="flat" cmpd="sng" algn="ctr">
                      <a:solidFill>
                        <a:srgbClr val="A3C9FF"/>
                      </a:solidFill>
                      <a:prstDash val="solid"/>
                      <a:round/>
                      <a:headEnd type="none" w="med" len="med"/>
                      <a:tailEnd type="none" w="med" len="med"/>
                    </a:lnB>
                    <a:solidFill>
                      <a:srgbClr val="FFFFFF"/>
                    </a:solidFill>
                  </a:tcPr>
                </a:tc>
                <a:tc>
                  <a:txBody>
                    <a:bodyPr/>
                    <a:lstStyle/>
                    <a:p>
                      <a:pPr fontAlgn="t">
                        <a:lnSpc>
                          <a:spcPct val="100000"/>
                        </a:lnSpc>
                        <a:buNone/>
                      </a:pPr>
                      <a:r>
                        <a:rPr lang="en-US" sz="2200">
                          <a:effectLst/>
                        </a:rPr>
                        <a:t>Requirements, design docs, code</a:t>
                      </a:r>
                    </a:p>
                  </a:txBody>
                  <a:tcPr marT="76200" marB="76200">
                    <a:lnL>
                      <a:noFill/>
                    </a:lnL>
                    <a:lnR>
                      <a:noFill/>
                    </a:lnR>
                    <a:lnT w="4229" cap="flat" cmpd="sng" algn="ctr">
                      <a:solidFill>
                        <a:srgbClr val="A3C9FF"/>
                      </a:solidFill>
                      <a:prstDash val="solid"/>
                      <a:round/>
                      <a:headEnd type="none" w="med" len="med"/>
                      <a:tailEnd type="none" w="med" len="med"/>
                    </a:lnT>
                    <a:lnB w="4229" cap="flat" cmpd="sng" algn="ctr">
                      <a:solidFill>
                        <a:srgbClr val="A3C9FF"/>
                      </a:solidFill>
                      <a:prstDash val="solid"/>
                      <a:round/>
                      <a:headEnd type="none" w="med" len="med"/>
                      <a:tailEnd type="none" w="med" len="med"/>
                    </a:lnB>
                    <a:solidFill>
                      <a:srgbClr val="FFFFFF"/>
                    </a:solidFill>
                  </a:tcPr>
                </a:tc>
                <a:tc>
                  <a:txBody>
                    <a:bodyPr/>
                    <a:lstStyle/>
                    <a:p>
                      <a:pPr fontAlgn="t">
                        <a:lnSpc>
                          <a:spcPct val="100000"/>
                        </a:lnSpc>
                        <a:buNone/>
                      </a:pPr>
                      <a:r>
                        <a:rPr lang="en-US" sz="2200" dirty="0">
                          <a:effectLst/>
                        </a:rPr>
                        <a:t>Executable code</a:t>
                      </a:r>
                    </a:p>
                  </a:txBody>
                  <a:tcPr marT="76200" marB="76200">
                    <a:lnL>
                      <a:noFill/>
                    </a:lnL>
                    <a:lnR>
                      <a:noFill/>
                    </a:lnR>
                    <a:lnT w="4229" cap="flat" cmpd="sng" algn="ctr">
                      <a:solidFill>
                        <a:srgbClr val="A3C9FF"/>
                      </a:solidFill>
                      <a:prstDash val="solid"/>
                      <a:round/>
                      <a:headEnd type="none" w="med" len="med"/>
                      <a:tailEnd type="none" w="med" len="med"/>
                    </a:lnT>
                    <a:lnB w="4229" cap="flat" cmpd="sng" algn="ctr">
                      <a:solidFill>
                        <a:srgbClr val="A3C9FF"/>
                      </a:solidFill>
                      <a:prstDash val="solid"/>
                      <a:round/>
                      <a:headEnd type="none" w="med" len="med"/>
                      <a:tailEnd type="none" w="med" len="med"/>
                    </a:lnB>
                    <a:solidFill>
                      <a:srgbClr val="FFFFFF"/>
                    </a:solidFill>
                  </a:tcPr>
                </a:tc>
                <a:extLst>
                  <a:ext uri="{0D108BD9-81ED-4DB2-BD59-A6C34878D82A}">
                    <a16:rowId xmlns:a16="http://schemas.microsoft.com/office/drawing/2014/main" val="1375315708"/>
                  </a:ext>
                </a:extLst>
              </a:tr>
            </a:tbl>
          </a:graphicData>
        </a:graphic>
      </p:graphicFrame>
    </p:spTree>
    <p:extLst>
      <p:ext uri="{BB962C8B-B14F-4D97-AF65-F5344CB8AC3E}">
        <p14:creationId xmlns:p14="http://schemas.microsoft.com/office/powerpoint/2010/main" val="35309172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645057" y="1464640"/>
            <a:ext cx="7983575" cy="3107360"/>
          </a:xfrm>
          <a:prstGeom prst="rect">
            <a:avLst/>
          </a:prstGeom>
        </p:spPr>
        <p:txBody>
          <a:bodyPr vert="horz" wrap="square" lIns="0" tIns="12700" rIns="0" bIns="0" rtlCol="0">
            <a:spAutoFit/>
          </a:bodyPr>
          <a:lstStyle/>
          <a:p>
            <a:pPr marL="469265" marR="74295" indent="-457200">
              <a:lnSpc>
                <a:spcPct val="100000"/>
              </a:lnSpc>
              <a:spcBef>
                <a:spcPts val="100"/>
              </a:spcBef>
              <a:buFont typeface="Wingdings" panose="05000000000000000000" pitchFamily="2" charset="2"/>
              <a:buChar char="§"/>
              <a:tabLst>
                <a:tab pos="268605" algn="l"/>
              </a:tabLst>
            </a:pPr>
            <a:r>
              <a:rPr lang="en-US" sz="2700" dirty="0">
                <a:latin typeface="Lucida Sans Unicode"/>
                <a:cs typeface="Lucida Sans Unicode"/>
              </a:rPr>
              <a:t>Can </a:t>
            </a:r>
            <a:r>
              <a:rPr sz="2700" dirty="0">
                <a:latin typeface="Lucida Sans Unicode"/>
                <a:cs typeface="Lucida Sans Unicode"/>
              </a:rPr>
              <a:t>reveal</a:t>
            </a:r>
            <a:r>
              <a:rPr sz="2700" spc="-45" dirty="0">
                <a:latin typeface="Lucida Sans Unicode"/>
                <a:cs typeface="Lucida Sans Unicode"/>
              </a:rPr>
              <a:t> </a:t>
            </a:r>
            <a:r>
              <a:rPr sz="2700" dirty="0">
                <a:latin typeface="Lucida Sans Unicode"/>
                <a:cs typeface="Lucida Sans Unicode"/>
              </a:rPr>
              <a:t>the</a:t>
            </a:r>
            <a:r>
              <a:rPr sz="2700" spc="-25" dirty="0">
                <a:latin typeface="Lucida Sans Unicode"/>
                <a:cs typeface="Lucida Sans Unicode"/>
              </a:rPr>
              <a:t> </a:t>
            </a:r>
            <a:r>
              <a:rPr sz="2700" dirty="0">
                <a:latin typeface="Lucida Sans Unicode"/>
                <a:cs typeface="Lucida Sans Unicode"/>
              </a:rPr>
              <a:t>presence</a:t>
            </a:r>
            <a:r>
              <a:rPr sz="2700" spc="-50" dirty="0">
                <a:latin typeface="Lucida Sans Unicode"/>
                <a:cs typeface="Lucida Sans Unicode"/>
              </a:rPr>
              <a:t> </a:t>
            </a:r>
            <a:r>
              <a:rPr sz="2700" dirty="0">
                <a:latin typeface="Lucida Sans Unicode"/>
                <a:cs typeface="Lucida Sans Unicode"/>
              </a:rPr>
              <a:t>of</a:t>
            </a:r>
            <a:r>
              <a:rPr sz="2700" spc="-25" dirty="0">
                <a:latin typeface="Lucida Sans Unicode"/>
                <a:cs typeface="Lucida Sans Unicode"/>
              </a:rPr>
              <a:t> </a:t>
            </a:r>
            <a:r>
              <a:rPr sz="2700" dirty="0">
                <a:latin typeface="Lucida Sans Unicode"/>
                <a:cs typeface="Lucida Sans Unicode"/>
              </a:rPr>
              <a:t>errors</a:t>
            </a:r>
            <a:r>
              <a:rPr sz="2700" spc="-40" dirty="0">
                <a:latin typeface="Lucida Sans Unicode"/>
                <a:cs typeface="Lucida Sans Unicode"/>
              </a:rPr>
              <a:t> </a:t>
            </a:r>
            <a:r>
              <a:rPr sz="2700" dirty="0">
                <a:latin typeface="Lucida Sans Unicode"/>
                <a:cs typeface="Lucida Sans Unicode"/>
              </a:rPr>
              <a:t>NOT</a:t>
            </a:r>
            <a:r>
              <a:rPr sz="2700" spc="-30" dirty="0">
                <a:latin typeface="Lucida Sans Unicode"/>
                <a:cs typeface="Lucida Sans Unicode"/>
              </a:rPr>
              <a:t> </a:t>
            </a:r>
            <a:r>
              <a:rPr sz="2700" spc="-10" dirty="0">
                <a:latin typeface="Lucida Sans Unicode"/>
                <a:cs typeface="Lucida Sans Unicode"/>
              </a:rPr>
              <a:t>their</a:t>
            </a:r>
            <a:r>
              <a:rPr sz="2700" spc="675" dirty="0">
                <a:latin typeface="Lucida Sans Unicode"/>
                <a:cs typeface="Lucida Sans Unicode"/>
              </a:rPr>
              <a:t> </a:t>
            </a:r>
            <a:r>
              <a:rPr sz="2700" spc="-10" dirty="0">
                <a:latin typeface="Lucida Sans Unicode"/>
                <a:cs typeface="Lucida Sans Unicode"/>
              </a:rPr>
              <a:t>absence.</a:t>
            </a:r>
            <a:endParaRPr sz="2700" dirty="0">
              <a:latin typeface="Lucida Sans Unicode"/>
              <a:cs typeface="Lucida Sans Unicode"/>
            </a:endParaRPr>
          </a:p>
          <a:p>
            <a:pPr marL="469265" marR="5080" indent="-457200">
              <a:lnSpc>
                <a:spcPct val="100000"/>
              </a:lnSpc>
              <a:spcBef>
                <a:spcPts val="395"/>
              </a:spcBef>
              <a:buFont typeface="Wingdings" panose="05000000000000000000" pitchFamily="2" charset="2"/>
              <a:buChar char="§"/>
              <a:tabLst>
                <a:tab pos="268605" algn="l"/>
              </a:tabLst>
            </a:pPr>
            <a:r>
              <a:rPr lang="en-US" sz="2700" dirty="0">
                <a:latin typeface="Lucida Sans Unicode"/>
                <a:cs typeface="Lucida Sans Unicode"/>
              </a:rPr>
              <a:t>The </a:t>
            </a:r>
            <a:r>
              <a:rPr sz="2700" dirty="0">
                <a:latin typeface="Lucida Sans Unicode"/>
                <a:cs typeface="Lucida Sans Unicode"/>
              </a:rPr>
              <a:t>only</a:t>
            </a:r>
            <a:r>
              <a:rPr sz="2700" spc="-35" dirty="0">
                <a:latin typeface="Lucida Sans Unicode"/>
                <a:cs typeface="Lucida Sans Unicode"/>
              </a:rPr>
              <a:t> </a:t>
            </a:r>
            <a:r>
              <a:rPr sz="2700" dirty="0">
                <a:latin typeface="Lucida Sans Unicode"/>
                <a:cs typeface="Lucida Sans Unicode"/>
              </a:rPr>
              <a:t>validation</a:t>
            </a:r>
            <a:r>
              <a:rPr sz="2700" spc="-25" dirty="0">
                <a:latin typeface="Lucida Sans Unicode"/>
                <a:cs typeface="Lucida Sans Unicode"/>
              </a:rPr>
              <a:t> </a:t>
            </a:r>
            <a:r>
              <a:rPr sz="2700" dirty="0">
                <a:latin typeface="Lucida Sans Unicode"/>
                <a:cs typeface="Lucida Sans Unicode"/>
              </a:rPr>
              <a:t>technique</a:t>
            </a:r>
            <a:r>
              <a:rPr sz="2700" spc="-45" dirty="0">
                <a:latin typeface="Lucida Sans Unicode"/>
                <a:cs typeface="Lucida Sans Unicode"/>
              </a:rPr>
              <a:t> </a:t>
            </a:r>
            <a:r>
              <a:rPr sz="2700" dirty="0">
                <a:latin typeface="Lucida Sans Unicode"/>
                <a:cs typeface="Lucida Sans Unicode"/>
              </a:rPr>
              <a:t>for</a:t>
            </a:r>
            <a:r>
              <a:rPr sz="2700" spc="-45" dirty="0">
                <a:latin typeface="Lucida Sans Unicode"/>
                <a:cs typeface="Lucida Sans Unicode"/>
              </a:rPr>
              <a:t> </a:t>
            </a:r>
            <a:r>
              <a:rPr sz="2700" spc="-20" dirty="0">
                <a:latin typeface="Lucida Sans Unicode"/>
                <a:cs typeface="Lucida Sans Unicode"/>
              </a:rPr>
              <a:t>non-</a:t>
            </a:r>
            <a:r>
              <a:rPr sz="2700" spc="675" dirty="0">
                <a:latin typeface="Lucida Sans Unicode"/>
                <a:cs typeface="Lucida Sans Unicode"/>
              </a:rPr>
              <a:t>  </a:t>
            </a:r>
            <a:r>
              <a:rPr sz="2700" dirty="0">
                <a:latin typeface="Lucida Sans Unicode"/>
                <a:cs typeface="Lucida Sans Unicode"/>
              </a:rPr>
              <a:t>functional</a:t>
            </a:r>
            <a:r>
              <a:rPr sz="2700" spc="-55" dirty="0">
                <a:latin typeface="Lucida Sans Unicode"/>
                <a:cs typeface="Lucida Sans Unicode"/>
              </a:rPr>
              <a:t> </a:t>
            </a:r>
            <a:r>
              <a:rPr sz="2700" dirty="0">
                <a:latin typeface="Lucida Sans Unicode"/>
                <a:cs typeface="Lucida Sans Unicode"/>
              </a:rPr>
              <a:t>requirements</a:t>
            </a:r>
            <a:r>
              <a:rPr sz="2700" spc="-45" dirty="0">
                <a:latin typeface="Lucida Sans Unicode"/>
                <a:cs typeface="Lucida Sans Unicode"/>
              </a:rPr>
              <a:t> </a:t>
            </a:r>
            <a:r>
              <a:rPr sz="2700" dirty="0">
                <a:latin typeface="Lucida Sans Unicode"/>
                <a:cs typeface="Lucida Sans Unicode"/>
              </a:rPr>
              <a:t>as</a:t>
            </a:r>
            <a:r>
              <a:rPr sz="2700" spc="-30" dirty="0">
                <a:latin typeface="Lucida Sans Unicode"/>
                <a:cs typeface="Lucida Sans Unicode"/>
              </a:rPr>
              <a:t> </a:t>
            </a:r>
            <a:r>
              <a:rPr sz="2700" dirty="0">
                <a:latin typeface="Lucida Sans Unicode"/>
                <a:cs typeface="Lucida Sans Unicode"/>
              </a:rPr>
              <a:t>the</a:t>
            </a:r>
            <a:r>
              <a:rPr sz="2700" spc="-20" dirty="0">
                <a:latin typeface="Lucida Sans Unicode"/>
                <a:cs typeface="Lucida Sans Unicode"/>
              </a:rPr>
              <a:t> </a:t>
            </a:r>
            <a:r>
              <a:rPr sz="2700" dirty="0">
                <a:latin typeface="Lucida Sans Unicode"/>
                <a:cs typeface="Lucida Sans Unicode"/>
              </a:rPr>
              <a:t>software</a:t>
            </a:r>
            <a:r>
              <a:rPr sz="2700" spc="-35" dirty="0">
                <a:latin typeface="Lucida Sans Unicode"/>
                <a:cs typeface="Lucida Sans Unicode"/>
              </a:rPr>
              <a:t> </a:t>
            </a:r>
            <a:r>
              <a:rPr sz="2700" spc="-25" dirty="0">
                <a:latin typeface="Lucida Sans Unicode"/>
                <a:cs typeface="Lucida Sans Unicode"/>
              </a:rPr>
              <a:t>has </a:t>
            </a:r>
            <a:r>
              <a:rPr sz="2700" dirty="0">
                <a:latin typeface="Lucida Sans Unicode"/>
                <a:cs typeface="Lucida Sans Unicode"/>
              </a:rPr>
              <a:t>to</a:t>
            </a:r>
            <a:r>
              <a:rPr sz="2700" spc="-25" dirty="0">
                <a:latin typeface="Lucida Sans Unicode"/>
                <a:cs typeface="Lucida Sans Unicode"/>
              </a:rPr>
              <a:t> </a:t>
            </a:r>
            <a:r>
              <a:rPr sz="2700" dirty="0">
                <a:latin typeface="Lucida Sans Unicode"/>
                <a:cs typeface="Lucida Sans Unicode"/>
              </a:rPr>
              <a:t>be</a:t>
            </a:r>
            <a:r>
              <a:rPr sz="2700" spc="-40" dirty="0">
                <a:latin typeface="Lucida Sans Unicode"/>
                <a:cs typeface="Lucida Sans Unicode"/>
              </a:rPr>
              <a:t> </a:t>
            </a:r>
            <a:r>
              <a:rPr sz="2700" dirty="0">
                <a:latin typeface="Lucida Sans Unicode"/>
                <a:cs typeface="Lucida Sans Unicode"/>
              </a:rPr>
              <a:t>executed</a:t>
            </a:r>
            <a:r>
              <a:rPr sz="2700" spc="-20" dirty="0">
                <a:latin typeface="Lucida Sans Unicode"/>
                <a:cs typeface="Lucida Sans Unicode"/>
              </a:rPr>
              <a:t> </a:t>
            </a:r>
            <a:r>
              <a:rPr sz="2700" dirty="0">
                <a:latin typeface="Lucida Sans Unicode"/>
                <a:cs typeface="Lucida Sans Unicode"/>
              </a:rPr>
              <a:t>to</a:t>
            </a:r>
            <a:r>
              <a:rPr sz="2700" spc="-20" dirty="0">
                <a:latin typeface="Lucida Sans Unicode"/>
                <a:cs typeface="Lucida Sans Unicode"/>
              </a:rPr>
              <a:t> </a:t>
            </a:r>
            <a:r>
              <a:rPr sz="2700" dirty="0">
                <a:latin typeface="Lucida Sans Unicode"/>
                <a:cs typeface="Lucida Sans Unicode"/>
              </a:rPr>
              <a:t>see</a:t>
            </a:r>
            <a:r>
              <a:rPr sz="2700" spc="-40" dirty="0">
                <a:latin typeface="Lucida Sans Unicode"/>
                <a:cs typeface="Lucida Sans Unicode"/>
              </a:rPr>
              <a:t> </a:t>
            </a:r>
            <a:r>
              <a:rPr sz="2700" dirty="0">
                <a:latin typeface="Lucida Sans Unicode"/>
                <a:cs typeface="Lucida Sans Unicode"/>
              </a:rPr>
              <a:t>how</a:t>
            </a:r>
            <a:r>
              <a:rPr sz="2700" spc="-20" dirty="0">
                <a:latin typeface="Lucida Sans Unicode"/>
                <a:cs typeface="Lucida Sans Unicode"/>
              </a:rPr>
              <a:t> </a:t>
            </a:r>
            <a:r>
              <a:rPr sz="2700" dirty="0">
                <a:latin typeface="Lucida Sans Unicode"/>
                <a:cs typeface="Lucida Sans Unicode"/>
              </a:rPr>
              <a:t>it</a:t>
            </a:r>
            <a:r>
              <a:rPr sz="2700" spc="-25" dirty="0">
                <a:latin typeface="Lucida Sans Unicode"/>
                <a:cs typeface="Lucida Sans Unicode"/>
              </a:rPr>
              <a:t> </a:t>
            </a:r>
            <a:r>
              <a:rPr sz="2700" spc="-10" dirty="0">
                <a:latin typeface="Lucida Sans Unicode"/>
                <a:cs typeface="Lucida Sans Unicode"/>
              </a:rPr>
              <a:t>behaves.</a:t>
            </a:r>
            <a:endParaRPr sz="2700" dirty="0">
              <a:latin typeface="Lucida Sans Unicode"/>
              <a:cs typeface="Lucida Sans Unicode"/>
            </a:endParaRPr>
          </a:p>
          <a:p>
            <a:pPr marL="469265" marR="470534" indent="-457200">
              <a:lnSpc>
                <a:spcPct val="100000"/>
              </a:lnSpc>
              <a:spcBef>
                <a:spcPts val="400"/>
              </a:spcBef>
              <a:buFont typeface="Wingdings" panose="05000000000000000000" pitchFamily="2" charset="2"/>
              <a:buChar char="§"/>
              <a:tabLst>
                <a:tab pos="268605" algn="l"/>
              </a:tabLst>
            </a:pPr>
            <a:r>
              <a:rPr lang="en-US" sz="2700" dirty="0">
                <a:latin typeface="Lucida Sans Unicode"/>
                <a:cs typeface="Lucida Sans Unicode"/>
              </a:rPr>
              <a:t>Should </a:t>
            </a:r>
            <a:r>
              <a:rPr sz="2700" dirty="0">
                <a:latin typeface="Lucida Sans Unicode"/>
                <a:cs typeface="Lucida Sans Unicode"/>
              </a:rPr>
              <a:t>be</a:t>
            </a:r>
            <a:r>
              <a:rPr sz="2700" spc="-50" dirty="0">
                <a:latin typeface="Lucida Sans Unicode"/>
                <a:cs typeface="Lucida Sans Unicode"/>
              </a:rPr>
              <a:t> </a:t>
            </a:r>
            <a:r>
              <a:rPr sz="2700" dirty="0">
                <a:latin typeface="Lucida Sans Unicode"/>
                <a:cs typeface="Lucida Sans Unicode"/>
              </a:rPr>
              <a:t>used</a:t>
            </a:r>
            <a:r>
              <a:rPr sz="2700" spc="-45" dirty="0">
                <a:latin typeface="Lucida Sans Unicode"/>
                <a:cs typeface="Lucida Sans Unicode"/>
              </a:rPr>
              <a:t> </a:t>
            </a:r>
            <a:r>
              <a:rPr sz="2700" dirty="0">
                <a:latin typeface="Lucida Sans Unicode"/>
                <a:cs typeface="Lucida Sans Unicode"/>
              </a:rPr>
              <a:t>in</a:t>
            </a:r>
            <a:r>
              <a:rPr sz="2700" spc="-50" dirty="0">
                <a:latin typeface="Lucida Sans Unicode"/>
                <a:cs typeface="Lucida Sans Unicode"/>
              </a:rPr>
              <a:t> </a:t>
            </a:r>
            <a:r>
              <a:rPr sz="2700" dirty="0">
                <a:latin typeface="Lucida Sans Unicode"/>
                <a:cs typeface="Lucida Sans Unicode"/>
              </a:rPr>
              <a:t>conjunction</a:t>
            </a:r>
            <a:r>
              <a:rPr sz="2700" spc="-30" dirty="0">
                <a:latin typeface="Lucida Sans Unicode"/>
                <a:cs typeface="Lucida Sans Unicode"/>
              </a:rPr>
              <a:t> </a:t>
            </a:r>
            <a:r>
              <a:rPr sz="2700" dirty="0">
                <a:latin typeface="Lucida Sans Unicode"/>
                <a:cs typeface="Lucida Sans Unicode"/>
              </a:rPr>
              <a:t>with</a:t>
            </a:r>
            <a:r>
              <a:rPr sz="2700" spc="-50" dirty="0">
                <a:latin typeface="Lucida Sans Unicode"/>
                <a:cs typeface="Lucida Sans Unicode"/>
              </a:rPr>
              <a:t> </a:t>
            </a:r>
            <a:r>
              <a:rPr sz="2700" spc="-10" dirty="0">
                <a:latin typeface="Lucida Sans Unicode"/>
                <a:cs typeface="Lucida Sans Unicode"/>
              </a:rPr>
              <a:t>static</a:t>
            </a:r>
            <a:r>
              <a:rPr sz="2700" spc="675" dirty="0">
                <a:latin typeface="Lucida Sans Unicode"/>
                <a:cs typeface="Lucida Sans Unicode"/>
              </a:rPr>
              <a:t> </a:t>
            </a:r>
            <a:r>
              <a:rPr sz="2700" dirty="0">
                <a:latin typeface="Lucida Sans Unicode"/>
                <a:cs typeface="Lucida Sans Unicode"/>
              </a:rPr>
              <a:t>verification</a:t>
            </a:r>
            <a:r>
              <a:rPr sz="2700" spc="-60" dirty="0">
                <a:latin typeface="Lucida Sans Unicode"/>
                <a:cs typeface="Lucida Sans Unicode"/>
              </a:rPr>
              <a:t> </a:t>
            </a:r>
            <a:r>
              <a:rPr sz="2700" dirty="0">
                <a:latin typeface="Lucida Sans Unicode"/>
                <a:cs typeface="Lucida Sans Unicode"/>
              </a:rPr>
              <a:t>to</a:t>
            </a:r>
            <a:r>
              <a:rPr sz="2700" spc="-35" dirty="0">
                <a:latin typeface="Lucida Sans Unicode"/>
                <a:cs typeface="Lucida Sans Unicode"/>
              </a:rPr>
              <a:t> </a:t>
            </a:r>
            <a:r>
              <a:rPr sz="2700" dirty="0">
                <a:latin typeface="Lucida Sans Unicode"/>
                <a:cs typeface="Lucida Sans Unicode"/>
              </a:rPr>
              <a:t>provide</a:t>
            </a:r>
            <a:r>
              <a:rPr sz="2700" spc="-30" dirty="0">
                <a:latin typeface="Lucida Sans Unicode"/>
                <a:cs typeface="Lucida Sans Unicode"/>
              </a:rPr>
              <a:t> </a:t>
            </a:r>
            <a:r>
              <a:rPr sz="2700" dirty="0">
                <a:latin typeface="Lucida Sans Unicode"/>
                <a:cs typeface="Lucida Sans Unicode"/>
              </a:rPr>
              <a:t>full</a:t>
            </a:r>
            <a:r>
              <a:rPr sz="2700" spc="-55" dirty="0">
                <a:latin typeface="Lucida Sans Unicode"/>
                <a:cs typeface="Lucida Sans Unicode"/>
              </a:rPr>
              <a:t> </a:t>
            </a:r>
            <a:r>
              <a:rPr sz="2700" dirty="0">
                <a:latin typeface="Lucida Sans Unicode"/>
                <a:cs typeface="Lucida Sans Unicode"/>
              </a:rPr>
              <a:t>V&amp;V</a:t>
            </a:r>
            <a:r>
              <a:rPr sz="2700" spc="-45" dirty="0">
                <a:latin typeface="Lucida Sans Unicode"/>
                <a:cs typeface="Lucida Sans Unicode"/>
              </a:rPr>
              <a:t> </a:t>
            </a:r>
            <a:r>
              <a:rPr sz="2700" spc="-10" dirty="0">
                <a:latin typeface="Lucida Sans Unicode"/>
                <a:cs typeface="Lucida Sans Unicode"/>
              </a:rPr>
              <a:t>coverage.</a:t>
            </a:r>
            <a:endParaRPr sz="2700" dirty="0">
              <a:latin typeface="Lucida Sans Unicode"/>
              <a:cs typeface="Lucida Sans Unicode"/>
            </a:endParaRPr>
          </a:p>
        </p:txBody>
      </p:sp>
      <p:pic>
        <p:nvPicPr>
          <p:cNvPr id="3" name="object 3"/>
          <p:cNvPicPr/>
          <p:nvPr/>
        </p:nvPicPr>
        <p:blipFill>
          <a:blip r:embed="rId2" cstate="print"/>
          <a:stretch>
            <a:fillRect/>
          </a:stretch>
        </p:blipFill>
        <p:spPr>
          <a:xfrm>
            <a:off x="571500" y="594359"/>
            <a:ext cx="4000499" cy="525779"/>
          </a:xfrm>
          <a:prstGeom prst="rect">
            <a:avLst/>
          </a:prstGeom>
        </p:spPr>
      </p:pic>
      <p:sp>
        <p:nvSpPr>
          <p:cNvPr id="4" name="object 4"/>
          <p:cNvSpPr txBox="1">
            <a:spLocks noGrp="1"/>
          </p:cNvSpPr>
          <p:nvPr>
            <p:ph type="sldNum" sz="quarter" idx="7"/>
          </p:nvPr>
        </p:nvSpPr>
        <p:spPr>
          <a:prstGeom prst="rect">
            <a:avLst/>
          </a:prstGeom>
        </p:spPr>
        <p:txBody>
          <a:bodyPr vert="horz" wrap="square" lIns="0" tIns="152400" rIns="0" bIns="0" rtlCol="0">
            <a:spAutoFit/>
          </a:bodyPr>
          <a:lstStyle/>
          <a:p>
            <a:pPr marL="166370">
              <a:lnSpc>
                <a:spcPts val="1190"/>
              </a:lnSpc>
            </a:pPr>
            <a:fld id="{81D60167-4931-47E6-BA6A-407CBD079E47}" type="slidenum">
              <a:rPr spc="-25" dirty="0"/>
              <a:t>14</a:t>
            </a:fld>
            <a:endParaRPr spc="-25"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645058" y="1414475"/>
            <a:ext cx="7940675" cy="2884123"/>
          </a:xfrm>
          <a:prstGeom prst="rect">
            <a:avLst/>
          </a:prstGeom>
        </p:spPr>
        <p:txBody>
          <a:bodyPr vert="horz" wrap="square" lIns="0" tIns="67310" rIns="0" bIns="0" rtlCol="0">
            <a:spAutoFit/>
          </a:bodyPr>
          <a:lstStyle/>
          <a:p>
            <a:pPr marL="12700">
              <a:lnSpc>
                <a:spcPct val="100000"/>
              </a:lnSpc>
              <a:spcBef>
                <a:spcPts val="530"/>
              </a:spcBef>
              <a:tabLst>
                <a:tab pos="268605" algn="l"/>
              </a:tabLst>
            </a:pPr>
            <a:r>
              <a:rPr sz="2400" spc="-15" dirty="0">
                <a:solidFill>
                  <a:srgbClr val="2CA1BE"/>
                </a:solidFill>
                <a:latin typeface="Lucida Sans Unicode"/>
                <a:cs typeface="Lucida Sans Unicode"/>
              </a:rPr>
              <a:t>Defect</a:t>
            </a:r>
            <a:r>
              <a:rPr sz="2400" spc="-10" dirty="0">
                <a:solidFill>
                  <a:srgbClr val="2CA1BE"/>
                </a:solidFill>
                <a:latin typeface="Lucida Sans Unicode"/>
                <a:cs typeface="Lucida Sans Unicode"/>
              </a:rPr>
              <a:t> </a:t>
            </a:r>
            <a:r>
              <a:rPr sz="2400" spc="-15" dirty="0">
                <a:solidFill>
                  <a:srgbClr val="2CA1BE"/>
                </a:solidFill>
                <a:latin typeface="Lucida Sans Unicode"/>
                <a:cs typeface="Lucida Sans Unicode"/>
              </a:rPr>
              <a:t>testing</a:t>
            </a:r>
            <a:endParaRPr sz="2400" dirty="0">
              <a:latin typeface="Lucida Sans Unicode"/>
              <a:cs typeface="Lucida Sans Unicode"/>
            </a:endParaRPr>
          </a:p>
          <a:p>
            <a:pPr marL="524510" lvl="1" indent="-228600">
              <a:lnSpc>
                <a:spcPct val="100000"/>
              </a:lnSpc>
              <a:spcBef>
                <a:spcPts val="365"/>
              </a:spcBef>
              <a:buClr>
                <a:srgbClr val="2CA1BE"/>
              </a:buClr>
              <a:buFont typeface="Verdana"/>
              <a:buChar char="◦"/>
              <a:tabLst>
                <a:tab pos="524510" algn="l"/>
              </a:tabLst>
            </a:pPr>
            <a:r>
              <a:rPr sz="2000" dirty="0">
                <a:latin typeface="Lucida Sans Unicode"/>
                <a:cs typeface="Lucida Sans Unicode"/>
              </a:rPr>
              <a:t>Tests</a:t>
            </a:r>
            <a:r>
              <a:rPr sz="2000" spc="-35" dirty="0">
                <a:latin typeface="Lucida Sans Unicode"/>
                <a:cs typeface="Lucida Sans Unicode"/>
              </a:rPr>
              <a:t> </a:t>
            </a:r>
            <a:r>
              <a:rPr sz="2000" dirty="0">
                <a:latin typeface="Lucida Sans Unicode"/>
                <a:cs typeface="Lucida Sans Unicode"/>
              </a:rPr>
              <a:t>designed</a:t>
            </a:r>
            <a:r>
              <a:rPr sz="2000" spc="-30" dirty="0">
                <a:latin typeface="Lucida Sans Unicode"/>
                <a:cs typeface="Lucida Sans Unicode"/>
              </a:rPr>
              <a:t> </a:t>
            </a:r>
            <a:r>
              <a:rPr sz="2000" dirty="0">
                <a:latin typeface="Lucida Sans Unicode"/>
                <a:cs typeface="Lucida Sans Unicode"/>
              </a:rPr>
              <a:t>to</a:t>
            </a:r>
            <a:r>
              <a:rPr sz="2000" spc="-15" dirty="0">
                <a:latin typeface="Lucida Sans Unicode"/>
                <a:cs typeface="Lucida Sans Unicode"/>
              </a:rPr>
              <a:t> </a:t>
            </a:r>
            <a:r>
              <a:rPr sz="2000" dirty="0">
                <a:latin typeface="Lucida Sans Unicode"/>
                <a:cs typeface="Lucida Sans Unicode"/>
              </a:rPr>
              <a:t>discover</a:t>
            </a:r>
            <a:r>
              <a:rPr sz="2000" spc="-35" dirty="0">
                <a:latin typeface="Lucida Sans Unicode"/>
                <a:cs typeface="Lucida Sans Unicode"/>
              </a:rPr>
              <a:t> </a:t>
            </a:r>
            <a:r>
              <a:rPr sz="2000" dirty="0">
                <a:latin typeface="Lucida Sans Unicode"/>
                <a:cs typeface="Lucida Sans Unicode"/>
              </a:rPr>
              <a:t>system</a:t>
            </a:r>
            <a:r>
              <a:rPr sz="2000" spc="-15" dirty="0">
                <a:latin typeface="Lucida Sans Unicode"/>
                <a:cs typeface="Lucida Sans Unicode"/>
              </a:rPr>
              <a:t> </a:t>
            </a:r>
            <a:r>
              <a:rPr sz="2000" spc="-10" dirty="0">
                <a:latin typeface="Lucida Sans Unicode"/>
                <a:cs typeface="Lucida Sans Unicode"/>
              </a:rPr>
              <a:t>defects.</a:t>
            </a:r>
            <a:endParaRPr sz="2000" dirty="0">
              <a:latin typeface="Lucida Sans Unicode"/>
              <a:cs typeface="Lucida Sans Unicode"/>
            </a:endParaRPr>
          </a:p>
          <a:p>
            <a:pPr marL="524510" marR="276860" lvl="1" indent="-228600">
              <a:lnSpc>
                <a:spcPct val="100000"/>
              </a:lnSpc>
              <a:spcBef>
                <a:spcPts val="300"/>
              </a:spcBef>
              <a:buClr>
                <a:srgbClr val="2CA1BE"/>
              </a:buClr>
              <a:buFont typeface="Verdana"/>
              <a:buChar char="◦"/>
              <a:tabLst>
                <a:tab pos="524510" algn="l"/>
              </a:tabLst>
            </a:pPr>
            <a:r>
              <a:rPr sz="2000" dirty="0">
                <a:latin typeface="Lucida Sans Unicode"/>
                <a:cs typeface="Lucida Sans Unicode"/>
              </a:rPr>
              <a:t>A</a:t>
            </a:r>
            <a:r>
              <a:rPr sz="2000" spc="-35" dirty="0">
                <a:latin typeface="Lucida Sans Unicode"/>
                <a:cs typeface="Lucida Sans Unicode"/>
              </a:rPr>
              <a:t> </a:t>
            </a:r>
            <a:r>
              <a:rPr sz="2000" dirty="0">
                <a:latin typeface="Lucida Sans Unicode"/>
                <a:cs typeface="Lucida Sans Unicode"/>
              </a:rPr>
              <a:t>successful</a:t>
            </a:r>
            <a:r>
              <a:rPr sz="2000" spc="-30" dirty="0">
                <a:latin typeface="Lucida Sans Unicode"/>
                <a:cs typeface="Lucida Sans Unicode"/>
              </a:rPr>
              <a:t> </a:t>
            </a:r>
            <a:r>
              <a:rPr sz="2000" dirty="0">
                <a:latin typeface="Lucida Sans Unicode"/>
                <a:cs typeface="Lucida Sans Unicode"/>
              </a:rPr>
              <a:t>defect</a:t>
            </a:r>
            <a:r>
              <a:rPr sz="2000" spc="-10" dirty="0">
                <a:latin typeface="Lucida Sans Unicode"/>
                <a:cs typeface="Lucida Sans Unicode"/>
              </a:rPr>
              <a:t> </a:t>
            </a:r>
            <a:r>
              <a:rPr sz="2000" dirty="0">
                <a:latin typeface="Lucida Sans Unicode"/>
                <a:cs typeface="Lucida Sans Unicode"/>
              </a:rPr>
              <a:t>test</a:t>
            </a:r>
            <a:r>
              <a:rPr sz="2000" spc="5" dirty="0">
                <a:latin typeface="Lucida Sans Unicode"/>
                <a:cs typeface="Lucida Sans Unicode"/>
              </a:rPr>
              <a:t> </a:t>
            </a:r>
            <a:r>
              <a:rPr sz="2000" dirty="0">
                <a:latin typeface="Lucida Sans Unicode"/>
                <a:cs typeface="Lucida Sans Unicode"/>
              </a:rPr>
              <a:t>is</a:t>
            </a:r>
            <a:r>
              <a:rPr sz="2000" spc="-10" dirty="0">
                <a:latin typeface="Lucida Sans Unicode"/>
                <a:cs typeface="Lucida Sans Unicode"/>
              </a:rPr>
              <a:t> </a:t>
            </a:r>
            <a:r>
              <a:rPr sz="2000" dirty="0">
                <a:latin typeface="Lucida Sans Unicode"/>
                <a:cs typeface="Lucida Sans Unicode"/>
              </a:rPr>
              <a:t>one</a:t>
            </a:r>
            <a:r>
              <a:rPr sz="2000" spc="-30" dirty="0">
                <a:latin typeface="Lucida Sans Unicode"/>
                <a:cs typeface="Lucida Sans Unicode"/>
              </a:rPr>
              <a:t> </a:t>
            </a:r>
            <a:r>
              <a:rPr sz="2000" dirty="0">
                <a:latin typeface="Lucida Sans Unicode"/>
                <a:cs typeface="Lucida Sans Unicode"/>
              </a:rPr>
              <a:t>which</a:t>
            </a:r>
            <a:r>
              <a:rPr sz="2000" spc="-40" dirty="0">
                <a:latin typeface="Lucida Sans Unicode"/>
                <a:cs typeface="Lucida Sans Unicode"/>
              </a:rPr>
              <a:t> </a:t>
            </a:r>
            <a:r>
              <a:rPr sz="2000" dirty="0">
                <a:latin typeface="Lucida Sans Unicode"/>
                <a:cs typeface="Lucida Sans Unicode"/>
              </a:rPr>
              <a:t>reveals</a:t>
            </a:r>
            <a:r>
              <a:rPr sz="2000" spc="-15" dirty="0">
                <a:latin typeface="Lucida Sans Unicode"/>
                <a:cs typeface="Lucida Sans Unicode"/>
              </a:rPr>
              <a:t> </a:t>
            </a:r>
            <a:r>
              <a:rPr sz="2000" dirty="0">
                <a:latin typeface="Lucida Sans Unicode"/>
                <a:cs typeface="Lucida Sans Unicode"/>
              </a:rPr>
              <a:t>the</a:t>
            </a:r>
            <a:r>
              <a:rPr sz="2000" spc="-15" dirty="0">
                <a:latin typeface="Lucida Sans Unicode"/>
                <a:cs typeface="Lucida Sans Unicode"/>
              </a:rPr>
              <a:t> </a:t>
            </a:r>
            <a:r>
              <a:rPr sz="2000" spc="-10" dirty="0">
                <a:latin typeface="Lucida Sans Unicode"/>
                <a:cs typeface="Lucida Sans Unicode"/>
              </a:rPr>
              <a:t>presence </a:t>
            </a:r>
            <a:r>
              <a:rPr sz="2000" dirty="0">
                <a:latin typeface="Lucida Sans Unicode"/>
                <a:cs typeface="Lucida Sans Unicode"/>
              </a:rPr>
              <a:t>of</a:t>
            </a:r>
            <a:r>
              <a:rPr sz="2000" spc="-15" dirty="0">
                <a:latin typeface="Lucida Sans Unicode"/>
                <a:cs typeface="Lucida Sans Unicode"/>
              </a:rPr>
              <a:t> </a:t>
            </a:r>
            <a:r>
              <a:rPr sz="2000" dirty="0">
                <a:latin typeface="Lucida Sans Unicode"/>
                <a:cs typeface="Lucida Sans Unicode"/>
              </a:rPr>
              <a:t>defects in</a:t>
            </a:r>
            <a:r>
              <a:rPr sz="2000" spc="-15" dirty="0">
                <a:latin typeface="Lucida Sans Unicode"/>
                <a:cs typeface="Lucida Sans Unicode"/>
              </a:rPr>
              <a:t> </a:t>
            </a:r>
            <a:r>
              <a:rPr sz="2000" dirty="0">
                <a:latin typeface="Lucida Sans Unicode"/>
                <a:cs typeface="Lucida Sans Unicode"/>
              </a:rPr>
              <a:t>a </a:t>
            </a:r>
            <a:r>
              <a:rPr sz="2000" spc="-10" dirty="0">
                <a:latin typeface="Lucida Sans Unicode"/>
                <a:cs typeface="Lucida Sans Unicode"/>
              </a:rPr>
              <a:t>system.</a:t>
            </a:r>
            <a:endParaRPr sz="2000" dirty="0">
              <a:latin typeface="Lucida Sans Unicode"/>
              <a:cs typeface="Lucida Sans Unicode"/>
            </a:endParaRPr>
          </a:p>
          <a:p>
            <a:pPr marL="12700">
              <a:lnSpc>
                <a:spcPct val="100000"/>
              </a:lnSpc>
              <a:spcBef>
                <a:spcPts val="350"/>
              </a:spcBef>
              <a:tabLst>
                <a:tab pos="268605" algn="l"/>
              </a:tabLst>
            </a:pPr>
            <a:r>
              <a:rPr sz="2400" spc="-15" dirty="0">
                <a:solidFill>
                  <a:srgbClr val="2CA1BE"/>
                </a:solidFill>
                <a:latin typeface="Lucida Sans Unicode"/>
                <a:cs typeface="Lucida Sans Unicode"/>
              </a:rPr>
              <a:t>Validation</a:t>
            </a:r>
            <a:r>
              <a:rPr sz="2400" spc="20" dirty="0">
                <a:solidFill>
                  <a:srgbClr val="2CA1BE"/>
                </a:solidFill>
                <a:latin typeface="Lucida Sans Unicode"/>
                <a:cs typeface="Lucida Sans Unicode"/>
              </a:rPr>
              <a:t> </a:t>
            </a:r>
            <a:r>
              <a:rPr sz="2400" spc="-15" dirty="0">
                <a:solidFill>
                  <a:srgbClr val="2CA1BE"/>
                </a:solidFill>
                <a:latin typeface="Lucida Sans Unicode"/>
                <a:cs typeface="Lucida Sans Unicode"/>
              </a:rPr>
              <a:t>testing</a:t>
            </a:r>
            <a:endParaRPr sz="2400" dirty="0">
              <a:latin typeface="Lucida Sans Unicode"/>
              <a:cs typeface="Lucida Sans Unicode"/>
            </a:endParaRPr>
          </a:p>
          <a:p>
            <a:pPr marL="524510" lvl="1" indent="-228600">
              <a:lnSpc>
                <a:spcPct val="100000"/>
              </a:lnSpc>
              <a:spcBef>
                <a:spcPts val="350"/>
              </a:spcBef>
              <a:buClr>
                <a:srgbClr val="2CA1BE"/>
              </a:buClr>
              <a:buFont typeface="Verdana"/>
              <a:buChar char="◦"/>
              <a:tabLst>
                <a:tab pos="524510" algn="l"/>
                <a:tab pos="2820035" algn="l"/>
              </a:tabLst>
            </a:pPr>
            <a:r>
              <a:rPr sz="2000" dirty="0">
                <a:latin typeface="Lucida Sans Unicode"/>
                <a:cs typeface="Lucida Sans Unicode"/>
              </a:rPr>
              <a:t>Intended</a:t>
            </a:r>
            <a:r>
              <a:rPr sz="2000" spc="-45" dirty="0">
                <a:latin typeface="Lucida Sans Unicode"/>
                <a:cs typeface="Lucida Sans Unicode"/>
              </a:rPr>
              <a:t> </a:t>
            </a:r>
            <a:r>
              <a:rPr sz="2000" dirty="0">
                <a:latin typeface="Lucida Sans Unicode"/>
                <a:cs typeface="Lucida Sans Unicode"/>
              </a:rPr>
              <a:t>to</a:t>
            </a:r>
            <a:r>
              <a:rPr sz="2000" spc="-35" dirty="0">
                <a:latin typeface="Lucida Sans Unicode"/>
                <a:cs typeface="Lucida Sans Unicode"/>
              </a:rPr>
              <a:t> </a:t>
            </a:r>
            <a:r>
              <a:rPr sz="2000" spc="-20" dirty="0">
                <a:latin typeface="Lucida Sans Unicode"/>
                <a:cs typeface="Lucida Sans Unicode"/>
              </a:rPr>
              <a:t>show</a:t>
            </a:r>
            <a:r>
              <a:rPr sz="2000" dirty="0">
                <a:latin typeface="Lucida Sans Unicode"/>
                <a:cs typeface="Lucida Sans Unicode"/>
              </a:rPr>
              <a:t>	that</a:t>
            </a:r>
            <a:r>
              <a:rPr sz="2000" spc="-30" dirty="0">
                <a:latin typeface="Lucida Sans Unicode"/>
                <a:cs typeface="Lucida Sans Unicode"/>
              </a:rPr>
              <a:t> </a:t>
            </a:r>
            <a:r>
              <a:rPr sz="2000" dirty="0">
                <a:latin typeface="Lucida Sans Unicode"/>
                <a:cs typeface="Lucida Sans Unicode"/>
              </a:rPr>
              <a:t>the</a:t>
            </a:r>
            <a:r>
              <a:rPr sz="2000" spc="-15" dirty="0">
                <a:latin typeface="Lucida Sans Unicode"/>
                <a:cs typeface="Lucida Sans Unicode"/>
              </a:rPr>
              <a:t> </a:t>
            </a:r>
            <a:r>
              <a:rPr sz="2000" dirty="0">
                <a:latin typeface="Lucida Sans Unicode"/>
                <a:cs typeface="Lucida Sans Unicode"/>
              </a:rPr>
              <a:t>software</a:t>
            </a:r>
            <a:r>
              <a:rPr sz="2000" spc="-30" dirty="0">
                <a:latin typeface="Lucida Sans Unicode"/>
                <a:cs typeface="Lucida Sans Unicode"/>
              </a:rPr>
              <a:t> </a:t>
            </a:r>
            <a:r>
              <a:rPr sz="2000" dirty="0">
                <a:latin typeface="Lucida Sans Unicode"/>
                <a:cs typeface="Lucida Sans Unicode"/>
              </a:rPr>
              <a:t>meets</a:t>
            </a:r>
            <a:r>
              <a:rPr sz="2000" spc="-35" dirty="0">
                <a:latin typeface="Lucida Sans Unicode"/>
                <a:cs typeface="Lucida Sans Unicode"/>
              </a:rPr>
              <a:t> </a:t>
            </a:r>
            <a:r>
              <a:rPr sz="2000" dirty="0">
                <a:latin typeface="Lucida Sans Unicode"/>
                <a:cs typeface="Lucida Sans Unicode"/>
              </a:rPr>
              <a:t>its</a:t>
            </a:r>
            <a:r>
              <a:rPr sz="2000" spc="-10" dirty="0">
                <a:latin typeface="Lucida Sans Unicode"/>
                <a:cs typeface="Lucida Sans Unicode"/>
              </a:rPr>
              <a:t> requirements.</a:t>
            </a:r>
            <a:endParaRPr sz="2000" dirty="0">
              <a:latin typeface="Lucida Sans Unicode"/>
              <a:cs typeface="Lucida Sans Unicode"/>
            </a:endParaRPr>
          </a:p>
          <a:p>
            <a:pPr marL="524510" marR="82550" lvl="1" indent="-228600">
              <a:lnSpc>
                <a:spcPct val="100000"/>
              </a:lnSpc>
              <a:spcBef>
                <a:spcPts val="300"/>
              </a:spcBef>
              <a:buClr>
                <a:srgbClr val="2CA1BE"/>
              </a:buClr>
              <a:buFont typeface="Verdana"/>
              <a:buChar char="◦"/>
              <a:tabLst>
                <a:tab pos="524510" algn="l"/>
              </a:tabLst>
            </a:pPr>
            <a:r>
              <a:rPr sz="2000" dirty="0">
                <a:latin typeface="Lucida Sans Unicode"/>
                <a:cs typeface="Lucida Sans Unicode"/>
              </a:rPr>
              <a:t>A</a:t>
            </a:r>
            <a:r>
              <a:rPr sz="2000" spc="-25" dirty="0">
                <a:latin typeface="Lucida Sans Unicode"/>
                <a:cs typeface="Lucida Sans Unicode"/>
              </a:rPr>
              <a:t> </a:t>
            </a:r>
            <a:r>
              <a:rPr sz="2000" dirty="0">
                <a:latin typeface="Lucida Sans Unicode"/>
                <a:cs typeface="Lucida Sans Unicode"/>
              </a:rPr>
              <a:t>successful</a:t>
            </a:r>
            <a:r>
              <a:rPr sz="2000" spc="-35" dirty="0">
                <a:latin typeface="Lucida Sans Unicode"/>
                <a:cs typeface="Lucida Sans Unicode"/>
              </a:rPr>
              <a:t> </a:t>
            </a:r>
            <a:r>
              <a:rPr sz="2000" dirty="0">
                <a:latin typeface="Lucida Sans Unicode"/>
                <a:cs typeface="Lucida Sans Unicode"/>
              </a:rPr>
              <a:t>test</a:t>
            </a:r>
            <a:r>
              <a:rPr sz="2000" spc="15" dirty="0">
                <a:latin typeface="Lucida Sans Unicode"/>
                <a:cs typeface="Lucida Sans Unicode"/>
              </a:rPr>
              <a:t> </a:t>
            </a:r>
            <a:r>
              <a:rPr sz="2000" dirty="0">
                <a:latin typeface="Lucida Sans Unicode"/>
                <a:cs typeface="Lucida Sans Unicode"/>
              </a:rPr>
              <a:t>is</a:t>
            </a:r>
            <a:r>
              <a:rPr sz="2000" spc="-10" dirty="0">
                <a:latin typeface="Lucida Sans Unicode"/>
                <a:cs typeface="Lucida Sans Unicode"/>
              </a:rPr>
              <a:t> </a:t>
            </a:r>
            <a:r>
              <a:rPr sz="2000" dirty="0">
                <a:latin typeface="Lucida Sans Unicode"/>
                <a:cs typeface="Lucida Sans Unicode"/>
              </a:rPr>
              <a:t>one</a:t>
            </a:r>
            <a:r>
              <a:rPr sz="2000" spc="-30" dirty="0">
                <a:latin typeface="Lucida Sans Unicode"/>
                <a:cs typeface="Lucida Sans Unicode"/>
              </a:rPr>
              <a:t> </a:t>
            </a:r>
            <a:r>
              <a:rPr sz="2000" dirty="0">
                <a:latin typeface="Lucida Sans Unicode"/>
                <a:cs typeface="Lucida Sans Unicode"/>
              </a:rPr>
              <a:t>that</a:t>
            </a:r>
            <a:r>
              <a:rPr sz="2000" spc="-20" dirty="0">
                <a:latin typeface="Lucida Sans Unicode"/>
                <a:cs typeface="Lucida Sans Unicode"/>
              </a:rPr>
              <a:t> </a:t>
            </a:r>
            <a:r>
              <a:rPr sz="2000" dirty="0">
                <a:latin typeface="Lucida Sans Unicode"/>
                <a:cs typeface="Lucida Sans Unicode"/>
              </a:rPr>
              <a:t>shows</a:t>
            </a:r>
            <a:r>
              <a:rPr sz="2000" spc="-25" dirty="0">
                <a:latin typeface="Lucida Sans Unicode"/>
                <a:cs typeface="Lucida Sans Unicode"/>
              </a:rPr>
              <a:t> </a:t>
            </a:r>
            <a:r>
              <a:rPr sz="2000" dirty="0">
                <a:latin typeface="Lucida Sans Unicode"/>
                <a:cs typeface="Lucida Sans Unicode"/>
              </a:rPr>
              <a:t>that</a:t>
            </a:r>
            <a:r>
              <a:rPr sz="2000" spc="-20" dirty="0">
                <a:latin typeface="Lucida Sans Unicode"/>
                <a:cs typeface="Lucida Sans Unicode"/>
              </a:rPr>
              <a:t> </a:t>
            </a:r>
            <a:r>
              <a:rPr sz="2000" dirty="0">
                <a:latin typeface="Lucida Sans Unicode"/>
                <a:cs typeface="Lucida Sans Unicode"/>
              </a:rPr>
              <a:t>a</a:t>
            </a:r>
            <a:r>
              <a:rPr sz="2000" spc="-10" dirty="0">
                <a:latin typeface="Lucida Sans Unicode"/>
                <a:cs typeface="Lucida Sans Unicode"/>
              </a:rPr>
              <a:t> </a:t>
            </a:r>
            <a:r>
              <a:rPr sz="2000" dirty="0">
                <a:latin typeface="Lucida Sans Unicode"/>
                <a:cs typeface="Lucida Sans Unicode"/>
              </a:rPr>
              <a:t>requirements</a:t>
            </a:r>
            <a:r>
              <a:rPr sz="2000" spc="-45" dirty="0">
                <a:latin typeface="Lucida Sans Unicode"/>
                <a:cs typeface="Lucida Sans Unicode"/>
              </a:rPr>
              <a:t> </a:t>
            </a:r>
            <a:r>
              <a:rPr sz="2000" spc="-25" dirty="0">
                <a:latin typeface="Lucida Sans Unicode"/>
                <a:cs typeface="Lucida Sans Unicode"/>
              </a:rPr>
              <a:t>has </a:t>
            </a:r>
            <a:r>
              <a:rPr sz="2000" dirty="0">
                <a:latin typeface="Lucida Sans Unicode"/>
                <a:cs typeface="Lucida Sans Unicode"/>
              </a:rPr>
              <a:t>been</a:t>
            </a:r>
            <a:r>
              <a:rPr sz="2000" spc="-50" dirty="0">
                <a:latin typeface="Lucida Sans Unicode"/>
                <a:cs typeface="Lucida Sans Unicode"/>
              </a:rPr>
              <a:t> </a:t>
            </a:r>
            <a:r>
              <a:rPr sz="2000" dirty="0">
                <a:latin typeface="Lucida Sans Unicode"/>
                <a:cs typeface="Lucida Sans Unicode"/>
              </a:rPr>
              <a:t>properly</a:t>
            </a:r>
            <a:r>
              <a:rPr sz="2000" spc="-40" dirty="0">
                <a:latin typeface="Lucida Sans Unicode"/>
                <a:cs typeface="Lucida Sans Unicode"/>
              </a:rPr>
              <a:t> </a:t>
            </a:r>
            <a:r>
              <a:rPr sz="2000" spc="-10" dirty="0">
                <a:latin typeface="Lucida Sans Unicode"/>
                <a:cs typeface="Lucida Sans Unicode"/>
              </a:rPr>
              <a:t>implemented.</a:t>
            </a:r>
            <a:endParaRPr sz="2000" dirty="0">
              <a:latin typeface="Lucida Sans Unicode"/>
              <a:cs typeface="Lucida Sans Unicode"/>
            </a:endParaRPr>
          </a:p>
        </p:txBody>
      </p:sp>
      <p:pic>
        <p:nvPicPr>
          <p:cNvPr id="3" name="object 3"/>
          <p:cNvPicPr/>
          <p:nvPr/>
        </p:nvPicPr>
        <p:blipFill>
          <a:blip r:embed="rId2" cstate="print"/>
          <a:stretch>
            <a:fillRect/>
          </a:stretch>
        </p:blipFill>
        <p:spPr>
          <a:xfrm>
            <a:off x="530351" y="566927"/>
            <a:ext cx="4078224" cy="553212"/>
          </a:xfrm>
          <a:prstGeom prst="rect">
            <a:avLst/>
          </a:prstGeom>
        </p:spPr>
      </p:pic>
      <p:sp>
        <p:nvSpPr>
          <p:cNvPr id="4" name="object 4"/>
          <p:cNvSpPr txBox="1">
            <a:spLocks noGrp="1"/>
          </p:cNvSpPr>
          <p:nvPr>
            <p:ph type="sldNum" sz="quarter" idx="7"/>
          </p:nvPr>
        </p:nvSpPr>
        <p:spPr>
          <a:prstGeom prst="rect">
            <a:avLst/>
          </a:prstGeom>
        </p:spPr>
        <p:txBody>
          <a:bodyPr vert="horz" wrap="square" lIns="0" tIns="152400" rIns="0" bIns="0" rtlCol="0">
            <a:spAutoFit/>
          </a:bodyPr>
          <a:lstStyle/>
          <a:p>
            <a:pPr marL="166370">
              <a:lnSpc>
                <a:spcPts val="1190"/>
              </a:lnSpc>
            </a:pPr>
            <a:fld id="{81D60167-4931-47E6-BA6A-407CBD079E47}" type="slidenum">
              <a:rPr spc="-25" dirty="0"/>
              <a:t>15</a:t>
            </a:fld>
            <a:endParaRPr spc="-25"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04801" y="1469212"/>
            <a:ext cx="8669272" cy="3172663"/>
          </a:xfrm>
          <a:prstGeom prst="rect">
            <a:avLst/>
          </a:prstGeom>
        </p:spPr>
        <p:txBody>
          <a:bodyPr vert="horz" wrap="square" lIns="0" tIns="12700" rIns="0" bIns="0" rtlCol="0">
            <a:spAutoFit/>
          </a:bodyPr>
          <a:lstStyle/>
          <a:p>
            <a:pPr marL="355600" indent="-342900">
              <a:lnSpc>
                <a:spcPct val="100000"/>
              </a:lnSpc>
              <a:spcBef>
                <a:spcPts val="100"/>
              </a:spcBef>
              <a:buFont typeface="Wingdings" panose="05000000000000000000" pitchFamily="2" charset="2"/>
              <a:buChar char="§"/>
              <a:tabLst>
                <a:tab pos="268605" algn="l"/>
              </a:tabLst>
            </a:pPr>
            <a:r>
              <a:rPr sz="2400" spc="-15" dirty="0">
                <a:latin typeface="Lucida Sans Unicode"/>
                <a:cs typeface="Lucida Sans Unicode"/>
              </a:rPr>
              <a:t>Defect</a:t>
            </a:r>
            <a:r>
              <a:rPr sz="2400" spc="-10" dirty="0">
                <a:latin typeface="Lucida Sans Unicode"/>
                <a:cs typeface="Lucida Sans Unicode"/>
              </a:rPr>
              <a:t> </a:t>
            </a:r>
            <a:r>
              <a:rPr sz="2400" spc="-15" dirty="0">
                <a:latin typeface="Lucida Sans Unicode"/>
                <a:cs typeface="Lucida Sans Unicode"/>
              </a:rPr>
              <a:t>testing</a:t>
            </a:r>
            <a:r>
              <a:rPr sz="2400" spc="10" dirty="0">
                <a:latin typeface="Lucida Sans Unicode"/>
                <a:cs typeface="Lucida Sans Unicode"/>
              </a:rPr>
              <a:t> </a:t>
            </a:r>
            <a:r>
              <a:rPr sz="2400" spc="-10" dirty="0">
                <a:latin typeface="Lucida Sans Unicode"/>
                <a:cs typeface="Lucida Sans Unicode"/>
              </a:rPr>
              <a:t>and</a:t>
            </a:r>
            <a:r>
              <a:rPr sz="2400" spc="5" dirty="0">
                <a:latin typeface="Lucida Sans Unicode"/>
                <a:cs typeface="Lucida Sans Unicode"/>
              </a:rPr>
              <a:t> </a:t>
            </a:r>
            <a:r>
              <a:rPr sz="2400" spc="-10" dirty="0">
                <a:latin typeface="Lucida Sans Unicode"/>
                <a:cs typeface="Lucida Sans Unicode"/>
              </a:rPr>
              <a:t>debugging</a:t>
            </a:r>
            <a:r>
              <a:rPr sz="2400" spc="5" dirty="0">
                <a:latin typeface="Lucida Sans Unicode"/>
                <a:cs typeface="Lucida Sans Unicode"/>
              </a:rPr>
              <a:t> </a:t>
            </a:r>
            <a:r>
              <a:rPr sz="2400" spc="-20" dirty="0">
                <a:latin typeface="Lucida Sans Unicode"/>
                <a:cs typeface="Lucida Sans Unicode"/>
              </a:rPr>
              <a:t>are</a:t>
            </a:r>
            <a:r>
              <a:rPr sz="2400" spc="5" dirty="0">
                <a:latin typeface="Lucida Sans Unicode"/>
                <a:cs typeface="Lucida Sans Unicode"/>
              </a:rPr>
              <a:t> </a:t>
            </a:r>
            <a:r>
              <a:rPr sz="2400" spc="-20" dirty="0">
                <a:latin typeface="Lucida Sans Unicode"/>
                <a:cs typeface="Lucida Sans Unicode"/>
              </a:rPr>
              <a:t>distinct</a:t>
            </a:r>
            <a:r>
              <a:rPr lang="en-US" sz="2400" dirty="0">
                <a:latin typeface="Lucida Sans Unicode"/>
                <a:cs typeface="Lucida Sans Unicode"/>
              </a:rPr>
              <a:t> </a:t>
            </a:r>
            <a:r>
              <a:rPr sz="2400" spc="-10" dirty="0">
                <a:latin typeface="Lucida Sans Unicode"/>
                <a:cs typeface="Lucida Sans Unicode"/>
              </a:rPr>
              <a:t>processes.</a:t>
            </a:r>
            <a:endParaRPr sz="2400" dirty="0">
              <a:latin typeface="Lucida Sans Unicode"/>
              <a:cs typeface="Lucida Sans Unicode"/>
            </a:endParaRPr>
          </a:p>
          <a:p>
            <a:pPr marL="354965" marR="5080" indent="-342900">
              <a:lnSpc>
                <a:spcPct val="100000"/>
              </a:lnSpc>
              <a:spcBef>
                <a:spcPts val="409"/>
              </a:spcBef>
              <a:buFont typeface="Wingdings" panose="05000000000000000000" pitchFamily="2" charset="2"/>
              <a:buChar char="§"/>
              <a:tabLst>
                <a:tab pos="268605" algn="l"/>
              </a:tabLst>
            </a:pPr>
            <a:r>
              <a:rPr lang="en-US" sz="2400" dirty="0">
                <a:latin typeface="Lucida Sans Unicode"/>
                <a:cs typeface="Lucida Sans Unicode"/>
              </a:rPr>
              <a:t>V</a:t>
            </a:r>
            <a:r>
              <a:rPr sz="2400" dirty="0">
                <a:latin typeface="Lucida Sans Unicode"/>
                <a:cs typeface="Lucida Sans Unicode"/>
              </a:rPr>
              <a:t>erification</a:t>
            </a:r>
            <a:r>
              <a:rPr sz="2400" spc="-65" dirty="0">
                <a:latin typeface="Lucida Sans Unicode"/>
                <a:cs typeface="Lucida Sans Unicode"/>
              </a:rPr>
              <a:t> </a:t>
            </a:r>
            <a:r>
              <a:rPr sz="2400" dirty="0">
                <a:latin typeface="Lucida Sans Unicode"/>
                <a:cs typeface="Lucida Sans Unicode"/>
              </a:rPr>
              <a:t>and</a:t>
            </a:r>
            <a:r>
              <a:rPr sz="2400" spc="-85" dirty="0">
                <a:latin typeface="Lucida Sans Unicode"/>
                <a:cs typeface="Lucida Sans Unicode"/>
              </a:rPr>
              <a:t> </a:t>
            </a:r>
            <a:r>
              <a:rPr sz="2400" dirty="0">
                <a:latin typeface="Lucida Sans Unicode"/>
                <a:cs typeface="Lucida Sans Unicode"/>
              </a:rPr>
              <a:t>validation</a:t>
            </a:r>
            <a:r>
              <a:rPr sz="2400" spc="-70" dirty="0">
                <a:latin typeface="Lucida Sans Unicode"/>
                <a:cs typeface="Lucida Sans Unicode"/>
              </a:rPr>
              <a:t> </a:t>
            </a:r>
            <a:r>
              <a:rPr sz="2400" dirty="0">
                <a:latin typeface="Lucida Sans Unicode"/>
                <a:cs typeface="Lucida Sans Unicode"/>
              </a:rPr>
              <a:t>is</a:t>
            </a:r>
            <a:r>
              <a:rPr sz="2400" spc="-75" dirty="0">
                <a:latin typeface="Lucida Sans Unicode"/>
                <a:cs typeface="Lucida Sans Unicode"/>
              </a:rPr>
              <a:t> </a:t>
            </a:r>
            <a:r>
              <a:rPr sz="2400" dirty="0">
                <a:latin typeface="Lucida Sans Unicode"/>
                <a:cs typeface="Lucida Sans Unicode"/>
              </a:rPr>
              <a:t>concerned</a:t>
            </a:r>
            <a:r>
              <a:rPr sz="2400" spc="-65" dirty="0">
                <a:latin typeface="Lucida Sans Unicode"/>
                <a:cs typeface="Lucida Sans Unicode"/>
              </a:rPr>
              <a:t> </a:t>
            </a:r>
            <a:r>
              <a:rPr sz="2400" spc="-20" dirty="0">
                <a:latin typeface="Lucida Sans Unicode"/>
                <a:cs typeface="Lucida Sans Unicode"/>
              </a:rPr>
              <a:t>with</a:t>
            </a:r>
            <a:r>
              <a:rPr sz="2400" spc="600" dirty="0">
                <a:latin typeface="Lucida Sans Unicode"/>
                <a:cs typeface="Lucida Sans Unicode"/>
              </a:rPr>
              <a:t>  </a:t>
            </a:r>
            <a:r>
              <a:rPr sz="2400" dirty="0">
                <a:latin typeface="Lucida Sans Unicode"/>
                <a:cs typeface="Lucida Sans Unicode"/>
              </a:rPr>
              <a:t>establishing</a:t>
            </a:r>
            <a:r>
              <a:rPr sz="2400" spc="-55" dirty="0">
                <a:latin typeface="Lucida Sans Unicode"/>
                <a:cs typeface="Lucida Sans Unicode"/>
              </a:rPr>
              <a:t> </a:t>
            </a:r>
            <a:r>
              <a:rPr sz="2400" dirty="0">
                <a:latin typeface="Lucida Sans Unicode"/>
                <a:cs typeface="Lucida Sans Unicode"/>
              </a:rPr>
              <a:t>the</a:t>
            </a:r>
            <a:r>
              <a:rPr sz="2400" spc="-75" dirty="0">
                <a:latin typeface="Lucida Sans Unicode"/>
                <a:cs typeface="Lucida Sans Unicode"/>
              </a:rPr>
              <a:t> </a:t>
            </a:r>
            <a:r>
              <a:rPr sz="2400" dirty="0">
                <a:latin typeface="Lucida Sans Unicode"/>
                <a:cs typeface="Lucida Sans Unicode"/>
              </a:rPr>
              <a:t>existence</a:t>
            </a:r>
            <a:r>
              <a:rPr sz="2400" spc="-60" dirty="0">
                <a:latin typeface="Lucida Sans Unicode"/>
                <a:cs typeface="Lucida Sans Unicode"/>
              </a:rPr>
              <a:t> </a:t>
            </a:r>
            <a:r>
              <a:rPr sz="2400" dirty="0">
                <a:latin typeface="Lucida Sans Unicode"/>
                <a:cs typeface="Lucida Sans Unicode"/>
              </a:rPr>
              <a:t>of</a:t>
            </a:r>
            <a:r>
              <a:rPr sz="2400" spc="-65" dirty="0">
                <a:latin typeface="Lucida Sans Unicode"/>
                <a:cs typeface="Lucida Sans Unicode"/>
              </a:rPr>
              <a:t> </a:t>
            </a:r>
            <a:r>
              <a:rPr sz="2400" dirty="0">
                <a:latin typeface="Lucida Sans Unicode"/>
                <a:cs typeface="Lucida Sans Unicode"/>
              </a:rPr>
              <a:t>defects</a:t>
            </a:r>
            <a:r>
              <a:rPr sz="2400" spc="-50" dirty="0">
                <a:latin typeface="Lucida Sans Unicode"/>
                <a:cs typeface="Lucida Sans Unicode"/>
              </a:rPr>
              <a:t> </a:t>
            </a:r>
            <a:r>
              <a:rPr sz="2400" dirty="0">
                <a:latin typeface="Lucida Sans Unicode"/>
                <a:cs typeface="Lucida Sans Unicode"/>
              </a:rPr>
              <a:t>in</a:t>
            </a:r>
            <a:r>
              <a:rPr sz="2400" spc="-65" dirty="0">
                <a:latin typeface="Lucida Sans Unicode"/>
                <a:cs typeface="Lucida Sans Unicode"/>
              </a:rPr>
              <a:t> </a:t>
            </a:r>
            <a:r>
              <a:rPr sz="2400" dirty="0">
                <a:latin typeface="Lucida Sans Unicode"/>
                <a:cs typeface="Lucida Sans Unicode"/>
              </a:rPr>
              <a:t>a</a:t>
            </a:r>
            <a:r>
              <a:rPr sz="2400" spc="-75" dirty="0">
                <a:latin typeface="Lucida Sans Unicode"/>
                <a:cs typeface="Lucida Sans Unicode"/>
              </a:rPr>
              <a:t> </a:t>
            </a:r>
            <a:r>
              <a:rPr sz="2400" spc="-10" dirty="0">
                <a:latin typeface="Lucida Sans Unicode"/>
                <a:cs typeface="Lucida Sans Unicode"/>
              </a:rPr>
              <a:t>program.</a:t>
            </a:r>
            <a:endParaRPr lang="en-US" sz="2400" dirty="0">
              <a:latin typeface="Lucida Sans Unicode"/>
              <a:cs typeface="Lucida Sans Unicode"/>
            </a:endParaRPr>
          </a:p>
          <a:p>
            <a:pPr marL="355600" indent="-342900">
              <a:lnSpc>
                <a:spcPct val="100000"/>
              </a:lnSpc>
              <a:spcBef>
                <a:spcPts val="400"/>
              </a:spcBef>
              <a:buFont typeface="Wingdings" panose="05000000000000000000" pitchFamily="2" charset="2"/>
              <a:buChar char="§"/>
              <a:tabLst>
                <a:tab pos="268605" algn="l"/>
              </a:tabLst>
            </a:pPr>
            <a:r>
              <a:rPr lang="en-US" sz="2400" spc="-10" dirty="0">
                <a:latin typeface="Lucida Sans Unicode"/>
                <a:cs typeface="Lucida Sans Unicode"/>
              </a:rPr>
              <a:t>Debugging</a:t>
            </a:r>
            <a:r>
              <a:rPr lang="en-US" sz="2400" dirty="0">
                <a:latin typeface="Lucida Sans Unicode"/>
                <a:cs typeface="Lucida Sans Unicode"/>
              </a:rPr>
              <a:t> </a:t>
            </a:r>
            <a:r>
              <a:rPr lang="en-US" sz="2400" spc="-10" dirty="0">
                <a:latin typeface="Lucida Sans Unicode"/>
                <a:cs typeface="Lucida Sans Unicode"/>
              </a:rPr>
              <a:t>is</a:t>
            </a:r>
            <a:r>
              <a:rPr lang="en-US" sz="2400" dirty="0">
                <a:latin typeface="Lucida Sans Unicode"/>
                <a:cs typeface="Lucida Sans Unicode"/>
              </a:rPr>
              <a:t> </a:t>
            </a:r>
            <a:r>
              <a:rPr lang="en-US" sz="2400" spc="-10" dirty="0">
                <a:latin typeface="Lucida Sans Unicode"/>
                <a:cs typeface="Lucida Sans Unicode"/>
              </a:rPr>
              <a:t>concerned</a:t>
            </a:r>
            <a:r>
              <a:rPr lang="en-US" sz="2400" spc="10" dirty="0">
                <a:latin typeface="Lucida Sans Unicode"/>
                <a:cs typeface="Lucida Sans Unicode"/>
              </a:rPr>
              <a:t> </a:t>
            </a:r>
            <a:r>
              <a:rPr lang="en-US" sz="2400" spc="-15" dirty="0">
                <a:latin typeface="Lucida Sans Unicode"/>
                <a:cs typeface="Lucida Sans Unicode"/>
              </a:rPr>
              <a:t>with</a:t>
            </a:r>
            <a:r>
              <a:rPr lang="en-US" sz="2400" dirty="0">
                <a:latin typeface="Lucida Sans Unicode"/>
                <a:cs typeface="Lucida Sans Unicode"/>
              </a:rPr>
              <a:t> </a:t>
            </a:r>
            <a:r>
              <a:rPr lang="en-US" sz="2400" spc="-15" dirty="0">
                <a:latin typeface="Lucida Sans Unicode"/>
                <a:cs typeface="Lucida Sans Unicode"/>
              </a:rPr>
              <a:t>locating</a:t>
            </a:r>
            <a:r>
              <a:rPr lang="en-US" sz="2400" spc="10" dirty="0">
                <a:latin typeface="Lucida Sans Unicode"/>
                <a:cs typeface="Lucida Sans Unicode"/>
              </a:rPr>
              <a:t> </a:t>
            </a:r>
            <a:r>
              <a:rPr lang="en-US" sz="2400" spc="-10" dirty="0">
                <a:latin typeface="Lucida Sans Unicode"/>
                <a:cs typeface="Lucida Sans Unicode"/>
              </a:rPr>
              <a:t>and </a:t>
            </a:r>
            <a:r>
              <a:rPr sz="2400" dirty="0">
                <a:latin typeface="Lucida Sans Unicode"/>
                <a:cs typeface="Lucida Sans Unicode"/>
              </a:rPr>
              <a:t>repairing</a:t>
            </a:r>
            <a:r>
              <a:rPr sz="2400" spc="-80" dirty="0">
                <a:latin typeface="Lucida Sans Unicode"/>
                <a:cs typeface="Lucida Sans Unicode"/>
              </a:rPr>
              <a:t> </a:t>
            </a:r>
            <a:r>
              <a:rPr sz="2400" dirty="0">
                <a:latin typeface="Lucida Sans Unicode"/>
                <a:cs typeface="Lucida Sans Unicode"/>
              </a:rPr>
              <a:t>these</a:t>
            </a:r>
            <a:r>
              <a:rPr sz="2400" spc="-95" dirty="0">
                <a:latin typeface="Lucida Sans Unicode"/>
                <a:cs typeface="Lucida Sans Unicode"/>
              </a:rPr>
              <a:t> </a:t>
            </a:r>
            <a:r>
              <a:rPr sz="2400" spc="-10" dirty="0">
                <a:latin typeface="Lucida Sans Unicode"/>
                <a:cs typeface="Lucida Sans Unicode"/>
              </a:rPr>
              <a:t>errors.</a:t>
            </a:r>
            <a:endParaRPr sz="2400" dirty="0">
              <a:latin typeface="Lucida Sans Unicode"/>
              <a:cs typeface="Lucida Sans Unicode"/>
            </a:endParaRPr>
          </a:p>
          <a:p>
            <a:pPr marL="354965" marR="813435" indent="-342900">
              <a:lnSpc>
                <a:spcPct val="100000"/>
              </a:lnSpc>
              <a:spcBef>
                <a:spcPts val="395"/>
              </a:spcBef>
              <a:buFont typeface="Wingdings" panose="05000000000000000000" pitchFamily="2" charset="2"/>
              <a:buChar char="§"/>
              <a:tabLst>
                <a:tab pos="268605" algn="l"/>
              </a:tabLst>
            </a:pPr>
            <a:r>
              <a:rPr lang="en-US" sz="2400" dirty="0">
                <a:latin typeface="Lucida Sans Unicode"/>
                <a:cs typeface="Lucida Sans Unicode"/>
              </a:rPr>
              <a:t>D</a:t>
            </a:r>
            <a:r>
              <a:rPr sz="2400" dirty="0">
                <a:latin typeface="Lucida Sans Unicode"/>
                <a:cs typeface="Lucida Sans Unicode"/>
              </a:rPr>
              <a:t>ebugging</a:t>
            </a:r>
            <a:r>
              <a:rPr sz="2400" spc="-85" dirty="0">
                <a:latin typeface="Lucida Sans Unicode"/>
                <a:cs typeface="Lucida Sans Unicode"/>
              </a:rPr>
              <a:t> </a:t>
            </a:r>
            <a:r>
              <a:rPr sz="2400" dirty="0">
                <a:latin typeface="Lucida Sans Unicode"/>
                <a:cs typeface="Lucida Sans Unicode"/>
              </a:rPr>
              <a:t>involves</a:t>
            </a:r>
            <a:r>
              <a:rPr sz="2400" spc="-85" dirty="0">
                <a:latin typeface="Lucida Sans Unicode"/>
                <a:cs typeface="Lucida Sans Unicode"/>
              </a:rPr>
              <a:t> </a:t>
            </a:r>
            <a:r>
              <a:rPr sz="2400" dirty="0">
                <a:latin typeface="Lucida Sans Unicode"/>
                <a:cs typeface="Lucida Sans Unicode"/>
              </a:rPr>
              <a:t>formulating</a:t>
            </a:r>
            <a:r>
              <a:rPr sz="2400" spc="-75" dirty="0">
                <a:latin typeface="Lucida Sans Unicode"/>
                <a:cs typeface="Lucida Sans Unicode"/>
              </a:rPr>
              <a:t> </a:t>
            </a:r>
            <a:r>
              <a:rPr sz="2400" dirty="0">
                <a:latin typeface="Lucida Sans Unicode"/>
                <a:cs typeface="Lucida Sans Unicode"/>
              </a:rPr>
              <a:t>a</a:t>
            </a:r>
            <a:r>
              <a:rPr sz="2400" spc="-90" dirty="0">
                <a:latin typeface="Lucida Sans Unicode"/>
                <a:cs typeface="Lucida Sans Unicode"/>
              </a:rPr>
              <a:t> </a:t>
            </a:r>
            <a:r>
              <a:rPr sz="2400" spc="-10" dirty="0">
                <a:latin typeface="Lucida Sans Unicode"/>
                <a:cs typeface="Lucida Sans Unicode"/>
              </a:rPr>
              <a:t>hypothesi</a:t>
            </a:r>
            <a:r>
              <a:rPr lang="en-US" sz="2400" spc="-10" dirty="0">
                <a:latin typeface="Lucida Sans Unicode"/>
                <a:cs typeface="Lucida Sans Unicode"/>
              </a:rPr>
              <a:t>s</a:t>
            </a:r>
            <a:r>
              <a:rPr lang="en-US" sz="2400" spc="600" dirty="0">
                <a:latin typeface="Lucida Sans Unicode"/>
                <a:cs typeface="Lucida Sans Unicode"/>
              </a:rPr>
              <a:t> </a:t>
            </a:r>
            <a:r>
              <a:rPr sz="2400" dirty="0">
                <a:latin typeface="Lucida Sans Unicode"/>
                <a:cs typeface="Lucida Sans Unicode"/>
              </a:rPr>
              <a:t>about</a:t>
            </a:r>
            <a:r>
              <a:rPr sz="2400" spc="-80" dirty="0">
                <a:latin typeface="Lucida Sans Unicode"/>
                <a:cs typeface="Lucida Sans Unicode"/>
              </a:rPr>
              <a:t> </a:t>
            </a:r>
            <a:r>
              <a:rPr sz="2400" dirty="0">
                <a:latin typeface="Lucida Sans Unicode"/>
                <a:cs typeface="Lucida Sans Unicode"/>
              </a:rPr>
              <a:t>program</a:t>
            </a:r>
            <a:r>
              <a:rPr sz="2400" spc="-65" dirty="0">
                <a:latin typeface="Lucida Sans Unicode"/>
                <a:cs typeface="Lucida Sans Unicode"/>
              </a:rPr>
              <a:t> </a:t>
            </a:r>
            <a:r>
              <a:rPr sz="2400" dirty="0">
                <a:latin typeface="Lucida Sans Unicode"/>
                <a:cs typeface="Lucida Sans Unicode"/>
              </a:rPr>
              <a:t>behaviour</a:t>
            </a:r>
            <a:r>
              <a:rPr sz="2400" spc="-70" dirty="0">
                <a:latin typeface="Lucida Sans Unicode"/>
                <a:cs typeface="Lucida Sans Unicode"/>
              </a:rPr>
              <a:t> </a:t>
            </a:r>
            <a:r>
              <a:rPr sz="2400" dirty="0">
                <a:latin typeface="Lucida Sans Unicode"/>
                <a:cs typeface="Lucida Sans Unicode"/>
              </a:rPr>
              <a:t>then</a:t>
            </a:r>
            <a:r>
              <a:rPr sz="2400" spc="-70" dirty="0">
                <a:latin typeface="Lucida Sans Unicode"/>
                <a:cs typeface="Lucida Sans Unicode"/>
              </a:rPr>
              <a:t> </a:t>
            </a:r>
            <a:r>
              <a:rPr sz="2400" dirty="0">
                <a:latin typeface="Lucida Sans Unicode"/>
                <a:cs typeface="Lucida Sans Unicode"/>
              </a:rPr>
              <a:t>testing</a:t>
            </a:r>
            <a:r>
              <a:rPr sz="2400" spc="-70" dirty="0">
                <a:latin typeface="Lucida Sans Unicode"/>
                <a:cs typeface="Lucida Sans Unicode"/>
              </a:rPr>
              <a:t> </a:t>
            </a:r>
            <a:r>
              <a:rPr sz="2400" spc="-20" dirty="0">
                <a:latin typeface="Lucida Sans Unicode"/>
                <a:cs typeface="Lucida Sans Unicode"/>
              </a:rPr>
              <a:t>these </a:t>
            </a:r>
            <a:r>
              <a:rPr sz="2400" dirty="0">
                <a:latin typeface="Lucida Sans Unicode"/>
                <a:cs typeface="Lucida Sans Unicode"/>
              </a:rPr>
              <a:t>hypotheses</a:t>
            </a:r>
            <a:r>
              <a:rPr sz="2400" spc="-30" dirty="0">
                <a:latin typeface="Lucida Sans Unicode"/>
                <a:cs typeface="Lucida Sans Unicode"/>
              </a:rPr>
              <a:t> </a:t>
            </a:r>
            <a:r>
              <a:rPr sz="2400" dirty="0">
                <a:latin typeface="Lucida Sans Unicode"/>
                <a:cs typeface="Lucida Sans Unicode"/>
              </a:rPr>
              <a:t>to</a:t>
            </a:r>
            <a:r>
              <a:rPr sz="2400" spc="-35" dirty="0">
                <a:latin typeface="Lucida Sans Unicode"/>
                <a:cs typeface="Lucida Sans Unicode"/>
              </a:rPr>
              <a:t> </a:t>
            </a:r>
            <a:r>
              <a:rPr sz="2400" dirty="0">
                <a:latin typeface="Lucida Sans Unicode"/>
                <a:cs typeface="Lucida Sans Unicode"/>
              </a:rPr>
              <a:t>find</a:t>
            </a:r>
            <a:r>
              <a:rPr sz="2400" spc="-25" dirty="0">
                <a:latin typeface="Lucida Sans Unicode"/>
                <a:cs typeface="Lucida Sans Unicode"/>
              </a:rPr>
              <a:t> </a:t>
            </a:r>
            <a:r>
              <a:rPr sz="2400" dirty="0">
                <a:latin typeface="Lucida Sans Unicode"/>
                <a:cs typeface="Lucida Sans Unicode"/>
              </a:rPr>
              <a:t>the</a:t>
            </a:r>
            <a:r>
              <a:rPr sz="2400" spc="-35" dirty="0">
                <a:latin typeface="Lucida Sans Unicode"/>
                <a:cs typeface="Lucida Sans Unicode"/>
              </a:rPr>
              <a:t> </a:t>
            </a:r>
            <a:r>
              <a:rPr sz="2400" dirty="0">
                <a:latin typeface="Lucida Sans Unicode"/>
                <a:cs typeface="Lucida Sans Unicode"/>
              </a:rPr>
              <a:t>system</a:t>
            </a:r>
            <a:r>
              <a:rPr sz="2400" spc="-25" dirty="0">
                <a:latin typeface="Lucida Sans Unicode"/>
                <a:cs typeface="Lucida Sans Unicode"/>
              </a:rPr>
              <a:t> </a:t>
            </a:r>
            <a:r>
              <a:rPr sz="2400" spc="-10" dirty="0">
                <a:latin typeface="Lucida Sans Unicode"/>
                <a:cs typeface="Lucida Sans Unicode"/>
              </a:rPr>
              <a:t>error.</a:t>
            </a:r>
            <a:endParaRPr sz="2400" dirty="0">
              <a:latin typeface="Lucida Sans Unicode"/>
              <a:cs typeface="Lucida Sans Unicode"/>
            </a:endParaRPr>
          </a:p>
        </p:txBody>
      </p:sp>
      <p:pic>
        <p:nvPicPr>
          <p:cNvPr id="3" name="object 3"/>
          <p:cNvPicPr/>
          <p:nvPr/>
        </p:nvPicPr>
        <p:blipFill>
          <a:blip r:embed="rId2" cstate="print"/>
          <a:stretch>
            <a:fillRect/>
          </a:stretch>
        </p:blipFill>
        <p:spPr>
          <a:xfrm>
            <a:off x="530351" y="571500"/>
            <a:ext cx="5870448" cy="548639"/>
          </a:xfrm>
          <a:prstGeom prst="rect">
            <a:avLst/>
          </a:prstGeom>
        </p:spPr>
      </p:pic>
      <p:sp>
        <p:nvSpPr>
          <p:cNvPr id="4" name="object 4"/>
          <p:cNvSpPr txBox="1">
            <a:spLocks noGrp="1"/>
          </p:cNvSpPr>
          <p:nvPr>
            <p:ph type="sldNum" sz="quarter" idx="7"/>
          </p:nvPr>
        </p:nvSpPr>
        <p:spPr>
          <a:prstGeom prst="rect">
            <a:avLst/>
          </a:prstGeom>
        </p:spPr>
        <p:txBody>
          <a:bodyPr vert="horz" wrap="square" lIns="0" tIns="152400" rIns="0" bIns="0" rtlCol="0">
            <a:spAutoFit/>
          </a:bodyPr>
          <a:lstStyle/>
          <a:p>
            <a:pPr marL="166370">
              <a:lnSpc>
                <a:spcPts val="1190"/>
              </a:lnSpc>
            </a:pPr>
            <a:fld id="{81D60167-4931-47E6-BA6A-407CBD079E47}" type="slidenum">
              <a:rPr spc="-25" dirty="0"/>
              <a:t>16</a:t>
            </a:fld>
            <a:endParaRPr spc="-25"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530351" y="571500"/>
            <a:ext cx="5952744" cy="548639"/>
          </a:xfrm>
          <a:prstGeom prst="rect">
            <a:avLst/>
          </a:prstGeom>
        </p:spPr>
      </p:pic>
      <p:grpSp>
        <p:nvGrpSpPr>
          <p:cNvPr id="3" name="object 3"/>
          <p:cNvGrpSpPr/>
          <p:nvPr/>
        </p:nvGrpSpPr>
        <p:grpSpPr>
          <a:xfrm>
            <a:off x="533400" y="1905000"/>
            <a:ext cx="8229600" cy="3810000"/>
            <a:chOff x="533400" y="1905000"/>
            <a:chExt cx="8229600" cy="3810000"/>
          </a:xfrm>
        </p:grpSpPr>
        <p:sp>
          <p:nvSpPr>
            <p:cNvPr id="4" name="object 4"/>
            <p:cNvSpPr/>
            <p:nvPr/>
          </p:nvSpPr>
          <p:spPr>
            <a:xfrm>
              <a:off x="533400" y="1905000"/>
              <a:ext cx="8229600" cy="3810000"/>
            </a:xfrm>
            <a:custGeom>
              <a:avLst/>
              <a:gdLst/>
              <a:ahLst/>
              <a:cxnLst/>
              <a:rect l="l" t="t" r="r" b="b"/>
              <a:pathLst>
                <a:path w="8229600" h="3810000">
                  <a:moveTo>
                    <a:pt x="8229600" y="0"/>
                  </a:moveTo>
                  <a:lnTo>
                    <a:pt x="0" y="0"/>
                  </a:lnTo>
                  <a:lnTo>
                    <a:pt x="0" y="3810000"/>
                  </a:lnTo>
                  <a:lnTo>
                    <a:pt x="8229600" y="3810000"/>
                  </a:lnTo>
                  <a:lnTo>
                    <a:pt x="8229600" y="0"/>
                  </a:lnTo>
                  <a:close/>
                </a:path>
              </a:pathLst>
            </a:custGeom>
            <a:solidFill>
              <a:srgbClr val="CCFFFF"/>
            </a:solidFill>
          </p:spPr>
          <p:txBody>
            <a:bodyPr wrap="square" lIns="0" tIns="0" rIns="0" bIns="0" rtlCol="0"/>
            <a:lstStyle/>
            <a:p>
              <a:endParaRPr/>
            </a:p>
          </p:txBody>
        </p:sp>
        <p:pic>
          <p:nvPicPr>
            <p:cNvPr id="5" name="object 5"/>
            <p:cNvPicPr/>
            <p:nvPr/>
          </p:nvPicPr>
          <p:blipFill>
            <a:blip r:embed="rId3" cstate="print"/>
            <a:stretch>
              <a:fillRect/>
            </a:stretch>
          </p:blipFill>
          <p:spPr>
            <a:xfrm>
              <a:off x="990600" y="2743200"/>
              <a:ext cx="7239000" cy="2114550"/>
            </a:xfrm>
            <a:prstGeom prst="rect">
              <a:avLst/>
            </a:prstGeom>
          </p:spPr>
        </p:pic>
      </p:grpSp>
      <p:sp>
        <p:nvSpPr>
          <p:cNvPr id="6" name="object 6"/>
          <p:cNvSpPr txBox="1">
            <a:spLocks noGrp="1"/>
          </p:cNvSpPr>
          <p:nvPr>
            <p:ph type="sldNum" sz="quarter" idx="7"/>
          </p:nvPr>
        </p:nvSpPr>
        <p:spPr>
          <a:prstGeom prst="rect">
            <a:avLst/>
          </a:prstGeom>
        </p:spPr>
        <p:txBody>
          <a:bodyPr vert="horz" wrap="square" lIns="0" tIns="152400" rIns="0" bIns="0" rtlCol="0">
            <a:spAutoFit/>
          </a:bodyPr>
          <a:lstStyle/>
          <a:p>
            <a:pPr marL="166370">
              <a:lnSpc>
                <a:spcPts val="1190"/>
              </a:lnSpc>
            </a:pPr>
            <a:fld id="{81D60167-4931-47E6-BA6A-407CBD079E47}" type="slidenum">
              <a:rPr spc="-25" dirty="0"/>
              <a:t>17</a:t>
            </a:fld>
            <a:endParaRPr spc="-25"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04800" y="1432636"/>
            <a:ext cx="8669273" cy="3553460"/>
          </a:xfrm>
          <a:prstGeom prst="rect">
            <a:avLst/>
          </a:prstGeom>
        </p:spPr>
        <p:txBody>
          <a:bodyPr vert="horz" wrap="square" lIns="0" tIns="59055" rIns="0" bIns="0" rtlCol="0">
            <a:spAutoFit/>
          </a:bodyPr>
          <a:lstStyle/>
          <a:p>
            <a:pPr marL="469265" marR="241935" indent="-457200">
              <a:lnSpc>
                <a:spcPts val="2920"/>
              </a:lnSpc>
              <a:spcBef>
                <a:spcPts val="465"/>
              </a:spcBef>
              <a:buFont typeface="Wingdings" panose="05000000000000000000" pitchFamily="2" charset="2"/>
              <a:buChar char="§"/>
              <a:tabLst>
                <a:tab pos="268605" algn="l"/>
              </a:tabLst>
            </a:pPr>
            <a:r>
              <a:rPr lang="en-US" sz="2700" dirty="0">
                <a:latin typeface="Lucida Sans Unicode"/>
                <a:cs typeface="Lucida Sans Unicode"/>
              </a:rPr>
              <a:t>C</a:t>
            </a:r>
            <a:r>
              <a:rPr sz="2700" dirty="0">
                <a:latin typeface="Lucida Sans Unicode"/>
                <a:cs typeface="Lucida Sans Unicode"/>
              </a:rPr>
              <a:t>areful</a:t>
            </a:r>
            <a:r>
              <a:rPr sz="2700" spc="-70" dirty="0">
                <a:latin typeface="Lucida Sans Unicode"/>
                <a:cs typeface="Lucida Sans Unicode"/>
              </a:rPr>
              <a:t> </a:t>
            </a:r>
            <a:r>
              <a:rPr sz="2700" dirty="0">
                <a:latin typeface="Lucida Sans Unicode"/>
                <a:cs typeface="Lucida Sans Unicode"/>
              </a:rPr>
              <a:t>planning</a:t>
            </a:r>
            <a:r>
              <a:rPr sz="2700" spc="-45" dirty="0">
                <a:latin typeface="Lucida Sans Unicode"/>
                <a:cs typeface="Lucida Sans Unicode"/>
              </a:rPr>
              <a:t> </a:t>
            </a:r>
            <a:r>
              <a:rPr sz="2700" dirty="0">
                <a:latin typeface="Lucida Sans Unicode"/>
                <a:cs typeface="Lucida Sans Unicode"/>
              </a:rPr>
              <a:t>is</a:t>
            </a:r>
            <a:r>
              <a:rPr sz="2700" spc="-35" dirty="0">
                <a:latin typeface="Lucida Sans Unicode"/>
                <a:cs typeface="Lucida Sans Unicode"/>
              </a:rPr>
              <a:t> </a:t>
            </a:r>
            <a:r>
              <a:rPr sz="2700" dirty="0">
                <a:latin typeface="Lucida Sans Unicode"/>
                <a:cs typeface="Lucida Sans Unicode"/>
              </a:rPr>
              <a:t>required</a:t>
            </a:r>
            <a:r>
              <a:rPr sz="2700" spc="-50" dirty="0">
                <a:latin typeface="Lucida Sans Unicode"/>
                <a:cs typeface="Lucida Sans Unicode"/>
              </a:rPr>
              <a:t> </a:t>
            </a:r>
            <a:r>
              <a:rPr sz="2700" dirty="0">
                <a:latin typeface="Lucida Sans Unicode"/>
                <a:cs typeface="Lucida Sans Unicode"/>
              </a:rPr>
              <a:t>to</a:t>
            </a:r>
            <a:r>
              <a:rPr sz="2700" spc="-25" dirty="0">
                <a:latin typeface="Lucida Sans Unicode"/>
                <a:cs typeface="Lucida Sans Unicode"/>
              </a:rPr>
              <a:t> </a:t>
            </a:r>
            <a:r>
              <a:rPr sz="2700" dirty="0">
                <a:latin typeface="Lucida Sans Unicode"/>
                <a:cs typeface="Lucida Sans Unicode"/>
              </a:rPr>
              <a:t>get</a:t>
            </a:r>
            <a:r>
              <a:rPr sz="2700" spc="-30" dirty="0">
                <a:latin typeface="Lucida Sans Unicode"/>
                <a:cs typeface="Lucida Sans Unicode"/>
              </a:rPr>
              <a:t> </a:t>
            </a:r>
            <a:r>
              <a:rPr sz="2700" dirty="0">
                <a:latin typeface="Lucida Sans Unicode"/>
                <a:cs typeface="Lucida Sans Unicode"/>
              </a:rPr>
              <a:t>the</a:t>
            </a:r>
            <a:r>
              <a:rPr sz="2700" spc="-35" dirty="0">
                <a:latin typeface="Lucida Sans Unicode"/>
                <a:cs typeface="Lucida Sans Unicode"/>
              </a:rPr>
              <a:t> </a:t>
            </a:r>
            <a:r>
              <a:rPr sz="2700" spc="-345" dirty="0">
                <a:latin typeface="Lucida Sans Unicode"/>
                <a:cs typeface="Lucida Sans Unicode"/>
              </a:rPr>
              <a:t>most</a:t>
            </a:r>
            <a:r>
              <a:rPr sz="2700" spc="675" dirty="0">
                <a:latin typeface="Lucida Sans Unicode"/>
                <a:cs typeface="Lucida Sans Unicode"/>
              </a:rPr>
              <a:t>  </a:t>
            </a:r>
            <a:r>
              <a:rPr sz="2700" dirty="0">
                <a:latin typeface="Lucida Sans Unicode"/>
                <a:cs typeface="Lucida Sans Unicode"/>
              </a:rPr>
              <a:t>out</a:t>
            </a:r>
            <a:r>
              <a:rPr sz="2700" spc="-45" dirty="0">
                <a:latin typeface="Lucida Sans Unicode"/>
                <a:cs typeface="Lucida Sans Unicode"/>
              </a:rPr>
              <a:t> </a:t>
            </a:r>
            <a:r>
              <a:rPr sz="2700" dirty="0">
                <a:latin typeface="Lucida Sans Unicode"/>
                <a:cs typeface="Lucida Sans Unicode"/>
              </a:rPr>
              <a:t>of</a:t>
            </a:r>
            <a:r>
              <a:rPr lang="en-US" sz="2700" spc="-35" dirty="0">
                <a:latin typeface="Lucida Sans Unicode"/>
                <a:cs typeface="Lucida Sans Unicode"/>
              </a:rPr>
              <a:t> </a:t>
            </a:r>
            <a:r>
              <a:rPr sz="2700" dirty="0">
                <a:latin typeface="Lucida Sans Unicode"/>
                <a:cs typeface="Lucida Sans Unicode"/>
              </a:rPr>
              <a:t>testing</a:t>
            </a:r>
            <a:r>
              <a:rPr sz="2700" spc="-30" dirty="0">
                <a:latin typeface="Lucida Sans Unicode"/>
                <a:cs typeface="Lucida Sans Unicode"/>
              </a:rPr>
              <a:t> </a:t>
            </a:r>
            <a:r>
              <a:rPr sz="2700" dirty="0">
                <a:latin typeface="Lucida Sans Unicode"/>
                <a:cs typeface="Lucida Sans Unicode"/>
              </a:rPr>
              <a:t>and</a:t>
            </a:r>
            <a:r>
              <a:rPr sz="2700" spc="-40" dirty="0">
                <a:latin typeface="Lucida Sans Unicode"/>
                <a:cs typeface="Lucida Sans Unicode"/>
              </a:rPr>
              <a:t> </a:t>
            </a:r>
            <a:r>
              <a:rPr sz="2700" dirty="0">
                <a:latin typeface="Lucida Sans Unicode"/>
                <a:cs typeface="Lucida Sans Unicode"/>
              </a:rPr>
              <a:t>inspection</a:t>
            </a:r>
            <a:r>
              <a:rPr sz="2700" spc="-45" dirty="0">
                <a:latin typeface="Lucida Sans Unicode"/>
                <a:cs typeface="Lucida Sans Unicode"/>
              </a:rPr>
              <a:t> </a:t>
            </a:r>
            <a:r>
              <a:rPr sz="2700" spc="-10" dirty="0">
                <a:latin typeface="Lucida Sans Unicode"/>
                <a:cs typeface="Lucida Sans Unicode"/>
              </a:rPr>
              <a:t>processes.</a:t>
            </a:r>
            <a:endParaRPr sz="2700" dirty="0">
              <a:latin typeface="Lucida Sans Unicode"/>
              <a:cs typeface="Lucida Sans Unicode"/>
            </a:endParaRPr>
          </a:p>
          <a:p>
            <a:pPr marL="469265" marR="2067560" indent="-457200">
              <a:lnSpc>
                <a:spcPts val="2920"/>
              </a:lnSpc>
              <a:spcBef>
                <a:spcPts val="400"/>
              </a:spcBef>
              <a:buFont typeface="Wingdings" panose="05000000000000000000" pitchFamily="2" charset="2"/>
              <a:buChar char="§"/>
              <a:tabLst>
                <a:tab pos="268605" algn="l"/>
              </a:tabLst>
            </a:pPr>
            <a:r>
              <a:rPr lang="en-US" sz="2700" dirty="0">
                <a:latin typeface="Lucida Sans Unicode"/>
                <a:cs typeface="Lucida Sans Unicode"/>
              </a:rPr>
              <a:t>P</a:t>
            </a:r>
            <a:r>
              <a:rPr sz="2700" dirty="0">
                <a:latin typeface="Lucida Sans Unicode"/>
                <a:cs typeface="Lucida Sans Unicode"/>
              </a:rPr>
              <a:t>lanning</a:t>
            </a:r>
            <a:r>
              <a:rPr sz="2700" spc="-60" dirty="0">
                <a:latin typeface="Lucida Sans Unicode"/>
                <a:cs typeface="Lucida Sans Unicode"/>
              </a:rPr>
              <a:t> </a:t>
            </a:r>
            <a:r>
              <a:rPr sz="2700" dirty="0">
                <a:latin typeface="Lucida Sans Unicode"/>
                <a:cs typeface="Lucida Sans Unicode"/>
              </a:rPr>
              <a:t>should</a:t>
            </a:r>
            <a:r>
              <a:rPr sz="2700" spc="-20" dirty="0">
                <a:latin typeface="Lucida Sans Unicode"/>
                <a:cs typeface="Lucida Sans Unicode"/>
              </a:rPr>
              <a:t> </a:t>
            </a:r>
            <a:r>
              <a:rPr sz="2700" dirty="0">
                <a:latin typeface="Lucida Sans Unicode"/>
                <a:cs typeface="Lucida Sans Unicode"/>
              </a:rPr>
              <a:t>start</a:t>
            </a:r>
            <a:r>
              <a:rPr sz="2700" spc="-30" dirty="0">
                <a:latin typeface="Lucida Sans Unicode"/>
                <a:cs typeface="Lucida Sans Unicode"/>
              </a:rPr>
              <a:t> </a:t>
            </a:r>
            <a:r>
              <a:rPr sz="2700" dirty="0">
                <a:latin typeface="Lucida Sans Unicode"/>
                <a:cs typeface="Lucida Sans Unicode"/>
              </a:rPr>
              <a:t>early</a:t>
            </a:r>
            <a:r>
              <a:rPr sz="2700" spc="-35" dirty="0">
                <a:latin typeface="Lucida Sans Unicode"/>
                <a:cs typeface="Lucida Sans Unicode"/>
              </a:rPr>
              <a:t> </a:t>
            </a:r>
            <a:r>
              <a:rPr sz="2700" dirty="0">
                <a:latin typeface="Lucida Sans Unicode"/>
                <a:cs typeface="Lucida Sans Unicode"/>
              </a:rPr>
              <a:t>in</a:t>
            </a:r>
            <a:r>
              <a:rPr lang="en-US" sz="2700" spc="-25" dirty="0">
                <a:latin typeface="Lucida Sans Unicode"/>
                <a:cs typeface="Lucida Sans Unicode"/>
              </a:rPr>
              <a:t> the </a:t>
            </a:r>
            <a:r>
              <a:rPr sz="2700" dirty="0">
                <a:latin typeface="Lucida Sans Unicode"/>
                <a:cs typeface="Lucida Sans Unicode"/>
              </a:rPr>
              <a:t>development</a:t>
            </a:r>
            <a:r>
              <a:rPr sz="2700" spc="-180" dirty="0">
                <a:latin typeface="Lucida Sans Unicode"/>
                <a:cs typeface="Lucida Sans Unicode"/>
              </a:rPr>
              <a:t> </a:t>
            </a:r>
            <a:r>
              <a:rPr sz="2700" spc="-10" dirty="0">
                <a:latin typeface="Lucida Sans Unicode"/>
                <a:cs typeface="Lucida Sans Unicode"/>
              </a:rPr>
              <a:t>process.</a:t>
            </a:r>
            <a:endParaRPr sz="2700" dirty="0">
              <a:latin typeface="Lucida Sans Unicode"/>
              <a:cs typeface="Lucida Sans Unicode"/>
            </a:endParaRPr>
          </a:p>
          <a:p>
            <a:pPr marL="469265" marR="5080" indent="-457200">
              <a:lnSpc>
                <a:spcPts val="2920"/>
              </a:lnSpc>
              <a:spcBef>
                <a:spcPts val="390"/>
              </a:spcBef>
              <a:buFont typeface="Wingdings" panose="05000000000000000000" pitchFamily="2" charset="2"/>
              <a:buChar char="§"/>
              <a:tabLst>
                <a:tab pos="268605" algn="l"/>
              </a:tabLst>
            </a:pPr>
            <a:r>
              <a:rPr lang="en-US" sz="2700" dirty="0">
                <a:latin typeface="Lucida Sans Unicode"/>
                <a:cs typeface="Lucida Sans Unicode"/>
              </a:rPr>
              <a:t>T</a:t>
            </a:r>
            <a:r>
              <a:rPr sz="2700" dirty="0">
                <a:latin typeface="Lucida Sans Unicode"/>
                <a:cs typeface="Lucida Sans Unicode"/>
              </a:rPr>
              <a:t>he</a:t>
            </a:r>
            <a:r>
              <a:rPr sz="2700" spc="-55" dirty="0">
                <a:latin typeface="Lucida Sans Unicode"/>
                <a:cs typeface="Lucida Sans Unicode"/>
              </a:rPr>
              <a:t> </a:t>
            </a:r>
            <a:r>
              <a:rPr sz="2700" dirty="0">
                <a:latin typeface="Lucida Sans Unicode"/>
                <a:cs typeface="Lucida Sans Unicode"/>
              </a:rPr>
              <a:t>plan</a:t>
            </a:r>
            <a:r>
              <a:rPr sz="2700" spc="-35" dirty="0">
                <a:latin typeface="Lucida Sans Unicode"/>
                <a:cs typeface="Lucida Sans Unicode"/>
              </a:rPr>
              <a:t> </a:t>
            </a:r>
            <a:r>
              <a:rPr sz="2700" dirty="0">
                <a:latin typeface="Lucida Sans Unicode"/>
                <a:cs typeface="Lucida Sans Unicode"/>
              </a:rPr>
              <a:t>should</a:t>
            </a:r>
            <a:r>
              <a:rPr sz="2700" spc="-45" dirty="0">
                <a:latin typeface="Lucida Sans Unicode"/>
                <a:cs typeface="Lucida Sans Unicode"/>
              </a:rPr>
              <a:t> </a:t>
            </a:r>
            <a:r>
              <a:rPr sz="2700" dirty="0">
                <a:latin typeface="Lucida Sans Unicode"/>
                <a:cs typeface="Lucida Sans Unicode"/>
              </a:rPr>
              <a:t>identify</a:t>
            </a:r>
            <a:r>
              <a:rPr sz="2700" spc="-50" dirty="0">
                <a:latin typeface="Lucida Sans Unicode"/>
                <a:cs typeface="Lucida Sans Unicode"/>
              </a:rPr>
              <a:t> </a:t>
            </a:r>
            <a:r>
              <a:rPr sz="2700" dirty="0">
                <a:latin typeface="Lucida Sans Unicode"/>
                <a:cs typeface="Lucida Sans Unicode"/>
              </a:rPr>
              <a:t>the</a:t>
            </a:r>
            <a:r>
              <a:rPr sz="2700" spc="-25" dirty="0">
                <a:latin typeface="Lucida Sans Unicode"/>
                <a:cs typeface="Lucida Sans Unicode"/>
              </a:rPr>
              <a:t> </a:t>
            </a:r>
            <a:r>
              <a:rPr sz="2700" dirty="0">
                <a:latin typeface="Lucida Sans Unicode"/>
                <a:cs typeface="Lucida Sans Unicode"/>
              </a:rPr>
              <a:t>balance</a:t>
            </a:r>
            <a:r>
              <a:rPr sz="2700" spc="-40" dirty="0">
                <a:latin typeface="Lucida Sans Unicode"/>
                <a:cs typeface="Lucida Sans Unicode"/>
              </a:rPr>
              <a:t> </a:t>
            </a:r>
            <a:r>
              <a:rPr sz="2700" spc="-10" dirty="0">
                <a:latin typeface="Lucida Sans Unicode"/>
                <a:cs typeface="Lucida Sans Unicode"/>
              </a:rPr>
              <a:t>between</a:t>
            </a:r>
            <a:r>
              <a:rPr sz="2700" spc="675" dirty="0">
                <a:latin typeface="Lucida Sans Unicode"/>
                <a:cs typeface="Lucida Sans Unicode"/>
              </a:rPr>
              <a:t> </a:t>
            </a:r>
            <a:r>
              <a:rPr sz="2700" dirty="0">
                <a:latin typeface="Lucida Sans Unicode"/>
                <a:cs typeface="Lucida Sans Unicode"/>
              </a:rPr>
              <a:t>static</a:t>
            </a:r>
            <a:r>
              <a:rPr sz="2700" spc="-45" dirty="0">
                <a:latin typeface="Lucida Sans Unicode"/>
                <a:cs typeface="Lucida Sans Unicode"/>
              </a:rPr>
              <a:t> </a:t>
            </a:r>
            <a:r>
              <a:rPr sz="2700" dirty="0">
                <a:latin typeface="Lucida Sans Unicode"/>
                <a:cs typeface="Lucida Sans Unicode"/>
              </a:rPr>
              <a:t>verification</a:t>
            </a:r>
            <a:r>
              <a:rPr sz="2700" spc="-20" dirty="0">
                <a:latin typeface="Lucida Sans Unicode"/>
                <a:cs typeface="Lucida Sans Unicode"/>
              </a:rPr>
              <a:t> </a:t>
            </a:r>
            <a:r>
              <a:rPr sz="2700" dirty="0">
                <a:latin typeface="Lucida Sans Unicode"/>
                <a:cs typeface="Lucida Sans Unicode"/>
              </a:rPr>
              <a:t>and</a:t>
            </a:r>
            <a:r>
              <a:rPr sz="2700" spc="-30" dirty="0">
                <a:latin typeface="Lucida Sans Unicode"/>
                <a:cs typeface="Lucida Sans Unicode"/>
              </a:rPr>
              <a:t> </a:t>
            </a:r>
            <a:r>
              <a:rPr sz="2700" spc="-10" dirty="0">
                <a:latin typeface="Lucida Sans Unicode"/>
                <a:cs typeface="Lucida Sans Unicode"/>
              </a:rPr>
              <a:t>testing.</a:t>
            </a:r>
            <a:endParaRPr sz="2700" dirty="0">
              <a:latin typeface="Lucida Sans Unicode"/>
              <a:cs typeface="Lucida Sans Unicode"/>
            </a:endParaRPr>
          </a:p>
          <a:p>
            <a:pPr marL="469265" marR="30480" indent="-457200">
              <a:lnSpc>
                <a:spcPct val="90000"/>
              </a:lnSpc>
              <a:spcBef>
                <a:spcPts val="350"/>
              </a:spcBef>
              <a:buFont typeface="Wingdings" panose="05000000000000000000" pitchFamily="2" charset="2"/>
              <a:buChar char="§"/>
              <a:tabLst>
                <a:tab pos="268605" algn="l"/>
              </a:tabLst>
            </a:pPr>
            <a:r>
              <a:rPr lang="en-US" sz="2700" dirty="0">
                <a:latin typeface="Lucida Sans Unicode"/>
                <a:cs typeface="Lucida Sans Unicode"/>
              </a:rPr>
              <a:t>T</a:t>
            </a:r>
            <a:r>
              <a:rPr sz="2700" dirty="0">
                <a:latin typeface="Lucida Sans Unicode"/>
                <a:cs typeface="Lucida Sans Unicode"/>
              </a:rPr>
              <a:t>est</a:t>
            </a:r>
            <a:r>
              <a:rPr sz="2700" spc="-60" dirty="0">
                <a:latin typeface="Lucida Sans Unicode"/>
                <a:cs typeface="Lucida Sans Unicode"/>
              </a:rPr>
              <a:t> </a:t>
            </a:r>
            <a:r>
              <a:rPr sz="2700" dirty="0">
                <a:latin typeface="Lucida Sans Unicode"/>
                <a:cs typeface="Lucida Sans Unicode"/>
              </a:rPr>
              <a:t>planning</a:t>
            </a:r>
            <a:r>
              <a:rPr sz="2700" spc="-55" dirty="0">
                <a:latin typeface="Lucida Sans Unicode"/>
                <a:cs typeface="Lucida Sans Unicode"/>
              </a:rPr>
              <a:t> </a:t>
            </a:r>
            <a:r>
              <a:rPr sz="2700" dirty="0">
                <a:latin typeface="Lucida Sans Unicode"/>
                <a:cs typeface="Lucida Sans Unicode"/>
              </a:rPr>
              <a:t>is</a:t>
            </a:r>
            <a:r>
              <a:rPr sz="2700" spc="-50" dirty="0">
                <a:latin typeface="Lucida Sans Unicode"/>
                <a:cs typeface="Lucida Sans Unicode"/>
              </a:rPr>
              <a:t> </a:t>
            </a:r>
            <a:r>
              <a:rPr sz="2700" dirty="0">
                <a:latin typeface="Lucida Sans Unicode"/>
                <a:cs typeface="Lucida Sans Unicode"/>
              </a:rPr>
              <a:t>about</a:t>
            </a:r>
            <a:r>
              <a:rPr sz="2700" spc="-50" dirty="0">
                <a:latin typeface="Lucida Sans Unicode"/>
                <a:cs typeface="Lucida Sans Unicode"/>
              </a:rPr>
              <a:t> </a:t>
            </a:r>
            <a:r>
              <a:rPr sz="2700" dirty="0">
                <a:latin typeface="Lucida Sans Unicode"/>
                <a:cs typeface="Lucida Sans Unicode"/>
              </a:rPr>
              <a:t>defining</a:t>
            </a:r>
            <a:r>
              <a:rPr sz="2700" spc="-60" dirty="0">
                <a:latin typeface="Lucida Sans Unicode"/>
                <a:cs typeface="Lucida Sans Unicode"/>
              </a:rPr>
              <a:t> </a:t>
            </a:r>
            <a:r>
              <a:rPr sz="2700" dirty="0">
                <a:latin typeface="Lucida Sans Unicode"/>
                <a:cs typeface="Lucida Sans Unicode"/>
              </a:rPr>
              <a:t>standards</a:t>
            </a:r>
            <a:r>
              <a:rPr sz="2700" spc="-60" dirty="0">
                <a:latin typeface="Lucida Sans Unicode"/>
                <a:cs typeface="Lucida Sans Unicode"/>
              </a:rPr>
              <a:t> </a:t>
            </a:r>
            <a:r>
              <a:rPr sz="2700" spc="-434" dirty="0">
                <a:latin typeface="Lucida Sans Unicode"/>
                <a:cs typeface="Lucida Sans Unicode"/>
              </a:rPr>
              <a:t>for</a:t>
            </a:r>
            <a:r>
              <a:rPr sz="2700" spc="675" dirty="0">
                <a:latin typeface="Lucida Sans Unicode"/>
                <a:cs typeface="Lucida Sans Unicode"/>
              </a:rPr>
              <a:t>  </a:t>
            </a:r>
            <a:r>
              <a:rPr sz="2700" dirty="0">
                <a:latin typeface="Lucida Sans Unicode"/>
                <a:cs typeface="Lucida Sans Unicode"/>
              </a:rPr>
              <a:t>the</a:t>
            </a:r>
            <a:r>
              <a:rPr sz="2700" spc="-40" dirty="0">
                <a:latin typeface="Lucida Sans Unicode"/>
                <a:cs typeface="Lucida Sans Unicode"/>
              </a:rPr>
              <a:t> </a:t>
            </a:r>
            <a:r>
              <a:rPr sz="2700" dirty="0">
                <a:latin typeface="Lucida Sans Unicode"/>
                <a:cs typeface="Lucida Sans Unicode"/>
              </a:rPr>
              <a:t>testing</a:t>
            </a:r>
            <a:r>
              <a:rPr sz="2700" spc="-15" dirty="0">
                <a:latin typeface="Lucida Sans Unicode"/>
                <a:cs typeface="Lucida Sans Unicode"/>
              </a:rPr>
              <a:t> </a:t>
            </a:r>
            <a:r>
              <a:rPr sz="2700" dirty="0">
                <a:latin typeface="Lucida Sans Unicode"/>
                <a:cs typeface="Lucida Sans Unicode"/>
              </a:rPr>
              <a:t>process</a:t>
            </a:r>
            <a:r>
              <a:rPr sz="2700" spc="-20" dirty="0">
                <a:latin typeface="Lucida Sans Unicode"/>
                <a:cs typeface="Lucida Sans Unicode"/>
              </a:rPr>
              <a:t> </a:t>
            </a:r>
            <a:r>
              <a:rPr sz="2700" dirty="0">
                <a:latin typeface="Lucida Sans Unicode"/>
                <a:cs typeface="Lucida Sans Unicode"/>
              </a:rPr>
              <a:t>rather</a:t>
            </a:r>
            <a:r>
              <a:rPr sz="2700" spc="-35" dirty="0">
                <a:latin typeface="Lucida Sans Unicode"/>
                <a:cs typeface="Lucida Sans Unicode"/>
              </a:rPr>
              <a:t> </a:t>
            </a:r>
            <a:r>
              <a:rPr sz="2700" dirty="0">
                <a:latin typeface="Lucida Sans Unicode"/>
                <a:cs typeface="Lucida Sans Unicode"/>
              </a:rPr>
              <a:t>than</a:t>
            </a:r>
            <a:r>
              <a:rPr sz="2700" spc="-15" dirty="0">
                <a:latin typeface="Lucida Sans Unicode"/>
                <a:cs typeface="Lucida Sans Unicode"/>
              </a:rPr>
              <a:t> </a:t>
            </a:r>
            <a:r>
              <a:rPr sz="2700" spc="-10" dirty="0">
                <a:latin typeface="Lucida Sans Unicode"/>
                <a:cs typeface="Lucida Sans Unicode"/>
              </a:rPr>
              <a:t>describing </a:t>
            </a:r>
            <a:r>
              <a:rPr sz="2700" dirty="0">
                <a:latin typeface="Lucida Sans Unicode"/>
                <a:cs typeface="Lucida Sans Unicode"/>
              </a:rPr>
              <a:t>product</a:t>
            </a:r>
            <a:r>
              <a:rPr sz="2700" spc="-45" dirty="0">
                <a:latin typeface="Lucida Sans Unicode"/>
                <a:cs typeface="Lucida Sans Unicode"/>
              </a:rPr>
              <a:t> </a:t>
            </a:r>
            <a:r>
              <a:rPr sz="2700" spc="-10" dirty="0">
                <a:latin typeface="Lucida Sans Unicode"/>
                <a:cs typeface="Lucida Sans Unicode"/>
              </a:rPr>
              <a:t>tests.</a:t>
            </a:r>
            <a:endParaRPr sz="2700" dirty="0">
              <a:latin typeface="Lucida Sans Unicode"/>
              <a:cs typeface="Lucida Sans Unicode"/>
            </a:endParaRPr>
          </a:p>
        </p:txBody>
      </p:sp>
      <p:pic>
        <p:nvPicPr>
          <p:cNvPr id="3" name="object 3"/>
          <p:cNvPicPr/>
          <p:nvPr/>
        </p:nvPicPr>
        <p:blipFill>
          <a:blip r:embed="rId2" cstate="print"/>
          <a:stretch>
            <a:fillRect/>
          </a:stretch>
        </p:blipFill>
        <p:spPr>
          <a:xfrm>
            <a:off x="539495" y="571500"/>
            <a:ext cx="3744467" cy="548639"/>
          </a:xfrm>
          <a:prstGeom prst="rect">
            <a:avLst/>
          </a:prstGeom>
        </p:spPr>
      </p:pic>
      <p:sp>
        <p:nvSpPr>
          <p:cNvPr id="4" name="object 4"/>
          <p:cNvSpPr txBox="1">
            <a:spLocks noGrp="1"/>
          </p:cNvSpPr>
          <p:nvPr>
            <p:ph type="sldNum" sz="quarter" idx="7"/>
          </p:nvPr>
        </p:nvSpPr>
        <p:spPr>
          <a:prstGeom prst="rect">
            <a:avLst/>
          </a:prstGeom>
        </p:spPr>
        <p:txBody>
          <a:bodyPr vert="horz" wrap="square" lIns="0" tIns="152400" rIns="0" bIns="0" rtlCol="0">
            <a:spAutoFit/>
          </a:bodyPr>
          <a:lstStyle/>
          <a:p>
            <a:pPr marL="166370">
              <a:lnSpc>
                <a:spcPts val="1190"/>
              </a:lnSpc>
            </a:pPr>
            <a:fld id="{81D60167-4931-47E6-BA6A-407CBD079E47}" type="slidenum">
              <a:rPr spc="-25" dirty="0"/>
              <a:t>18</a:t>
            </a:fld>
            <a:endParaRPr spc="-25"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8673462" y="20321"/>
            <a:ext cx="175260" cy="271869"/>
          </a:xfrm>
          <a:prstGeom prst="rect">
            <a:avLst/>
          </a:prstGeom>
        </p:spPr>
        <p:txBody>
          <a:bodyPr vert="horz" wrap="square" lIns="0" tIns="25400" rIns="0" bIns="0" rtlCol="0">
            <a:spAutoFit/>
          </a:bodyPr>
          <a:lstStyle/>
          <a:p>
            <a:pPr marL="25400">
              <a:spcBef>
                <a:spcPts val="200"/>
              </a:spcBef>
            </a:pPr>
            <a:r>
              <a:rPr sz="1600" spc="-100" dirty="0">
                <a:latin typeface="Comic Sans MS"/>
                <a:cs typeface="Comic Sans MS"/>
              </a:rPr>
              <a:t>6</a:t>
            </a:r>
            <a:endParaRPr sz="1600">
              <a:latin typeface="Comic Sans MS"/>
              <a:cs typeface="Comic Sans MS"/>
            </a:endParaRPr>
          </a:p>
        </p:txBody>
      </p:sp>
      <p:sp>
        <p:nvSpPr>
          <p:cNvPr id="3" name="object 3"/>
          <p:cNvSpPr txBox="1">
            <a:spLocks noGrp="1"/>
          </p:cNvSpPr>
          <p:nvPr>
            <p:ph type="title"/>
          </p:nvPr>
        </p:nvSpPr>
        <p:spPr>
          <a:xfrm>
            <a:off x="459864" y="196999"/>
            <a:ext cx="8301228" cy="641201"/>
          </a:xfrm>
          <a:prstGeom prst="rect">
            <a:avLst/>
          </a:prstGeom>
        </p:spPr>
        <p:txBody>
          <a:bodyPr vert="horz" wrap="square" lIns="0" tIns="25400" rIns="0" bIns="0" rtlCol="0">
            <a:spAutoFit/>
          </a:bodyPr>
          <a:lstStyle/>
          <a:p>
            <a:pPr marL="1192530">
              <a:spcBef>
                <a:spcPts val="200"/>
              </a:spcBef>
            </a:pPr>
            <a:r>
              <a:rPr i="0" dirty="0"/>
              <a:t>Software</a:t>
            </a:r>
            <a:r>
              <a:rPr i="0" spc="-190" dirty="0"/>
              <a:t> </a:t>
            </a:r>
            <a:r>
              <a:rPr i="0" spc="-20" dirty="0"/>
              <a:t>inspections</a:t>
            </a:r>
          </a:p>
        </p:txBody>
      </p:sp>
      <p:sp>
        <p:nvSpPr>
          <p:cNvPr id="4" name="object 4"/>
          <p:cNvSpPr txBox="1"/>
          <p:nvPr/>
        </p:nvSpPr>
        <p:spPr>
          <a:xfrm>
            <a:off x="228600" y="1442085"/>
            <a:ext cx="8763000" cy="3829575"/>
          </a:xfrm>
          <a:prstGeom prst="rect">
            <a:avLst/>
          </a:prstGeom>
        </p:spPr>
        <p:txBody>
          <a:bodyPr vert="horz" wrap="square" lIns="0" tIns="76200" rIns="0" bIns="0" rtlCol="0">
            <a:spAutoFit/>
          </a:bodyPr>
          <a:lstStyle/>
          <a:p>
            <a:pPr marL="364490" marR="10160" indent="-339090">
              <a:lnSpc>
                <a:spcPts val="3000"/>
              </a:lnSpc>
              <a:spcBef>
                <a:spcPts val="600"/>
              </a:spcBef>
              <a:buChar char="•"/>
              <a:tabLst>
                <a:tab pos="368300" algn="l"/>
              </a:tabLst>
            </a:pPr>
            <a:r>
              <a:rPr sz="2800" dirty="0">
                <a:solidFill>
                  <a:srgbClr val="006600"/>
                </a:solidFill>
                <a:latin typeface="Lucida Sans Unicode" panose="020B0602030504020204" pitchFamily="34" charset="0"/>
                <a:cs typeface="Lucida Sans Unicode" panose="020B0602030504020204" pitchFamily="34" charset="0"/>
              </a:rPr>
              <a:t>Involve</a:t>
            </a:r>
            <a:r>
              <a:rPr sz="2800" spc="-50" dirty="0">
                <a:solidFill>
                  <a:srgbClr val="006600"/>
                </a:solidFill>
                <a:latin typeface="Lucida Sans Unicode" panose="020B0602030504020204" pitchFamily="34" charset="0"/>
                <a:cs typeface="Lucida Sans Unicode" panose="020B0602030504020204" pitchFamily="34" charset="0"/>
              </a:rPr>
              <a:t> </a:t>
            </a:r>
            <a:r>
              <a:rPr sz="2800" dirty="0">
                <a:solidFill>
                  <a:srgbClr val="006600"/>
                </a:solidFill>
                <a:latin typeface="Lucida Sans Unicode" panose="020B0602030504020204" pitchFamily="34" charset="0"/>
                <a:cs typeface="Lucida Sans Unicode" panose="020B0602030504020204" pitchFamily="34" charset="0"/>
              </a:rPr>
              <a:t>people</a:t>
            </a:r>
            <a:r>
              <a:rPr sz="2800" spc="-50" dirty="0">
                <a:solidFill>
                  <a:srgbClr val="006600"/>
                </a:solidFill>
                <a:latin typeface="Lucida Sans Unicode" panose="020B0602030504020204" pitchFamily="34" charset="0"/>
                <a:cs typeface="Lucida Sans Unicode" panose="020B0602030504020204" pitchFamily="34" charset="0"/>
              </a:rPr>
              <a:t> </a:t>
            </a:r>
            <a:r>
              <a:rPr sz="2800" dirty="0">
                <a:solidFill>
                  <a:srgbClr val="006600"/>
                </a:solidFill>
                <a:latin typeface="Lucida Sans Unicode" panose="020B0602030504020204" pitchFamily="34" charset="0"/>
                <a:cs typeface="Lucida Sans Unicode" panose="020B0602030504020204" pitchFamily="34" charset="0"/>
              </a:rPr>
              <a:t>examining</a:t>
            </a:r>
            <a:r>
              <a:rPr sz="2800" spc="-50" dirty="0">
                <a:solidFill>
                  <a:srgbClr val="006600"/>
                </a:solidFill>
                <a:latin typeface="Lucida Sans Unicode" panose="020B0602030504020204" pitchFamily="34" charset="0"/>
                <a:cs typeface="Lucida Sans Unicode" panose="020B0602030504020204" pitchFamily="34" charset="0"/>
              </a:rPr>
              <a:t> </a:t>
            </a:r>
            <a:r>
              <a:rPr sz="2800" dirty="0">
                <a:solidFill>
                  <a:srgbClr val="006600"/>
                </a:solidFill>
                <a:latin typeface="Lucida Sans Unicode" panose="020B0602030504020204" pitchFamily="34" charset="0"/>
                <a:cs typeface="Lucida Sans Unicode" panose="020B0602030504020204" pitchFamily="34" charset="0"/>
              </a:rPr>
              <a:t>the</a:t>
            </a:r>
            <a:r>
              <a:rPr sz="2800" spc="-40" dirty="0">
                <a:solidFill>
                  <a:srgbClr val="006600"/>
                </a:solidFill>
                <a:latin typeface="Lucida Sans Unicode" panose="020B0602030504020204" pitchFamily="34" charset="0"/>
                <a:cs typeface="Lucida Sans Unicode" panose="020B0602030504020204" pitchFamily="34" charset="0"/>
              </a:rPr>
              <a:t> </a:t>
            </a:r>
            <a:r>
              <a:rPr sz="2800" spc="-20" dirty="0">
                <a:solidFill>
                  <a:srgbClr val="006600"/>
                </a:solidFill>
                <a:latin typeface="Lucida Sans Unicode" panose="020B0602030504020204" pitchFamily="34" charset="0"/>
                <a:cs typeface="Lucida Sans Unicode" panose="020B0602030504020204" pitchFamily="34" charset="0"/>
              </a:rPr>
              <a:t>source 	</a:t>
            </a:r>
            <a:r>
              <a:rPr sz="2800" dirty="0">
                <a:solidFill>
                  <a:srgbClr val="006600"/>
                </a:solidFill>
                <a:latin typeface="Lucida Sans Unicode" panose="020B0602030504020204" pitchFamily="34" charset="0"/>
                <a:cs typeface="Lucida Sans Unicode" panose="020B0602030504020204" pitchFamily="34" charset="0"/>
              </a:rPr>
              <a:t>representation</a:t>
            </a:r>
            <a:r>
              <a:rPr sz="2800" spc="-80" dirty="0">
                <a:solidFill>
                  <a:srgbClr val="006600"/>
                </a:solidFill>
                <a:latin typeface="Lucida Sans Unicode" panose="020B0602030504020204" pitchFamily="34" charset="0"/>
                <a:cs typeface="Lucida Sans Unicode" panose="020B0602030504020204" pitchFamily="34" charset="0"/>
              </a:rPr>
              <a:t> </a:t>
            </a:r>
            <a:r>
              <a:rPr sz="2800" dirty="0">
                <a:solidFill>
                  <a:srgbClr val="006600"/>
                </a:solidFill>
                <a:latin typeface="Lucida Sans Unicode" panose="020B0602030504020204" pitchFamily="34" charset="0"/>
                <a:cs typeface="Lucida Sans Unicode" panose="020B0602030504020204" pitchFamily="34" charset="0"/>
              </a:rPr>
              <a:t>with</a:t>
            </a:r>
            <a:r>
              <a:rPr sz="2800" spc="-70" dirty="0">
                <a:solidFill>
                  <a:srgbClr val="006600"/>
                </a:solidFill>
                <a:latin typeface="Lucida Sans Unicode" panose="020B0602030504020204" pitchFamily="34" charset="0"/>
                <a:cs typeface="Lucida Sans Unicode" panose="020B0602030504020204" pitchFamily="34" charset="0"/>
              </a:rPr>
              <a:t> </a:t>
            </a:r>
            <a:r>
              <a:rPr sz="2800" dirty="0">
                <a:solidFill>
                  <a:srgbClr val="006600"/>
                </a:solidFill>
                <a:latin typeface="Lucida Sans Unicode" panose="020B0602030504020204" pitchFamily="34" charset="0"/>
                <a:cs typeface="Lucida Sans Unicode" panose="020B0602030504020204" pitchFamily="34" charset="0"/>
              </a:rPr>
              <a:t>the</a:t>
            </a:r>
            <a:r>
              <a:rPr sz="2800" spc="-70" dirty="0">
                <a:solidFill>
                  <a:srgbClr val="006600"/>
                </a:solidFill>
                <a:latin typeface="Lucida Sans Unicode" panose="020B0602030504020204" pitchFamily="34" charset="0"/>
                <a:cs typeface="Lucida Sans Unicode" panose="020B0602030504020204" pitchFamily="34" charset="0"/>
              </a:rPr>
              <a:t> </a:t>
            </a:r>
            <a:r>
              <a:rPr sz="2800" dirty="0">
                <a:solidFill>
                  <a:srgbClr val="006600"/>
                </a:solidFill>
                <a:latin typeface="Lucida Sans Unicode" panose="020B0602030504020204" pitchFamily="34" charset="0"/>
                <a:cs typeface="Lucida Sans Unicode" panose="020B0602030504020204" pitchFamily="34" charset="0"/>
              </a:rPr>
              <a:t>aim</a:t>
            </a:r>
            <a:r>
              <a:rPr sz="2800" spc="-70" dirty="0">
                <a:solidFill>
                  <a:srgbClr val="006600"/>
                </a:solidFill>
                <a:latin typeface="Lucida Sans Unicode" panose="020B0602030504020204" pitchFamily="34" charset="0"/>
                <a:cs typeface="Lucida Sans Unicode" panose="020B0602030504020204" pitchFamily="34" charset="0"/>
              </a:rPr>
              <a:t> </a:t>
            </a:r>
            <a:r>
              <a:rPr sz="2800" dirty="0">
                <a:solidFill>
                  <a:srgbClr val="006600"/>
                </a:solidFill>
                <a:latin typeface="Lucida Sans Unicode" panose="020B0602030504020204" pitchFamily="34" charset="0"/>
                <a:cs typeface="Lucida Sans Unicode" panose="020B0602030504020204" pitchFamily="34" charset="0"/>
              </a:rPr>
              <a:t>of</a:t>
            </a:r>
            <a:r>
              <a:rPr sz="2800" spc="-70" dirty="0">
                <a:solidFill>
                  <a:srgbClr val="006600"/>
                </a:solidFill>
                <a:latin typeface="Lucida Sans Unicode" panose="020B0602030504020204" pitchFamily="34" charset="0"/>
                <a:cs typeface="Lucida Sans Unicode" panose="020B0602030504020204" pitchFamily="34" charset="0"/>
              </a:rPr>
              <a:t> </a:t>
            </a:r>
            <a:r>
              <a:rPr sz="2800" spc="-20" dirty="0">
                <a:solidFill>
                  <a:srgbClr val="006600"/>
                </a:solidFill>
                <a:latin typeface="Lucida Sans Unicode" panose="020B0602030504020204" pitchFamily="34" charset="0"/>
                <a:cs typeface="Lucida Sans Unicode" panose="020B0602030504020204" pitchFamily="34" charset="0"/>
              </a:rPr>
              <a:t>discovering 	</a:t>
            </a:r>
            <a:r>
              <a:rPr sz="2800" dirty="0">
                <a:solidFill>
                  <a:srgbClr val="006600"/>
                </a:solidFill>
                <a:latin typeface="Lucida Sans Unicode" panose="020B0602030504020204" pitchFamily="34" charset="0"/>
                <a:cs typeface="Lucida Sans Unicode" panose="020B0602030504020204" pitchFamily="34" charset="0"/>
              </a:rPr>
              <a:t>anomalies</a:t>
            </a:r>
            <a:r>
              <a:rPr sz="2800" spc="-100" dirty="0">
                <a:solidFill>
                  <a:srgbClr val="006600"/>
                </a:solidFill>
                <a:latin typeface="Lucida Sans Unicode" panose="020B0602030504020204" pitchFamily="34" charset="0"/>
                <a:cs typeface="Lucida Sans Unicode" panose="020B0602030504020204" pitchFamily="34" charset="0"/>
              </a:rPr>
              <a:t> </a:t>
            </a:r>
            <a:r>
              <a:rPr sz="2800" dirty="0">
                <a:solidFill>
                  <a:srgbClr val="006600"/>
                </a:solidFill>
                <a:latin typeface="Lucida Sans Unicode" panose="020B0602030504020204" pitchFamily="34" charset="0"/>
                <a:cs typeface="Lucida Sans Unicode" panose="020B0602030504020204" pitchFamily="34" charset="0"/>
              </a:rPr>
              <a:t>and</a:t>
            </a:r>
            <a:r>
              <a:rPr sz="2800" spc="-90" dirty="0">
                <a:solidFill>
                  <a:srgbClr val="006600"/>
                </a:solidFill>
                <a:latin typeface="Lucida Sans Unicode" panose="020B0602030504020204" pitchFamily="34" charset="0"/>
                <a:cs typeface="Lucida Sans Unicode" panose="020B0602030504020204" pitchFamily="34" charset="0"/>
              </a:rPr>
              <a:t> </a:t>
            </a:r>
            <a:r>
              <a:rPr sz="2800" spc="-20" dirty="0">
                <a:solidFill>
                  <a:srgbClr val="006600"/>
                </a:solidFill>
                <a:latin typeface="Lucida Sans Unicode" panose="020B0602030504020204" pitchFamily="34" charset="0"/>
                <a:cs typeface="Lucida Sans Unicode" panose="020B0602030504020204" pitchFamily="34" charset="0"/>
              </a:rPr>
              <a:t>defects</a:t>
            </a:r>
            <a:r>
              <a:rPr lang="en-US" sz="2800" spc="-20" dirty="0">
                <a:solidFill>
                  <a:srgbClr val="006600"/>
                </a:solidFill>
                <a:latin typeface="Lucida Sans Unicode" panose="020B0602030504020204" pitchFamily="34" charset="0"/>
                <a:cs typeface="Lucida Sans Unicode" panose="020B0602030504020204" pitchFamily="34" charset="0"/>
              </a:rPr>
              <a:t>.</a:t>
            </a:r>
            <a:endParaRPr sz="2800" dirty="0">
              <a:latin typeface="Lucida Sans Unicode" panose="020B0602030504020204" pitchFamily="34" charset="0"/>
              <a:cs typeface="Lucida Sans Unicode" panose="020B0602030504020204" pitchFamily="34" charset="0"/>
            </a:endParaRPr>
          </a:p>
          <a:p>
            <a:pPr marL="364490" marR="466090" indent="-339090">
              <a:lnSpc>
                <a:spcPts val="3020"/>
              </a:lnSpc>
              <a:spcBef>
                <a:spcPts val="650"/>
              </a:spcBef>
              <a:buChar char="•"/>
              <a:tabLst>
                <a:tab pos="368300" algn="l"/>
              </a:tabLst>
            </a:pPr>
            <a:r>
              <a:rPr sz="2800" dirty="0">
                <a:solidFill>
                  <a:srgbClr val="006600"/>
                </a:solidFill>
                <a:latin typeface="Lucida Sans Unicode" panose="020B0602030504020204" pitchFamily="34" charset="0"/>
                <a:cs typeface="Lucida Sans Unicode" panose="020B0602030504020204" pitchFamily="34" charset="0"/>
              </a:rPr>
              <a:t>Do</a:t>
            </a:r>
            <a:r>
              <a:rPr sz="2800" spc="-40" dirty="0">
                <a:solidFill>
                  <a:srgbClr val="006600"/>
                </a:solidFill>
                <a:latin typeface="Lucida Sans Unicode" panose="020B0602030504020204" pitchFamily="34" charset="0"/>
                <a:cs typeface="Lucida Sans Unicode" panose="020B0602030504020204" pitchFamily="34" charset="0"/>
              </a:rPr>
              <a:t> </a:t>
            </a:r>
            <a:r>
              <a:rPr sz="2800" dirty="0">
                <a:solidFill>
                  <a:srgbClr val="006600"/>
                </a:solidFill>
                <a:latin typeface="Lucida Sans Unicode" panose="020B0602030504020204" pitchFamily="34" charset="0"/>
                <a:cs typeface="Lucida Sans Unicode" panose="020B0602030504020204" pitchFamily="34" charset="0"/>
              </a:rPr>
              <a:t>not</a:t>
            </a:r>
            <a:r>
              <a:rPr sz="2800" spc="-40" dirty="0">
                <a:solidFill>
                  <a:srgbClr val="006600"/>
                </a:solidFill>
                <a:latin typeface="Lucida Sans Unicode" panose="020B0602030504020204" pitchFamily="34" charset="0"/>
                <a:cs typeface="Lucida Sans Unicode" panose="020B0602030504020204" pitchFamily="34" charset="0"/>
              </a:rPr>
              <a:t> </a:t>
            </a:r>
            <a:r>
              <a:rPr sz="2800" dirty="0">
                <a:solidFill>
                  <a:srgbClr val="006600"/>
                </a:solidFill>
                <a:latin typeface="Lucida Sans Unicode" panose="020B0602030504020204" pitchFamily="34" charset="0"/>
                <a:cs typeface="Lucida Sans Unicode" panose="020B0602030504020204" pitchFamily="34" charset="0"/>
              </a:rPr>
              <a:t>require</a:t>
            </a:r>
            <a:r>
              <a:rPr sz="2800" spc="-30" dirty="0">
                <a:solidFill>
                  <a:srgbClr val="006600"/>
                </a:solidFill>
                <a:latin typeface="Lucida Sans Unicode" panose="020B0602030504020204" pitchFamily="34" charset="0"/>
                <a:cs typeface="Lucida Sans Unicode" panose="020B0602030504020204" pitchFamily="34" charset="0"/>
              </a:rPr>
              <a:t> </a:t>
            </a:r>
            <a:r>
              <a:rPr sz="2800" dirty="0">
                <a:solidFill>
                  <a:srgbClr val="006600"/>
                </a:solidFill>
                <a:latin typeface="Lucida Sans Unicode" panose="020B0602030504020204" pitchFamily="34" charset="0"/>
                <a:cs typeface="Lucida Sans Unicode" panose="020B0602030504020204" pitchFamily="34" charset="0"/>
              </a:rPr>
              <a:t>execution</a:t>
            </a:r>
            <a:r>
              <a:rPr sz="2800" spc="-50" dirty="0">
                <a:solidFill>
                  <a:srgbClr val="006600"/>
                </a:solidFill>
                <a:latin typeface="Lucida Sans Unicode" panose="020B0602030504020204" pitchFamily="34" charset="0"/>
                <a:cs typeface="Lucida Sans Unicode" panose="020B0602030504020204" pitchFamily="34" charset="0"/>
              </a:rPr>
              <a:t> </a:t>
            </a:r>
            <a:r>
              <a:rPr sz="2800" dirty="0">
                <a:solidFill>
                  <a:srgbClr val="006600"/>
                </a:solidFill>
                <a:latin typeface="Lucida Sans Unicode" panose="020B0602030504020204" pitchFamily="34" charset="0"/>
                <a:cs typeface="Lucida Sans Unicode" panose="020B0602030504020204" pitchFamily="34" charset="0"/>
              </a:rPr>
              <a:t>of</a:t>
            </a:r>
            <a:r>
              <a:rPr sz="2800" spc="-30" dirty="0">
                <a:solidFill>
                  <a:srgbClr val="006600"/>
                </a:solidFill>
                <a:latin typeface="Lucida Sans Unicode" panose="020B0602030504020204" pitchFamily="34" charset="0"/>
                <a:cs typeface="Lucida Sans Unicode" panose="020B0602030504020204" pitchFamily="34" charset="0"/>
              </a:rPr>
              <a:t> </a:t>
            </a:r>
            <a:r>
              <a:rPr sz="2800" dirty="0">
                <a:solidFill>
                  <a:srgbClr val="006600"/>
                </a:solidFill>
                <a:latin typeface="Lucida Sans Unicode" panose="020B0602030504020204" pitchFamily="34" charset="0"/>
                <a:cs typeface="Lucida Sans Unicode" panose="020B0602030504020204" pitchFamily="34" charset="0"/>
              </a:rPr>
              <a:t>a</a:t>
            </a:r>
            <a:r>
              <a:rPr sz="2800" spc="-50" dirty="0">
                <a:solidFill>
                  <a:srgbClr val="006600"/>
                </a:solidFill>
                <a:latin typeface="Lucida Sans Unicode" panose="020B0602030504020204" pitchFamily="34" charset="0"/>
                <a:cs typeface="Lucida Sans Unicode" panose="020B0602030504020204" pitchFamily="34" charset="0"/>
              </a:rPr>
              <a:t> </a:t>
            </a:r>
            <a:r>
              <a:rPr sz="2800" dirty="0">
                <a:solidFill>
                  <a:srgbClr val="006600"/>
                </a:solidFill>
                <a:latin typeface="Lucida Sans Unicode" panose="020B0602030504020204" pitchFamily="34" charset="0"/>
                <a:cs typeface="Lucida Sans Unicode" panose="020B0602030504020204" pitchFamily="34" charset="0"/>
              </a:rPr>
              <a:t>system</a:t>
            </a:r>
            <a:r>
              <a:rPr sz="2800" spc="-40" dirty="0">
                <a:solidFill>
                  <a:srgbClr val="006600"/>
                </a:solidFill>
                <a:latin typeface="Lucida Sans Unicode" panose="020B0602030504020204" pitchFamily="34" charset="0"/>
                <a:cs typeface="Lucida Sans Unicode" panose="020B0602030504020204" pitchFamily="34" charset="0"/>
              </a:rPr>
              <a:t> </a:t>
            </a:r>
            <a:r>
              <a:rPr sz="2800" spc="-50" dirty="0">
                <a:solidFill>
                  <a:srgbClr val="006600"/>
                </a:solidFill>
                <a:latin typeface="Lucida Sans Unicode" panose="020B0602030504020204" pitchFamily="34" charset="0"/>
                <a:cs typeface="Lucida Sans Unicode" panose="020B0602030504020204" pitchFamily="34" charset="0"/>
              </a:rPr>
              <a:t>so 	</a:t>
            </a:r>
            <a:r>
              <a:rPr sz="2800" dirty="0">
                <a:solidFill>
                  <a:srgbClr val="006600"/>
                </a:solidFill>
                <a:latin typeface="Lucida Sans Unicode" panose="020B0602030504020204" pitchFamily="34" charset="0"/>
                <a:cs typeface="Lucida Sans Unicode" panose="020B0602030504020204" pitchFamily="34" charset="0"/>
              </a:rPr>
              <a:t>may</a:t>
            </a:r>
            <a:r>
              <a:rPr sz="2800" spc="-40" dirty="0">
                <a:solidFill>
                  <a:srgbClr val="006600"/>
                </a:solidFill>
                <a:latin typeface="Lucida Sans Unicode" panose="020B0602030504020204" pitchFamily="34" charset="0"/>
                <a:cs typeface="Lucida Sans Unicode" panose="020B0602030504020204" pitchFamily="34" charset="0"/>
              </a:rPr>
              <a:t> </a:t>
            </a:r>
            <a:r>
              <a:rPr sz="2800" dirty="0">
                <a:solidFill>
                  <a:srgbClr val="006600"/>
                </a:solidFill>
                <a:latin typeface="Lucida Sans Unicode" panose="020B0602030504020204" pitchFamily="34" charset="0"/>
                <a:cs typeface="Lucida Sans Unicode" panose="020B0602030504020204" pitchFamily="34" charset="0"/>
              </a:rPr>
              <a:t>be</a:t>
            </a:r>
            <a:r>
              <a:rPr sz="2800" spc="-20" dirty="0">
                <a:solidFill>
                  <a:srgbClr val="006600"/>
                </a:solidFill>
                <a:latin typeface="Lucida Sans Unicode" panose="020B0602030504020204" pitchFamily="34" charset="0"/>
                <a:cs typeface="Lucida Sans Unicode" panose="020B0602030504020204" pitchFamily="34" charset="0"/>
              </a:rPr>
              <a:t> </a:t>
            </a:r>
            <a:r>
              <a:rPr sz="2800" dirty="0">
                <a:solidFill>
                  <a:srgbClr val="006600"/>
                </a:solidFill>
                <a:latin typeface="Lucida Sans Unicode" panose="020B0602030504020204" pitchFamily="34" charset="0"/>
                <a:cs typeface="Lucida Sans Unicode" panose="020B0602030504020204" pitchFamily="34" charset="0"/>
              </a:rPr>
              <a:t>used</a:t>
            </a:r>
            <a:r>
              <a:rPr sz="2800" spc="-20" dirty="0">
                <a:solidFill>
                  <a:srgbClr val="006600"/>
                </a:solidFill>
                <a:latin typeface="Lucida Sans Unicode" panose="020B0602030504020204" pitchFamily="34" charset="0"/>
                <a:cs typeface="Lucida Sans Unicode" panose="020B0602030504020204" pitchFamily="34" charset="0"/>
              </a:rPr>
              <a:t> </a:t>
            </a:r>
            <a:r>
              <a:rPr sz="2800" dirty="0">
                <a:solidFill>
                  <a:srgbClr val="006600"/>
                </a:solidFill>
                <a:latin typeface="Lucida Sans Unicode" panose="020B0602030504020204" pitchFamily="34" charset="0"/>
                <a:cs typeface="Lucida Sans Unicode" panose="020B0602030504020204" pitchFamily="34" charset="0"/>
              </a:rPr>
              <a:t>before</a:t>
            </a:r>
            <a:r>
              <a:rPr sz="2800" spc="-20" dirty="0">
                <a:solidFill>
                  <a:srgbClr val="006600"/>
                </a:solidFill>
                <a:latin typeface="Lucida Sans Unicode" panose="020B0602030504020204" pitchFamily="34" charset="0"/>
                <a:cs typeface="Lucida Sans Unicode" panose="020B0602030504020204" pitchFamily="34" charset="0"/>
              </a:rPr>
              <a:t> implementation</a:t>
            </a:r>
            <a:endParaRPr sz="2800" dirty="0">
              <a:latin typeface="Lucida Sans Unicode" panose="020B0602030504020204" pitchFamily="34" charset="0"/>
              <a:cs typeface="Lucida Sans Unicode" panose="020B0602030504020204" pitchFamily="34" charset="0"/>
            </a:endParaRPr>
          </a:p>
          <a:p>
            <a:pPr marL="364490" marR="455930" indent="-339090">
              <a:lnSpc>
                <a:spcPct val="91200"/>
              </a:lnSpc>
              <a:spcBef>
                <a:spcPts val="570"/>
              </a:spcBef>
              <a:buChar char="•"/>
              <a:tabLst>
                <a:tab pos="368300" algn="l"/>
              </a:tabLst>
            </a:pPr>
            <a:r>
              <a:rPr sz="2800" dirty="0">
                <a:solidFill>
                  <a:srgbClr val="006600"/>
                </a:solidFill>
                <a:latin typeface="Lucida Sans Unicode" panose="020B0602030504020204" pitchFamily="34" charset="0"/>
                <a:cs typeface="Lucida Sans Unicode" panose="020B0602030504020204" pitchFamily="34" charset="0"/>
              </a:rPr>
              <a:t>May</a:t>
            </a:r>
            <a:r>
              <a:rPr sz="2800" spc="-60" dirty="0">
                <a:solidFill>
                  <a:srgbClr val="006600"/>
                </a:solidFill>
                <a:latin typeface="Lucida Sans Unicode" panose="020B0602030504020204" pitchFamily="34" charset="0"/>
                <a:cs typeface="Lucida Sans Unicode" panose="020B0602030504020204" pitchFamily="34" charset="0"/>
              </a:rPr>
              <a:t> </a:t>
            </a:r>
            <a:r>
              <a:rPr sz="2800" dirty="0">
                <a:solidFill>
                  <a:srgbClr val="006600"/>
                </a:solidFill>
                <a:latin typeface="Lucida Sans Unicode" panose="020B0602030504020204" pitchFamily="34" charset="0"/>
                <a:cs typeface="Lucida Sans Unicode" panose="020B0602030504020204" pitchFamily="34" charset="0"/>
              </a:rPr>
              <a:t>be</a:t>
            </a:r>
            <a:r>
              <a:rPr sz="2800" spc="-60" dirty="0">
                <a:solidFill>
                  <a:srgbClr val="006600"/>
                </a:solidFill>
                <a:latin typeface="Lucida Sans Unicode" panose="020B0602030504020204" pitchFamily="34" charset="0"/>
                <a:cs typeface="Lucida Sans Unicode" panose="020B0602030504020204" pitchFamily="34" charset="0"/>
              </a:rPr>
              <a:t> </a:t>
            </a:r>
            <a:r>
              <a:rPr sz="2800" dirty="0">
                <a:solidFill>
                  <a:srgbClr val="006600"/>
                </a:solidFill>
                <a:latin typeface="Lucida Sans Unicode" panose="020B0602030504020204" pitchFamily="34" charset="0"/>
                <a:cs typeface="Lucida Sans Unicode" panose="020B0602030504020204" pitchFamily="34" charset="0"/>
              </a:rPr>
              <a:t>applied</a:t>
            </a:r>
            <a:r>
              <a:rPr sz="2800" spc="-50" dirty="0">
                <a:solidFill>
                  <a:srgbClr val="006600"/>
                </a:solidFill>
                <a:latin typeface="Lucida Sans Unicode" panose="020B0602030504020204" pitchFamily="34" charset="0"/>
                <a:cs typeface="Lucida Sans Unicode" panose="020B0602030504020204" pitchFamily="34" charset="0"/>
              </a:rPr>
              <a:t> </a:t>
            </a:r>
            <a:r>
              <a:rPr sz="2800" dirty="0">
                <a:solidFill>
                  <a:srgbClr val="006600"/>
                </a:solidFill>
                <a:latin typeface="Lucida Sans Unicode" panose="020B0602030504020204" pitchFamily="34" charset="0"/>
                <a:cs typeface="Lucida Sans Unicode" panose="020B0602030504020204" pitchFamily="34" charset="0"/>
              </a:rPr>
              <a:t>to</a:t>
            </a:r>
            <a:r>
              <a:rPr sz="2800" spc="-70" dirty="0">
                <a:solidFill>
                  <a:srgbClr val="006600"/>
                </a:solidFill>
                <a:latin typeface="Lucida Sans Unicode" panose="020B0602030504020204" pitchFamily="34" charset="0"/>
                <a:cs typeface="Lucida Sans Unicode" panose="020B0602030504020204" pitchFamily="34" charset="0"/>
              </a:rPr>
              <a:t> </a:t>
            </a:r>
            <a:r>
              <a:rPr sz="2800" dirty="0">
                <a:solidFill>
                  <a:srgbClr val="006600"/>
                </a:solidFill>
                <a:latin typeface="Lucida Sans Unicode" panose="020B0602030504020204" pitchFamily="34" charset="0"/>
                <a:cs typeface="Lucida Sans Unicode" panose="020B0602030504020204" pitchFamily="34" charset="0"/>
              </a:rPr>
              <a:t>any</a:t>
            </a:r>
            <a:r>
              <a:rPr sz="2800" spc="-50" dirty="0">
                <a:solidFill>
                  <a:srgbClr val="006600"/>
                </a:solidFill>
                <a:latin typeface="Lucida Sans Unicode" panose="020B0602030504020204" pitchFamily="34" charset="0"/>
                <a:cs typeface="Lucida Sans Unicode" panose="020B0602030504020204" pitchFamily="34" charset="0"/>
              </a:rPr>
              <a:t> </a:t>
            </a:r>
            <a:r>
              <a:rPr sz="2800" dirty="0">
                <a:solidFill>
                  <a:srgbClr val="006600"/>
                </a:solidFill>
                <a:latin typeface="Lucida Sans Unicode" panose="020B0602030504020204" pitchFamily="34" charset="0"/>
                <a:cs typeface="Lucida Sans Unicode" panose="020B0602030504020204" pitchFamily="34" charset="0"/>
              </a:rPr>
              <a:t>representation</a:t>
            </a:r>
            <a:r>
              <a:rPr sz="2800" spc="-50" dirty="0">
                <a:solidFill>
                  <a:srgbClr val="006600"/>
                </a:solidFill>
                <a:latin typeface="Lucida Sans Unicode" panose="020B0602030504020204" pitchFamily="34" charset="0"/>
                <a:cs typeface="Lucida Sans Unicode" panose="020B0602030504020204" pitchFamily="34" charset="0"/>
              </a:rPr>
              <a:t> of 	</a:t>
            </a:r>
            <a:r>
              <a:rPr sz="2800" dirty="0">
                <a:solidFill>
                  <a:srgbClr val="006600"/>
                </a:solidFill>
                <a:latin typeface="Lucida Sans Unicode" panose="020B0602030504020204" pitchFamily="34" charset="0"/>
                <a:cs typeface="Lucida Sans Unicode" panose="020B0602030504020204" pitchFamily="34" charset="0"/>
              </a:rPr>
              <a:t>the</a:t>
            </a:r>
            <a:r>
              <a:rPr sz="2800" spc="-60" dirty="0">
                <a:solidFill>
                  <a:srgbClr val="006600"/>
                </a:solidFill>
                <a:latin typeface="Lucida Sans Unicode" panose="020B0602030504020204" pitchFamily="34" charset="0"/>
                <a:cs typeface="Lucida Sans Unicode" panose="020B0602030504020204" pitchFamily="34" charset="0"/>
              </a:rPr>
              <a:t> </a:t>
            </a:r>
            <a:r>
              <a:rPr sz="2800" dirty="0">
                <a:solidFill>
                  <a:srgbClr val="006600"/>
                </a:solidFill>
                <a:latin typeface="Lucida Sans Unicode" panose="020B0602030504020204" pitchFamily="34" charset="0"/>
                <a:cs typeface="Lucida Sans Unicode" panose="020B0602030504020204" pitchFamily="34" charset="0"/>
              </a:rPr>
              <a:t>system</a:t>
            </a:r>
            <a:r>
              <a:rPr sz="2800" spc="-60" dirty="0">
                <a:solidFill>
                  <a:srgbClr val="006600"/>
                </a:solidFill>
                <a:latin typeface="Lucida Sans Unicode" panose="020B0602030504020204" pitchFamily="34" charset="0"/>
                <a:cs typeface="Lucida Sans Unicode" panose="020B0602030504020204" pitchFamily="34" charset="0"/>
              </a:rPr>
              <a:t> </a:t>
            </a:r>
            <a:r>
              <a:rPr sz="2800" dirty="0">
                <a:solidFill>
                  <a:srgbClr val="006600"/>
                </a:solidFill>
                <a:latin typeface="Lucida Sans Unicode" panose="020B0602030504020204" pitchFamily="34" charset="0"/>
                <a:cs typeface="Lucida Sans Unicode" panose="020B0602030504020204" pitchFamily="34" charset="0"/>
              </a:rPr>
              <a:t>(requirements,</a:t>
            </a:r>
            <a:r>
              <a:rPr sz="2800" spc="-50" dirty="0">
                <a:solidFill>
                  <a:srgbClr val="006600"/>
                </a:solidFill>
                <a:latin typeface="Lucida Sans Unicode" panose="020B0602030504020204" pitchFamily="34" charset="0"/>
                <a:cs typeface="Lucida Sans Unicode" panose="020B0602030504020204" pitchFamily="34" charset="0"/>
              </a:rPr>
              <a:t> </a:t>
            </a:r>
            <a:r>
              <a:rPr sz="2800" dirty="0">
                <a:solidFill>
                  <a:srgbClr val="006600"/>
                </a:solidFill>
                <a:latin typeface="Lucida Sans Unicode" panose="020B0602030504020204" pitchFamily="34" charset="0"/>
                <a:cs typeface="Lucida Sans Unicode" panose="020B0602030504020204" pitchFamily="34" charset="0"/>
              </a:rPr>
              <a:t>design,</a:t>
            </a:r>
            <a:r>
              <a:rPr sz="2800" spc="-60" dirty="0">
                <a:solidFill>
                  <a:srgbClr val="006600"/>
                </a:solidFill>
                <a:latin typeface="Lucida Sans Unicode" panose="020B0602030504020204" pitchFamily="34" charset="0"/>
                <a:cs typeface="Lucida Sans Unicode" panose="020B0602030504020204" pitchFamily="34" charset="0"/>
              </a:rPr>
              <a:t> </a:t>
            </a:r>
            <a:r>
              <a:rPr sz="2800" spc="-40" dirty="0">
                <a:solidFill>
                  <a:srgbClr val="006600"/>
                </a:solidFill>
                <a:latin typeface="Lucida Sans Unicode" panose="020B0602030504020204" pitchFamily="34" charset="0"/>
                <a:cs typeface="Lucida Sans Unicode" panose="020B0602030504020204" pitchFamily="34" charset="0"/>
              </a:rPr>
              <a:t>test 	</a:t>
            </a:r>
            <a:r>
              <a:rPr sz="2800" dirty="0">
                <a:solidFill>
                  <a:srgbClr val="006600"/>
                </a:solidFill>
                <a:latin typeface="Lucida Sans Unicode" panose="020B0602030504020204" pitchFamily="34" charset="0"/>
                <a:cs typeface="Lucida Sans Unicode" panose="020B0602030504020204" pitchFamily="34" charset="0"/>
              </a:rPr>
              <a:t>data,</a:t>
            </a:r>
            <a:r>
              <a:rPr sz="2800" spc="-30" dirty="0">
                <a:solidFill>
                  <a:srgbClr val="006600"/>
                </a:solidFill>
                <a:latin typeface="Lucida Sans Unicode" panose="020B0602030504020204" pitchFamily="34" charset="0"/>
                <a:cs typeface="Lucida Sans Unicode" panose="020B0602030504020204" pitchFamily="34" charset="0"/>
              </a:rPr>
              <a:t> </a:t>
            </a:r>
            <a:r>
              <a:rPr sz="2800" spc="-20" dirty="0">
                <a:solidFill>
                  <a:srgbClr val="006600"/>
                </a:solidFill>
                <a:latin typeface="Lucida Sans Unicode" panose="020B0602030504020204" pitchFamily="34" charset="0"/>
                <a:cs typeface="Lucida Sans Unicode" panose="020B0602030504020204" pitchFamily="34" charset="0"/>
              </a:rPr>
              <a:t>etc.)</a:t>
            </a:r>
            <a:endParaRPr sz="2800" dirty="0">
              <a:latin typeface="Lucida Sans Unicode" panose="020B0602030504020204" pitchFamily="34" charset="0"/>
              <a:cs typeface="Lucida Sans Unicode" panose="020B0602030504020204" pitchFamily="34" charset="0"/>
            </a:endParaRPr>
          </a:p>
          <a:p>
            <a:pPr marL="364490" marR="302260" indent="-339090">
              <a:lnSpc>
                <a:spcPts val="3020"/>
              </a:lnSpc>
              <a:spcBef>
                <a:spcPts val="700"/>
              </a:spcBef>
              <a:buChar char="•"/>
              <a:tabLst>
                <a:tab pos="368300" algn="l"/>
              </a:tabLst>
            </a:pPr>
            <a:r>
              <a:rPr sz="2800" dirty="0">
                <a:solidFill>
                  <a:srgbClr val="006600"/>
                </a:solidFill>
                <a:latin typeface="Lucida Sans Unicode" panose="020B0602030504020204" pitchFamily="34" charset="0"/>
                <a:cs typeface="Lucida Sans Unicode" panose="020B0602030504020204" pitchFamily="34" charset="0"/>
              </a:rPr>
              <a:t>Very</a:t>
            </a:r>
            <a:r>
              <a:rPr sz="2800" spc="-60" dirty="0">
                <a:solidFill>
                  <a:srgbClr val="006600"/>
                </a:solidFill>
                <a:latin typeface="Lucida Sans Unicode" panose="020B0602030504020204" pitchFamily="34" charset="0"/>
                <a:cs typeface="Lucida Sans Unicode" panose="020B0602030504020204" pitchFamily="34" charset="0"/>
              </a:rPr>
              <a:t> </a:t>
            </a:r>
            <a:r>
              <a:rPr sz="2800" dirty="0">
                <a:solidFill>
                  <a:srgbClr val="006600"/>
                </a:solidFill>
                <a:latin typeface="Lucida Sans Unicode" panose="020B0602030504020204" pitchFamily="34" charset="0"/>
                <a:cs typeface="Lucida Sans Unicode" panose="020B0602030504020204" pitchFamily="34" charset="0"/>
              </a:rPr>
              <a:t>effective</a:t>
            </a:r>
            <a:r>
              <a:rPr sz="2800" spc="-50" dirty="0">
                <a:solidFill>
                  <a:srgbClr val="006600"/>
                </a:solidFill>
                <a:latin typeface="Lucida Sans Unicode" panose="020B0602030504020204" pitchFamily="34" charset="0"/>
                <a:cs typeface="Lucida Sans Unicode" panose="020B0602030504020204" pitchFamily="34" charset="0"/>
              </a:rPr>
              <a:t> </a:t>
            </a:r>
            <a:r>
              <a:rPr sz="2800" dirty="0">
                <a:solidFill>
                  <a:srgbClr val="006600"/>
                </a:solidFill>
                <a:latin typeface="Lucida Sans Unicode" panose="020B0602030504020204" pitchFamily="34" charset="0"/>
                <a:cs typeface="Lucida Sans Unicode" panose="020B0602030504020204" pitchFamily="34" charset="0"/>
              </a:rPr>
              <a:t>technique</a:t>
            </a:r>
            <a:r>
              <a:rPr sz="2800" spc="-50" dirty="0">
                <a:solidFill>
                  <a:srgbClr val="006600"/>
                </a:solidFill>
                <a:latin typeface="Lucida Sans Unicode" panose="020B0602030504020204" pitchFamily="34" charset="0"/>
                <a:cs typeface="Lucida Sans Unicode" panose="020B0602030504020204" pitchFamily="34" charset="0"/>
              </a:rPr>
              <a:t> </a:t>
            </a:r>
            <a:r>
              <a:rPr sz="2800" dirty="0">
                <a:solidFill>
                  <a:srgbClr val="006600"/>
                </a:solidFill>
                <a:latin typeface="Lucida Sans Unicode" panose="020B0602030504020204" pitchFamily="34" charset="0"/>
                <a:cs typeface="Lucida Sans Unicode" panose="020B0602030504020204" pitchFamily="34" charset="0"/>
              </a:rPr>
              <a:t>for</a:t>
            </a:r>
            <a:r>
              <a:rPr sz="2800" spc="-50" dirty="0">
                <a:solidFill>
                  <a:srgbClr val="006600"/>
                </a:solidFill>
                <a:latin typeface="Lucida Sans Unicode" panose="020B0602030504020204" pitchFamily="34" charset="0"/>
                <a:cs typeface="Lucida Sans Unicode" panose="020B0602030504020204" pitchFamily="34" charset="0"/>
              </a:rPr>
              <a:t> </a:t>
            </a:r>
            <a:r>
              <a:rPr sz="2800" spc="-20" dirty="0">
                <a:solidFill>
                  <a:srgbClr val="006600"/>
                </a:solidFill>
                <a:latin typeface="Lucida Sans Unicode" panose="020B0602030504020204" pitchFamily="34" charset="0"/>
                <a:cs typeface="Lucida Sans Unicode" panose="020B0602030504020204" pitchFamily="34" charset="0"/>
              </a:rPr>
              <a:t>discovering 	errors</a:t>
            </a:r>
            <a:endParaRPr sz="2800" dirty="0">
              <a:latin typeface="Lucida Sans Unicode" panose="020B0602030504020204" pitchFamily="34" charset="0"/>
              <a:cs typeface="Lucida Sans Unicode" panose="020B0602030504020204" pitchFamily="34"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8673462" y="20321"/>
            <a:ext cx="175260" cy="271869"/>
          </a:xfrm>
          <a:prstGeom prst="rect">
            <a:avLst/>
          </a:prstGeom>
        </p:spPr>
        <p:txBody>
          <a:bodyPr vert="horz" wrap="square" lIns="0" tIns="25400" rIns="0" bIns="0" rtlCol="0">
            <a:spAutoFit/>
          </a:bodyPr>
          <a:lstStyle/>
          <a:p>
            <a:pPr marL="25400">
              <a:spcBef>
                <a:spcPts val="200"/>
              </a:spcBef>
            </a:pPr>
            <a:r>
              <a:rPr sz="1600" spc="-100" dirty="0">
                <a:latin typeface="Comic Sans MS"/>
                <a:cs typeface="Comic Sans MS"/>
              </a:rPr>
              <a:t>7</a:t>
            </a:r>
            <a:endParaRPr sz="1600">
              <a:latin typeface="Comic Sans MS"/>
              <a:cs typeface="Comic Sans MS"/>
            </a:endParaRPr>
          </a:p>
        </p:txBody>
      </p:sp>
      <p:sp>
        <p:nvSpPr>
          <p:cNvPr id="3" name="object 3"/>
          <p:cNvSpPr txBox="1">
            <a:spLocks noGrp="1"/>
          </p:cNvSpPr>
          <p:nvPr>
            <p:ph type="title"/>
          </p:nvPr>
        </p:nvSpPr>
        <p:spPr>
          <a:xfrm>
            <a:off x="152400" y="156255"/>
            <a:ext cx="8301228" cy="641201"/>
          </a:xfrm>
          <a:prstGeom prst="rect">
            <a:avLst/>
          </a:prstGeom>
        </p:spPr>
        <p:txBody>
          <a:bodyPr vert="horz" wrap="square" lIns="0" tIns="25400" rIns="0" bIns="0" rtlCol="0">
            <a:spAutoFit/>
          </a:bodyPr>
          <a:lstStyle/>
          <a:p>
            <a:pPr marL="1451610">
              <a:spcBef>
                <a:spcPts val="200"/>
              </a:spcBef>
            </a:pPr>
            <a:r>
              <a:rPr i="0" dirty="0"/>
              <a:t>Inspection</a:t>
            </a:r>
            <a:r>
              <a:rPr i="0" spc="-130" dirty="0"/>
              <a:t> </a:t>
            </a:r>
            <a:r>
              <a:rPr i="0" spc="-20" dirty="0"/>
              <a:t>success</a:t>
            </a:r>
          </a:p>
        </p:txBody>
      </p:sp>
      <p:sp>
        <p:nvSpPr>
          <p:cNvPr id="4" name="object 4"/>
          <p:cNvSpPr txBox="1"/>
          <p:nvPr/>
        </p:nvSpPr>
        <p:spPr>
          <a:xfrm>
            <a:off x="381000" y="1477647"/>
            <a:ext cx="7917180" cy="3989425"/>
          </a:xfrm>
          <a:prstGeom prst="rect">
            <a:avLst/>
          </a:prstGeom>
        </p:spPr>
        <p:txBody>
          <a:bodyPr vert="horz" wrap="square" lIns="0" tIns="45720" rIns="0" bIns="0" rtlCol="0">
            <a:spAutoFit/>
          </a:bodyPr>
          <a:lstStyle/>
          <a:p>
            <a:pPr marL="364490" marR="1112520" indent="-339090">
              <a:lnSpc>
                <a:spcPts val="3800"/>
              </a:lnSpc>
              <a:spcBef>
                <a:spcPts val="360"/>
              </a:spcBef>
              <a:buChar char="•"/>
              <a:tabLst>
                <a:tab pos="368300" algn="l"/>
              </a:tabLst>
            </a:pPr>
            <a:r>
              <a:rPr sz="3200" dirty="0">
                <a:solidFill>
                  <a:srgbClr val="006600"/>
                </a:solidFill>
                <a:latin typeface="Lucida Sans Unicode" panose="020B0602030504020204" pitchFamily="34" charset="0"/>
                <a:cs typeface="Lucida Sans Unicode" panose="020B0602030504020204" pitchFamily="34" charset="0"/>
              </a:rPr>
              <a:t>Many</a:t>
            </a:r>
            <a:r>
              <a:rPr sz="3200" spc="-60" dirty="0">
                <a:solidFill>
                  <a:srgbClr val="006600"/>
                </a:solidFill>
                <a:latin typeface="Lucida Sans Unicode" panose="020B0602030504020204" pitchFamily="34" charset="0"/>
                <a:cs typeface="Lucida Sans Unicode" panose="020B0602030504020204" pitchFamily="34" charset="0"/>
              </a:rPr>
              <a:t> </a:t>
            </a:r>
            <a:r>
              <a:rPr sz="3200" dirty="0">
                <a:solidFill>
                  <a:srgbClr val="006600"/>
                </a:solidFill>
                <a:latin typeface="Lucida Sans Unicode" panose="020B0602030504020204" pitchFamily="34" charset="0"/>
                <a:cs typeface="Lucida Sans Unicode" panose="020B0602030504020204" pitchFamily="34" charset="0"/>
              </a:rPr>
              <a:t>different</a:t>
            </a:r>
            <a:r>
              <a:rPr sz="3200" spc="-70" dirty="0">
                <a:solidFill>
                  <a:srgbClr val="006600"/>
                </a:solidFill>
                <a:latin typeface="Lucida Sans Unicode" panose="020B0602030504020204" pitchFamily="34" charset="0"/>
                <a:cs typeface="Lucida Sans Unicode" panose="020B0602030504020204" pitchFamily="34" charset="0"/>
              </a:rPr>
              <a:t> </a:t>
            </a:r>
            <a:r>
              <a:rPr sz="3200" dirty="0">
                <a:solidFill>
                  <a:srgbClr val="006600"/>
                </a:solidFill>
                <a:latin typeface="Lucida Sans Unicode" panose="020B0602030504020204" pitchFamily="34" charset="0"/>
                <a:cs typeface="Lucida Sans Unicode" panose="020B0602030504020204" pitchFamily="34" charset="0"/>
              </a:rPr>
              <a:t>defects</a:t>
            </a:r>
            <a:r>
              <a:rPr sz="3200" spc="-70" dirty="0">
                <a:solidFill>
                  <a:srgbClr val="006600"/>
                </a:solidFill>
                <a:latin typeface="Lucida Sans Unicode" panose="020B0602030504020204" pitchFamily="34" charset="0"/>
                <a:cs typeface="Lucida Sans Unicode" panose="020B0602030504020204" pitchFamily="34" charset="0"/>
              </a:rPr>
              <a:t> </a:t>
            </a:r>
            <a:r>
              <a:rPr sz="3200" dirty="0">
                <a:solidFill>
                  <a:srgbClr val="006600"/>
                </a:solidFill>
                <a:latin typeface="Lucida Sans Unicode" panose="020B0602030504020204" pitchFamily="34" charset="0"/>
                <a:cs typeface="Lucida Sans Unicode" panose="020B0602030504020204" pitchFamily="34" charset="0"/>
              </a:rPr>
              <a:t>may</a:t>
            </a:r>
            <a:r>
              <a:rPr sz="3200" spc="-50" dirty="0">
                <a:solidFill>
                  <a:srgbClr val="006600"/>
                </a:solidFill>
                <a:latin typeface="Lucida Sans Unicode" panose="020B0602030504020204" pitchFamily="34" charset="0"/>
                <a:cs typeface="Lucida Sans Unicode" panose="020B0602030504020204" pitchFamily="34" charset="0"/>
              </a:rPr>
              <a:t> be 	</a:t>
            </a:r>
            <a:r>
              <a:rPr sz="3200" dirty="0">
                <a:solidFill>
                  <a:srgbClr val="006600"/>
                </a:solidFill>
                <a:latin typeface="Lucida Sans Unicode" panose="020B0602030504020204" pitchFamily="34" charset="0"/>
                <a:cs typeface="Lucida Sans Unicode" panose="020B0602030504020204" pitchFamily="34" charset="0"/>
              </a:rPr>
              <a:t>discovered</a:t>
            </a:r>
            <a:r>
              <a:rPr sz="3200" spc="-70" dirty="0">
                <a:solidFill>
                  <a:srgbClr val="006600"/>
                </a:solidFill>
                <a:latin typeface="Lucida Sans Unicode" panose="020B0602030504020204" pitchFamily="34" charset="0"/>
                <a:cs typeface="Lucida Sans Unicode" panose="020B0602030504020204" pitchFamily="34" charset="0"/>
              </a:rPr>
              <a:t> </a:t>
            </a:r>
            <a:r>
              <a:rPr sz="3200" dirty="0">
                <a:solidFill>
                  <a:srgbClr val="006600"/>
                </a:solidFill>
                <a:latin typeface="Lucida Sans Unicode" panose="020B0602030504020204" pitchFamily="34" charset="0"/>
                <a:cs typeface="Lucida Sans Unicode" panose="020B0602030504020204" pitchFamily="34" charset="0"/>
              </a:rPr>
              <a:t>in</a:t>
            </a:r>
            <a:r>
              <a:rPr sz="3200" spc="-70" dirty="0">
                <a:solidFill>
                  <a:srgbClr val="006600"/>
                </a:solidFill>
                <a:latin typeface="Lucida Sans Unicode" panose="020B0602030504020204" pitchFamily="34" charset="0"/>
                <a:cs typeface="Lucida Sans Unicode" panose="020B0602030504020204" pitchFamily="34" charset="0"/>
              </a:rPr>
              <a:t> </a:t>
            </a:r>
            <a:r>
              <a:rPr sz="3200" dirty="0">
                <a:solidFill>
                  <a:srgbClr val="006600"/>
                </a:solidFill>
                <a:latin typeface="Lucida Sans Unicode" panose="020B0602030504020204" pitchFamily="34" charset="0"/>
                <a:cs typeface="Lucida Sans Unicode" panose="020B0602030504020204" pitchFamily="34" charset="0"/>
              </a:rPr>
              <a:t>a</a:t>
            </a:r>
            <a:r>
              <a:rPr sz="3200" spc="-60" dirty="0">
                <a:solidFill>
                  <a:srgbClr val="006600"/>
                </a:solidFill>
                <a:latin typeface="Lucida Sans Unicode" panose="020B0602030504020204" pitchFamily="34" charset="0"/>
                <a:cs typeface="Lucida Sans Unicode" panose="020B0602030504020204" pitchFamily="34" charset="0"/>
              </a:rPr>
              <a:t> </a:t>
            </a:r>
            <a:r>
              <a:rPr sz="3200" dirty="0">
                <a:solidFill>
                  <a:srgbClr val="006600"/>
                </a:solidFill>
                <a:latin typeface="Lucida Sans Unicode" panose="020B0602030504020204" pitchFamily="34" charset="0"/>
                <a:cs typeface="Lucida Sans Unicode" panose="020B0602030504020204" pitchFamily="34" charset="0"/>
              </a:rPr>
              <a:t>single</a:t>
            </a:r>
            <a:r>
              <a:rPr sz="3200" spc="-70" dirty="0">
                <a:solidFill>
                  <a:srgbClr val="006600"/>
                </a:solidFill>
                <a:latin typeface="Lucida Sans Unicode" panose="020B0602030504020204" pitchFamily="34" charset="0"/>
                <a:cs typeface="Lucida Sans Unicode" panose="020B0602030504020204" pitchFamily="34" charset="0"/>
              </a:rPr>
              <a:t> </a:t>
            </a:r>
            <a:r>
              <a:rPr sz="3200" spc="-20" dirty="0">
                <a:solidFill>
                  <a:srgbClr val="006600"/>
                </a:solidFill>
                <a:latin typeface="Lucida Sans Unicode" panose="020B0602030504020204" pitchFamily="34" charset="0"/>
                <a:cs typeface="Lucida Sans Unicode" panose="020B0602030504020204" pitchFamily="34" charset="0"/>
              </a:rPr>
              <a:t>inspection</a:t>
            </a:r>
            <a:endParaRPr sz="3200" dirty="0">
              <a:latin typeface="Lucida Sans Unicode" panose="020B0602030504020204" pitchFamily="34" charset="0"/>
              <a:cs typeface="Lucida Sans Unicode" panose="020B0602030504020204" pitchFamily="34" charset="0"/>
            </a:endParaRPr>
          </a:p>
          <a:p>
            <a:pPr marL="762000" marR="10160" lvl="1" indent="-279400">
              <a:lnSpc>
                <a:spcPct val="102000"/>
              </a:lnSpc>
              <a:spcBef>
                <a:spcPts val="440"/>
              </a:spcBef>
              <a:buChar char="–"/>
              <a:tabLst>
                <a:tab pos="762000" algn="l"/>
                <a:tab pos="765810" algn="l"/>
              </a:tabLst>
            </a:pPr>
            <a:r>
              <a:rPr sz="2800" dirty="0">
                <a:latin typeface="Lucida Sans Unicode" panose="020B0602030504020204" pitchFamily="34" charset="0"/>
                <a:cs typeface="Lucida Sans Unicode" panose="020B0602030504020204" pitchFamily="34" charset="0"/>
              </a:rPr>
              <a:t>	In</a:t>
            </a:r>
            <a:r>
              <a:rPr sz="2800" spc="-50" dirty="0">
                <a:latin typeface="Lucida Sans Unicode" panose="020B0602030504020204" pitchFamily="34" charset="0"/>
                <a:cs typeface="Lucida Sans Unicode" panose="020B0602030504020204" pitchFamily="34" charset="0"/>
              </a:rPr>
              <a:t> </a:t>
            </a:r>
            <a:r>
              <a:rPr sz="2800" dirty="0">
                <a:latin typeface="Lucida Sans Unicode" panose="020B0602030504020204" pitchFamily="34" charset="0"/>
                <a:cs typeface="Lucida Sans Unicode" panose="020B0602030504020204" pitchFamily="34" charset="0"/>
              </a:rPr>
              <a:t>testing,</a:t>
            </a:r>
            <a:r>
              <a:rPr sz="2800" spc="-30" dirty="0">
                <a:latin typeface="Lucida Sans Unicode" panose="020B0602030504020204" pitchFamily="34" charset="0"/>
                <a:cs typeface="Lucida Sans Unicode" panose="020B0602030504020204" pitchFamily="34" charset="0"/>
              </a:rPr>
              <a:t> </a:t>
            </a:r>
            <a:r>
              <a:rPr sz="2800" dirty="0">
                <a:latin typeface="Lucida Sans Unicode" panose="020B0602030504020204" pitchFamily="34" charset="0"/>
                <a:cs typeface="Lucida Sans Unicode" panose="020B0602030504020204" pitchFamily="34" charset="0"/>
              </a:rPr>
              <a:t>one</a:t>
            </a:r>
            <a:r>
              <a:rPr sz="2800" spc="-30" dirty="0">
                <a:latin typeface="Lucida Sans Unicode" panose="020B0602030504020204" pitchFamily="34" charset="0"/>
                <a:cs typeface="Lucida Sans Unicode" panose="020B0602030504020204" pitchFamily="34" charset="0"/>
              </a:rPr>
              <a:t> </a:t>
            </a:r>
            <a:r>
              <a:rPr sz="2800" dirty="0">
                <a:latin typeface="Lucida Sans Unicode" panose="020B0602030504020204" pitchFamily="34" charset="0"/>
                <a:cs typeface="Lucida Sans Unicode" panose="020B0602030504020204" pitchFamily="34" charset="0"/>
              </a:rPr>
              <a:t>defect</a:t>
            </a:r>
            <a:r>
              <a:rPr sz="2800" spc="-30" dirty="0">
                <a:latin typeface="Lucida Sans Unicode" panose="020B0602030504020204" pitchFamily="34" charset="0"/>
                <a:cs typeface="Lucida Sans Unicode" panose="020B0602030504020204" pitchFamily="34" charset="0"/>
              </a:rPr>
              <a:t> </a:t>
            </a:r>
            <a:r>
              <a:rPr sz="2800" dirty="0">
                <a:latin typeface="Lucida Sans Unicode" panose="020B0602030504020204" pitchFamily="34" charset="0"/>
                <a:cs typeface="Lucida Sans Unicode" panose="020B0602030504020204" pitchFamily="34" charset="0"/>
              </a:rPr>
              <a:t>may</a:t>
            </a:r>
            <a:r>
              <a:rPr sz="2800" spc="-40" dirty="0">
                <a:latin typeface="Lucida Sans Unicode" panose="020B0602030504020204" pitchFamily="34" charset="0"/>
                <a:cs typeface="Lucida Sans Unicode" panose="020B0602030504020204" pitchFamily="34" charset="0"/>
              </a:rPr>
              <a:t> </a:t>
            </a:r>
            <a:r>
              <a:rPr sz="2800" dirty="0">
                <a:latin typeface="Lucida Sans Unicode" panose="020B0602030504020204" pitchFamily="34" charset="0"/>
                <a:cs typeface="Lucida Sans Unicode" panose="020B0602030504020204" pitchFamily="34" charset="0"/>
              </a:rPr>
              <a:t>mask</a:t>
            </a:r>
            <a:r>
              <a:rPr sz="2800" spc="-40" dirty="0">
                <a:latin typeface="Lucida Sans Unicode" panose="020B0602030504020204" pitchFamily="34" charset="0"/>
                <a:cs typeface="Lucida Sans Unicode" panose="020B0602030504020204" pitchFamily="34" charset="0"/>
              </a:rPr>
              <a:t> </a:t>
            </a:r>
            <a:r>
              <a:rPr sz="2800" spc="-20" dirty="0">
                <a:latin typeface="Lucida Sans Unicode" panose="020B0602030504020204" pitchFamily="34" charset="0"/>
                <a:cs typeface="Lucida Sans Unicode" panose="020B0602030504020204" pitchFamily="34" charset="0"/>
              </a:rPr>
              <a:t>another </a:t>
            </a:r>
            <a:r>
              <a:rPr sz="2800" dirty="0">
                <a:latin typeface="Lucida Sans Unicode" panose="020B0602030504020204" pitchFamily="34" charset="0"/>
                <a:cs typeface="Lucida Sans Unicode" panose="020B0602030504020204" pitchFamily="34" charset="0"/>
              </a:rPr>
              <a:t>so</a:t>
            </a:r>
            <a:r>
              <a:rPr sz="2800" spc="-40" dirty="0">
                <a:latin typeface="Lucida Sans Unicode" panose="020B0602030504020204" pitchFamily="34" charset="0"/>
                <a:cs typeface="Lucida Sans Unicode" panose="020B0602030504020204" pitchFamily="34" charset="0"/>
              </a:rPr>
              <a:t> </a:t>
            </a:r>
            <a:r>
              <a:rPr sz="2800" dirty="0">
                <a:latin typeface="Lucida Sans Unicode" panose="020B0602030504020204" pitchFamily="34" charset="0"/>
                <a:cs typeface="Lucida Sans Unicode" panose="020B0602030504020204" pitchFamily="34" charset="0"/>
              </a:rPr>
              <a:t>several</a:t>
            </a:r>
            <a:r>
              <a:rPr sz="2800" spc="-50" dirty="0">
                <a:latin typeface="Lucida Sans Unicode" panose="020B0602030504020204" pitchFamily="34" charset="0"/>
                <a:cs typeface="Lucida Sans Unicode" panose="020B0602030504020204" pitchFamily="34" charset="0"/>
              </a:rPr>
              <a:t> </a:t>
            </a:r>
            <a:r>
              <a:rPr sz="2800" dirty="0">
                <a:latin typeface="Lucida Sans Unicode" panose="020B0602030504020204" pitchFamily="34" charset="0"/>
                <a:cs typeface="Lucida Sans Unicode" panose="020B0602030504020204" pitchFamily="34" charset="0"/>
              </a:rPr>
              <a:t>executions</a:t>
            </a:r>
            <a:r>
              <a:rPr sz="2800" spc="-50" dirty="0">
                <a:latin typeface="Lucida Sans Unicode" panose="020B0602030504020204" pitchFamily="34" charset="0"/>
                <a:cs typeface="Lucida Sans Unicode" panose="020B0602030504020204" pitchFamily="34" charset="0"/>
              </a:rPr>
              <a:t> </a:t>
            </a:r>
            <a:r>
              <a:rPr sz="2800" dirty="0">
                <a:latin typeface="Lucida Sans Unicode" panose="020B0602030504020204" pitchFamily="34" charset="0"/>
                <a:cs typeface="Lucida Sans Unicode" panose="020B0602030504020204" pitchFamily="34" charset="0"/>
              </a:rPr>
              <a:t>are</a:t>
            </a:r>
            <a:r>
              <a:rPr sz="2800" spc="-40" dirty="0">
                <a:latin typeface="Lucida Sans Unicode" panose="020B0602030504020204" pitchFamily="34" charset="0"/>
                <a:cs typeface="Lucida Sans Unicode" panose="020B0602030504020204" pitchFamily="34" charset="0"/>
              </a:rPr>
              <a:t> </a:t>
            </a:r>
            <a:r>
              <a:rPr sz="2800" spc="-20" dirty="0">
                <a:latin typeface="Lucida Sans Unicode" panose="020B0602030504020204" pitchFamily="34" charset="0"/>
                <a:cs typeface="Lucida Sans Unicode" panose="020B0602030504020204" pitchFamily="34" charset="0"/>
              </a:rPr>
              <a:t>required</a:t>
            </a:r>
            <a:endParaRPr sz="2800" dirty="0">
              <a:latin typeface="Lucida Sans Unicode" panose="020B0602030504020204" pitchFamily="34" charset="0"/>
              <a:cs typeface="Lucida Sans Unicode" panose="020B0602030504020204" pitchFamily="34" charset="0"/>
            </a:endParaRPr>
          </a:p>
          <a:p>
            <a:pPr marL="364490" marR="510540" indent="-339090">
              <a:spcBef>
                <a:spcPts val="710"/>
              </a:spcBef>
              <a:buChar char="•"/>
              <a:tabLst>
                <a:tab pos="368300" algn="l"/>
              </a:tabLst>
            </a:pPr>
            <a:r>
              <a:rPr sz="3200" dirty="0">
                <a:solidFill>
                  <a:srgbClr val="006600"/>
                </a:solidFill>
                <a:latin typeface="Lucida Sans Unicode" panose="020B0602030504020204" pitchFamily="34" charset="0"/>
                <a:cs typeface="Lucida Sans Unicode" panose="020B0602030504020204" pitchFamily="34" charset="0"/>
              </a:rPr>
              <a:t>The</a:t>
            </a:r>
            <a:r>
              <a:rPr sz="3200" spc="-40" dirty="0">
                <a:solidFill>
                  <a:srgbClr val="006600"/>
                </a:solidFill>
                <a:latin typeface="Lucida Sans Unicode" panose="020B0602030504020204" pitchFamily="34" charset="0"/>
                <a:cs typeface="Lucida Sans Unicode" panose="020B0602030504020204" pitchFamily="34" charset="0"/>
              </a:rPr>
              <a:t> </a:t>
            </a:r>
            <a:r>
              <a:rPr sz="3200" dirty="0">
                <a:solidFill>
                  <a:srgbClr val="006600"/>
                </a:solidFill>
                <a:latin typeface="Lucida Sans Unicode" panose="020B0602030504020204" pitchFamily="34" charset="0"/>
                <a:cs typeface="Lucida Sans Unicode" panose="020B0602030504020204" pitchFamily="34" charset="0"/>
              </a:rPr>
              <a:t>reuse</a:t>
            </a:r>
            <a:r>
              <a:rPr sz="3200" spc="-30" dirty="0">
                <a:solidFill>
                  <a:srgbClr val="006600"/>
                </a:solidFill>
                <a:latin typeface="Lucida Sans Unicode" panose="020B0602030504020204" pitchFamily="34" charset="0"/>
                <a:cs typeface="Lucida Sans Unicode" panose="020B0602030504020204" pitchFamily="34" charset="0"/>
              </a:rPr>
              <a:t> </a:t>
            </a:r>
            <a:r>
              <a:rPr sz="3200" dirty="0">
                <a:solidFill>
                  <a:srgbClr val="006600"/>
                </a:solidFill>
                <a:latin typeface="Lucida Sans Unicode" panose="020B0602030504020204" pitchFamily="34" charset="0"/>
                <a:cs typeface="Lucida Sans Unicode" panose="020B0602030504020204" pitchFamily="34" charset="0"/>
              </a:rPr>
              <a:t>domain</a:t>
            </a:r>
            <a:r>
              <a:rPr sz="3200" spc="-40" dirty="0">
                <a:solidFill>
                  <a:srgbClr val="006600"/>
                </a:solidFill>
                <a:latin typeface="Lucida Sans Unicode" panose="020B0602030504020204" pitchFamily="34" charset="0"/>
                <a:cs typeface="Lucida Sans Unicode" panose="020B0602030504020204" pitchFamily="34" charset="0"/>
              </a:rPr>
              <a:t> </a:t>
            </a:r>
            <a:r>
              <a:rPr sz="3200" dirty="0">
                <a:solidFill>
                  <a:srgbClr val="006600"/>
                </a:solidFill>
                <a:latin typeface="Lucida Sans Unicode" panose="020B0602030504020204" pitchFamily="34" charset="0"/>
                <a:cs typeface="Lucida Sans Unicode" panose="020B0602030504020204" pitchFamily="34" charset="0"/>
              </a:rPr>
              <a:t>and</a:t>
            </a:r>
            <a:r>
              <a:rPr sz="3200" spc="-30" dirty="0">
                <a:solidFill>
                  <a:srgbClr val="006600"/>
                </a:solidFill>
                <a:latin typeface="Lucida Sans Unicode" panose="020B0602030504020204" pitchFamily="34" charset="0"/>
                <a:cs typeface="Lucida Sans Unicode" panose="020B0602030504020204" pitchFamily="34" charset="0"/>
              </a:rPr>
              <a:t> </a:t>
            </a:r>
            <a:r>
              <a:rPr sz="3200" spc="-20" dirty="0">
                <a:solidFill>
                  <a:srgbClr val="006600"/>
                </a:solidFill>
                <a:latin typeface="Lucida Sans Unicode" panose="020B0602030504020204" pitchFamily="34" charset="0"/>
                <a:cs typeface="Lucida Sans Unicode" panose="020B0602030504020204" pitchFamily="34" charset="0"/>
              </a:rPr>
              <a:t>programming 	knowledge</a:t>
            </a:r>
            <a:endParaRPr sz="3200" dirty="0">
              <a:latin typeface="Lucida Sans Unicode" panose="020B0602030504020204" pitchFamily="34" charset="0"/>
              <a:cs typeface="Lucida Sans Unicode" panose="020B0602030504020204" pitchFamily="34" charset="0"/>
            </a:endParaRPr>
          </a:p>
          <a:p>
            <a:pPr marL="762000" marR="668020" lvl="1" indent="-279400">
              <a:lnSpc>
                <a:spcPts val="3320"/>
              </a:lnSpc>
              <a:spcBef>
                <a:spcPts val="868"/>
              </a:spcBef>
              <a:buChar char="–"/>
              <a:tabLst>
                <a:tab pos="762000" algn="l"/>
                <a:tab pos="765810" algn="l"/>
              </a:tabLst>
            </a:pPr>
            <a:r>
              <a:rPr sz="2800" dirty="0">
                <a:latin typeface="Lucida Sans Unicode" panose="020B0602030504020204" pitchFamily="34" charset="0"/>
                <a:cs typeface="Lucida Sans Unicode" panose="020B0602030504020204" pitchFamily="34" charset="0"/>
              </a:rPr>
              <a:t>	reviewers</a:t>
            </a:r>
            <a:r>
              <a:rPr sz="2800" spc="-40" dirty="0">
                <a:latin typeface="Lucida Sans Unicode" panose="020B0602030504020204" pitchFamily="34" charset="0"/>
                <a:cs typeface="Lucida Sans Unicode" panose="020B0602030504020204" pitchFamily="34" charset="0"/>
              </a:rPr>
              <a:t> </a:t>
            </a:r>
            <a:r>
              <a:rPr sz="2800" dirty="0">
                <a:latin typeface="Lucida Sans Unicode" panose="020B0602030504020204" pitchFamily="34" charset="0"/>
                <a:cs typeface="Lucida Sans Unicode" panose="020B0602030504020204" pitchFamily="34" charset="0"/>
              </a:rPr>
              <a:t>are</a:t>
            </a:r>
            <a:r>
              <a:rPr sz="2800" spc="-30" dirty="0">
                <a:latin typeface="Lucida Sans Unicode" panose="020B0602030504020204" pitchFamily="34" charset="0"/>
                <a:cs typeface="Lucida Sans Unicode" panose="020B0602030504020204" pitchFamily="34" charset="0"/>
              </a:rPr>
              <a:t> </a:t>
            </a:r>
            <a:r>
              <a:rPr sz="2800" dirty="0">
                <a:latin typeface="Lucida Sans Unicode" panose="020B0602030504020204" pitchFamily="34" charset="0"/>
                <a:cs typeface="Lucida Sans Unicode" panose="020B0602030504020204" pitchFamily="34" charset="0"/>
              </a:rPr>
              <a:t>likely</a:t>
            </a:r>
            <a:r>
              <a:rPr sz="2800" spc="-40" dirty="0">
                <a:latin typeface="Lucida Sans Unicode" panose="020B0602030504020204" pitchFamily="34" charset="0"/>
                <a:cs typeface="Lucida Sans Unicode" panose="020B0602030504020204" pitchFamily="34" charset="0"/>
              </a:rPr>
              <a:t> </a:t>
            </a:r>
            <a:r>
              <a:rPr sz="2800" dirty="0">
                <a:latin typeface="Lucida Sans Unicode" panose="020B0602030504020204" pitchFamily="34" charset="0"/>
                <a:cs typeface="Lucida Sans Unicode" panose="020B0602030504020204" pitchFamily="34" charset="0"/>
              </a:rPr>
              <a:t>to</a:t>
            </a:r>
            <a:r>
              <a:rPr sz="2800" spc="-30" dirty="0">
                <a:latin typeface="Lucida Sans Unicode" panose="020B0602030504020204" pitchFamily="34" charset="0"/>
                <a:cs typeface="Lucida Sans Unicode" panose="020B0602030504020204" pitchFamily="34" charset="0"/>
              </a:rPr>
              <a:t> </a:t>
            </a:r>
            <a:r>
              <a:rPr sz="2800" dirty="0">
                <a:latin typeface="Lucida Sans Unicode" panose="020B0602030504020204" pitchFamily="34" charset="0"/>
                <a:cs typeface="Lucida Sans Unicode" panose="020B0602030504020204" pitchFamily="34" charset="0"/>
              </a:rPr>
              <a:t>have</a:t>
            </a:r>
            <a:r>
              <a:rPr sz="2800" spc="-30" dirty="0">
                <a:latin typeface="Lucida Sans Unicode" panose="020B0602030504020204" pitchFamily="34" charset="0"/>
                <a:cs typeface="Lucida Sans Unicode" panose="020B0602030504020204" pitchFamily="34" charset="0"/>
              </a:rPr>
              <a:t> </a:t>
            </a:r>
            <a:r>
              <a:rPr sz="2800" dirty="0">
                <a:latin typeface="Lucida Sans Unicode" panose="020B0602030504020204" pitchFamily="34" charset="0"/>
                <a:cs typeface="Lucida Sans Unicode" panose="020B0602030504020204" pitchFamily="34" charset="0"/>
              </a:rPr>
              <a:t>seen</a:t>
            </a:r>
            <a:r>
              <a:rPr sz="2800" spc="-40" dirty="0">
                <a:latin typeface="Lucida Sans Unicode" panose="020B0602030504020204" pitchFamily="34" charset="0"/>
                <a:cs typeface="Lucida Sans Unicode" panose="020B0602030504020204" pitchFamily="34" charset="0"/>
              </a:rPr>
              <a:t> </a:t>
            </a:r>
            <a:r>
              <a:rPr sz="2800" spc="-50" dirty="0">
                <a:latin typeface="Lucida Sans Unicode" panose="020B0602030504020204" pitchFamily="34" charset="0"/>
                <a:cs typeface="Lucida Sans Unicode" panose="020B0602030504020204" pitchFamily="34" charset="0"/>
              </a:rPr>
              <a:t>the </a:t>
            </a:r>
            <a:r>
              <a:rPr sz="2800" dirty="0">
                <a:latin typeface="Lucida Sans Unicode" panose="020B0602030504020204" pitchFamily="34" charset="0"/>
                <a:cs typeface="Lucida Sans Unicode" panose="020B0602030504020204" pitchFamily="34" charset="0"/>
              </a:rPr>
              <a:t>types</a:t>
            </a:r>
            <a:r>
              <a:rPr sz="2800" spc="-90" dirty="0">
                <a:latin typeface="Lucida Sans Unicode" panose="020B0602030504020204" pitchFamily="34" charset="0"/>
                <a:cs typeface="Lucida Sans Unicode" panose="020B0602030504020204" pitchFamily="34" charset="0"/>
              </a:rPr>
              <a:t> </a:t>
            </a:r>
            <a:r>
              <a:rPr sz="2800" dirty="0">
                <a:latin typeface="Lucida Sans Unicode" panose="020B0602030504020204" pitchFamily="34" charset="0"/>
                <a:cs typeface="Lucida Sans Unicode" panose="020B0602030504020204" pitchFamily="34" charset="0"/>
              </a:rPr>
              <a:t>of</a:t>
            </a:r>
            <a:r>
              <a:rPr sz="2800" spc="-80" dirty="0">
                <a:latin typeface="Lucida Sans Unicode" panose="020B0602030504020204" pitchFamily="34" charset="0"/>
                <a:cs typeface="Lucida Sans Unicode" panose="020B0602030504020204" pitchFamily="34" charset="0"/>
              </a:rPr>
              <a:t> </a:t>
            </a:r>
            <a:r>
              <a:rPr sz="2800" dirty="0">
                <a:latin typeface="Lucida Sans Unicode" panose="020B0602030504020204" pitchFamily="34" charset="0"/>
                <a:cs typeface="Lucida Sans Unicode" panose="020B0602030504020204" pitchFamily="34" charset="0"/>
              </a:rPr>
              <a:t>error</a:t>
            </a:r>
            <a:r>
              <a:rPr sz="2800" spc="-80" dirty="0">
                <a:latin typeface="Lucida Sans Unicode" panose="020B0602030504020204" pitchFamily="34" charset="0"/>
                <a:cs typeface="Lucida Sans Unicode" panose="020B0602030504020204" pitchFamily="34" charset="0"/>
              </a:rPr>
              <a:t> </a:t>
            </a:r>
            <a:r>
              <a:rPr sz="2800" dirty="0">
                <a:latin typeface="Lucida Sans Unicode" panose="020B0602030504020204" pitchFamily="34" charset="0"/>
                <a:cs typeface="Lucida Sans Unicode" panose="020B0602030504020204" pitchFamily="34" charset="0"/>
              </a:rPr>
              <a:t>that</a:t>
            </a:r>
            <a:r>
              <a:rPr sz="2800" spc="-80" dirty="0">
                <a:latin typeface="Lucida Sans Unicode" panose="020B0602030504020204" pitchFamily="34" charset="0"/>
                <a:cs typeface="Lucida Sans Unicode" panose="020B0602030504020204" pitchFamily="34" charset="0"/>
              </a:rPr>
              <a:t> </a:t>
            </a:r>
            <a:r>
              <a:rPr sz="2800" dirty="0">
                <a:latin typeface="Lucida Sans Unicode" panose="020B0602030504020204" pitchFamily="34" charset="0"/>
                <a:cs typeface="Lucida Sans Unicode" panose="020B0602030504020204" pitchFamily="34" charset="0"/>
              </a:rPr>
              <a:t>commonly</a:t>
            </a:r>
            <a:r>
              <a:rPr sz="2800" spc="-90" dirty="0">
                <a:latin typeface="Lucida Sans Unicode" panose="020B0602030504020204" pitchFamily="34" charset="0"/>
                <a:cs typeface="Lucida Sans Unicode" panose="020B0602030504020204" pitchFamily="34" charset="0"/>
              </a:rPr>
              <a:t> </a:t>
            </a:r>
            <a:r>
              <a:rPr sz="2800" spc="-20" dirty="0">
                <a:latin typeface="Lucida Sans Unicode" panose="020B0602030504020204" pitchFamily="34" charset="0"/>
                <a:cs typeface="Lucida Sans Unicode" panose="020B0602030504020204" pitchFamily="34" charset="0"/>
              </a:rPr>
              <a:t>arise</a:t>
            </a:r>
            <a:endParaRPr sz="2800" dirty="0">
              <a:latin typeface="Lucida Sans Unicode" panose="020B0602030504020204" pitchFamily="34" charset="0"/>
              <a:cs typeface="Lucida Sans Unicode" panose="020B0602030504020204" pitchFamily="34"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8673462" y="20321"/>
            <a:ext cx="175260" cy="271869"/>
          </a:xfrm>
          <a:prstGeom prst="rect">
            <a:avLst/>
          </a:prstGeom>
        </p:spPr>
        <p:txBody>
          <a:bodyPr vert="horz" wrap="square" lIns="0" tIns="25400" rIns="0" bIns="0" rtlCol="0">
            <a:spAutoFit/>
          </a:bodyPr>
          <a:lstStyle/>
          <a:p>
            <a:pPr marL="25400">
              <a:spcBef>
                <a:spcPts val="200"/>
              </a:spcBef>
            </a:pPr>
            <a:r>
              <a:rPr sz="1600" spc="-100" dirty="0">
                <a:latin typeface="Comic Sans MS"/>
                <a:cs typeface="Comic Sans MS"/>
              </a:rPr>
              <a:t>8</a:t>
            </a:r>
            <a:endParaRPr sz="1600">
              <a:latin typeface="Comic Sans MS"/>
              <a:cs typeface="Comic Sans MS"/>
            </a:endParaRPr>
          </a:p>
        </p:txBody>
      </p:sp>
      <p:sp>
        <p:nvSpPr>
          <p:cNvPr id="3" name="object 3"/>
          <p:cNvSpPr txBox="1">
            <a:spLocks noGrp="1"/>
          </p:cNvSpPr>
          <p:nvPr>
            <p:ph type="title"/>
          </p:nvPr>
        </p:nvSpPr>
        <p:spPr>
          <a:xfrm>
            <a:off x="372234" y="381000"/>
            <a:ext cx="8301228" cy="641201"/>
          </a:xfrm>
          <a:prstGeom prst="rect">
            <a:avLst/>
          </a:prstGeom>
        </p:spPr>
        <p:txBody>
          <a:bodyPr vert="horz" wrap="square" lIns="0" tIns="25400" rIns="0" bIns="0" rtlCol="0">
            <a:spAutoFit/>
          </a:bodyPr>
          <a:lstStyle/>
          <a:p>
            <a:pPr marL="915668">
              <a:spcBef>
                <a:spcPts val="200"/>
              </a:spcBef>
            </a:pPr>
            <a:r>
              <a:rPr i="0" dirty="0"/>
              <a:t>Inspections</a:t>
            </a:r>
            <a:r>
              <a:rPr i="0" spc="-110" dirty="0"/>
              <a:t> </a:t>
            </a:r>
            <a:r>
              <a:rPr i="0" dirty="0"/>
              <a:t>and</a:t>
            </a:r>
            <a:r>
              <a:rPr i="0" spc="-110" dirty="0"/>
              <a:t> </a:t>
            </a:r>
            <a:r>
              <a:rPr i="0" spc="-20" dirty="0"/>
              <a:t>testing</a:t>
            </a:r>
          </a:p>
        </p:txBody>
      </p:sp>
      <p:sp>
        <p:nvSpPr>
          <p:cNvPr id="4" name="object 4"/>
          <p:cNvSpPr txBox="1"/>
          <p:nvPr/>
        </p:nvSpPr>
        <p:spPr>
          <a:xfrm>
            <a:off x="456563" y="1371600"/>
            <a:ext cx="8392159" cy="3829510"/>
          </a:xfrm>
          <a:prstGeom prst="rect">
            <a:avLst/>
          </a:prstGeom>
        </p:spPr>
        <p:txBody>
          <a:bodyPr vert="horz" wrap="square" lIns="0" tIns="76200" rIns="0" bIns="0" rtlCol="0">
            <a:spAutoFit/>
          </a:bodyPr>
          <a:lstStyle/>
          <a:p>
            <a:pPr marL="364490" marR="17780" indent="-339090">
              <a:lnSpc>
                <a:spcPts val="3000"/>
              </a:lnSpc>
              <a:spcBef>
                <a:spcPts val="600"/>
              </a:spcBef>
              <a:buChar char="•"/>
              <a:tabLst>
                <a:tab pos="368300" algn="l"/>
              </a:tabLst>
            </a:pPr>
            <a:r>
              <a:rPr sz="2800" dirty="0">
                <a:solidFill>
                  <a:srgbClr val="006600"/>
                </a:solidFill>
                <a:latin typeface="Lucida Sans Unicode" panose="020B0602030504020204" pitchFamily="34" charset="0"/>
                <a:cs typeface="Lucida Sans Unicode" panose="020B0602030504020204" pitchFamily="34" charset="0"/>
              </a:rPr>
              <a:t>Inspections</a:t>
            </a:r>
            <a:r>
              <a:rPr sz="2800" spc="-70" dirty="0">
                <a:solidFill>
                  <a:srgbClr val="006600"/>
                </a:solidFill>
                <a:latin typeface="Lucida Sans Unicode" panose="020B0602030504020204" pitchFamily="34" charset="0"/>
                <a:cs typeface="Lucida Sans Unicode" panose="020B0602030504020204" pitchFamily="34" charset="0"/>
              </a:rPr>
              <a:t> </a:t>
            </a:r>
            <a:r>
              <a:rPr sz="2800" dirty="0">
                <a:solidFill>
                  <a:srgbClr val="006600"/>
                </a:solidFill>
                <a:latin typeface="Lucida Sans Unicode" panose="020B0602030504020204" pitchFamily="34" charset="0"/>
                <a:cs typeface="Lucida Sans Unicode" panose="020B0602030504020204" pitchFamily="34" charset="0"/>
              </a:rPr>
              <a:t>and</a:t>
            </a:r>
            <a:r>
              <a:rPr sz="2800" spc="-70" dirty="0">
                <a:solidFill>
                  <a:srgbClr val="006600"/>
                </a:solidFill>
                <a:latin typeface="Lucida Sans Unicode" panose="020B0602030504020204" pitchFamily="34" charset="0"/>
                <a:cs typeface="Lucida Sans Unicode" panose="020B0602030504020204" pitchFamily="34" charset="0"/>
              </a:rPr>
              <a:t> </a:t>
            </a:r>
            <a:r>
              <a:rPr sz="2800" dirty="0">
                <a:solidFill>
                  <a:srgbClr val="006600"/>
                </a:solidFill>
                <a:latin typeface="Lucida Sans Unicode" panose="020B0602030504020204" pitchFamily="34" charset="0"/>
                <a:cs typeface="Lucida Sans Unicode" panose="020B0602030504020204" pitchFamily="34" charset="0"/>
              </a:rPr>
              <a:t>testing</a:t>
            </a:r>
            <a:r>
              <a:rPr sz="2800" spc="-70" dirty="0">
                <a:solidFill>
                  <a:srgbClr val="006600"/>
                </a:solidFill>
                <a:latin typeface="Lucida Sans Unicode" panose="020B0602030504020204" pitchFamily="34" charset="0"/>
                <a:cs typeface="Lucida Sans Unicode" panose="020B0602030504020204" pitchFamily="34" charset="0"/>
              </a:rPr>
              <a:t> </a:t>
            </a:r>
            <a:r>
              <a:rPr sz="2800" dirty="0">
                <a:solidFill>
                  <a:srgbClr val="006600"/>
                </a:solidFill>
                <a:latin typeface="Lucida Sans Unicode" panose="020B0602030504020204" pitchFamily="34" charset="0"/>
                <a:cs typeface="Lucida Sans Unicode" panose="020B0602030504020204" pitchFamily="34" charset="0"/>
              </a:rPr>
              <a:t>are</a:t>
            </a:r>
            <a:r>
              <a:rPr sz="2800" spc="-70" dirty="0">
                <a:solidFill>
                  <a:srgbClr val="006600"/>
                </a:solidFill>
                <a:latin typeface="Lucida Sans Unicode" panose="020B0602030504020204" pitchFamily="34" charset="0"/>
                <a:cs typeface="Lucida Sans Unicode" panose="020B0602030504020204" pitchFamily="34" charset="0"/>
              </a:rPr>
              <a:t> </a:t>
            </a:r>
            <a:r>
              <a:rPr sz="2800" spc="-20" dirty="0">
                <a:solidFill>
                  <a:srgbClr val="006600"/>
                </a:solidFill>
                <a:latin typeface="Lucida Sans Unicode" panose="020B0602030504020204" pitchFamily="34" charset="0"/>
                <a:cs typeface="Lucida Sans Unicode" panose="020B0602030504020204" pitchFamily="34" charset="0"/>
              </a:rPr>
              <a:t>complementary 	</a:t>
            </a:r>
            <a:r>
              <a:rPr sz="2800" dirty="0">
                <a:solidFill>
                  <a:srgbClr val="006600"/>
                </a:solidFill>
                <a:latin typeface="Lucida Sans Unicode" panose="020B0602030504020204" pitchFamily="34" charset="0"/>
                <a:cs typeface="Lucida Sans Unicode" panose="020B0602030504020204" pitchFamily="34" charset="0"/>
              </a:rPr>
              <a:t>and</a:t>
            </a:r>
            <a:r>
              <a:rPr sz="2800" spc="-70" dirty="0">
                <a:solidFill>
                  <a:srgbClr val="006600"/>
                </a:solidFill>
                <a:latin typeface="Lucida Sans Unicode" panose="020B0602030504020204" pitchFamily="34" charset="0"/>
                <a:cs typeface="Lucida Sans Unicode" panose="020B0602030504020204" pitchFamily="34" charset="0"/>
              </a:rPr>
              <a:t> </a:t>
            </a:r>
            <a:r>
              <a:rPr sz="2800" dirty="0">
                <a:solidFill>
                  <a:srgbClr val="006600"/>
                </a:solidFill>
                <a:latin typeface="Lucida Sans Unicode" panose="020B0602030504020204" pitchFamily="34" charset="0"/>
                <a:cs typeface="Lucida Sans Unicode" panose="020B0602030504020204" pitchFamily="34" charset="0"/>
              </a:rPr>
              <a:t>not</a:t>
            </a:r>
            <a:r>
              <a:rPr sz="2800" spc="-60" dirty="0">
                <a:solidFill>
                  <a:srgbClr val="006600"/>
                </a:solidFill>
                <a:latin typeface="Lucida Sans Unicode" panose="020B0602030504020204" pitchFamily="34" charset="0"/>
                <a:cs typeface="Lucida Sans Unicode" panose="020B0602030504020204" pitchFamily="34" charset="0"/>
              </a:rPr>
              <a:t> </a:t>
            </a:r>
            <a:r>
              <a:rPr sz="2800" dirty="0">
                <a:solidFill>
                  <a:srgbClr val="006600"/>
                </a:solidFill>
                <a:latin typeface="Lucida Sans Unicode" panose="020B0602030504020204" pitchFamily="34" charset="0"/>
                <a:cs typeface="Lucida Sans Unicode" panose="020B0602030504020204" pitchFamily="34" charset="0"/>
              </a:rPr>
              <a:t>opposing</a:t>
            </a:r>
            <a:r>
              <a:rPr sz="2800" spc="-60" dirty="0">
                <a:solidFill>
                  <a:srgbClr val="006600"/>
                </a:solidFill>
                <a:latin typeface="Lucida Sans Unicode" panose="020B0602030504020204" pitchFamily="34" charset="0"/>
                <a:cs typeface="Lucida Sans Unicode" panose="020B0602030504020204" pitchFamily="34" charset="0"/>
              </a:rPr>
              <a:t> </a:t>
            </a:r>
            <a:r>
              <a:rPr sz="2800" dirty="0">
                <a:solidFill>
                  <a:srgbClr val="006600"/>
                </a:solidFill>
                <a:latin typeface="Lucida Sans Unicode" panose="020B0602030504020204" pitchFamily="34" charset="0"/>
                <a:cs typeface="Lucida Sans Unicode" panose="020B0602030504020204" pitchFamily="34" charset="0"/>
              </a:rPr>
              <a:t>verification</a:t>
            </a:r>
            <a:r>
              <a:rPr sz="2800" spc="-70" dirty="0">
                <a:solidFill>
                  <a:srgbClr val="006600"/>
                </a:solidFill>
                <a:latin typeface="Lucida Sans Unicode" panose="020B0602030504020204" pitchFamily="34" charset="0"/>
                <a:cs typeface="Lucida Sans Unicode" panose="020B0602030504020204" pitchFamily="34" charset="0"/>
              </a:rPr>
              <a:t> </a:t>
            </a:r>
            <a:r>
              <a:rPr sz="2800" spc="-20" dirty="0">
                <a:solidFill>
                  <a:srgbClr val="006600"/>
                </a:solidFill>
                <a:latin typeface="Lucida Sans Unicode" panose="020B0602030504020204" pitchFamily="34" charset="0"/>
                <a:cs typeface="Lucida Sans Unicode" panose="020B0602030504020204" pitchFamily="34" charset="0"/>
              </a:rPr>
              <a:t>techniques</a:t>
            </a:r>
            <a:endParaRPr sz="2800" dirty="0">
              <a:latin typeface="Lucida Sans Unicode" panose="020B0602030504020204" pitchFamily="34" charset="0"/>
              <a:cs typeface="Lucida Sans Unicode" panose="020B0602030504020204" pitchFamily="34" charset="0"/>
            </a:endParaRPr>
          </a:p>
          <a:p>
            <a:pPr marL="364490" marR="1010918" indent="-339090">
              <a:lnSpc>
                <a:spcPts val="3020"/>
              </a:lnSpc>
              <a:spcBef>
                <a:spcPts val="650"/>
              </a:spcBef>
              <a:buChar char="•"/>
              <a:tabLst>
                <a:tab pos="368300" algn="l"/>
              </a:tabLst>
            </a:pPr>
            <a:r>
              <a:rPr sz="2800" dirty="0">
                <a:solidFill>
                  <a:srgbClr val="006600"/>
                </a:solidFill>
                <a:latin typeface="Lucida Sans Unicode" panose="020B0602030504020204" pitchFamily="34" charset="0"/>
                <a:cs typeface="Lucida Sans Unicode" panose="020B0602030504020204" pitchFamily="34" charset="0"/>
              </a:rPr>
              <a:t>Both</a:t>
            </a:r>
            <a:r>
              <a:rPr sz="2800" spc="-50" dirty="0">
                <a:solidFill>
                  <a:srgbClr val="006600"/>
                </a:solidFill>
                <a:latin typeface="Lucida Sans Unicode" panose="020B0602030504020204" pitchFamily="34" charset="0"/>
                <a:cs typeface="Lucida Sans Unicode" panose="020B0602030504020204" pitchFamily="34" charset="0"/>
              </a:rPr>
              <a:t> </a:t>
            </a:r>
            <a:r>
              <a:rPr sz="2800" dirty="0">
                <a:solidFill>
                  <a:srgbClr val="006600"/>
                </a:solidFill>
                <a:latin typeface="Lucida Sans Unicode" panose="020B0602030504020204" pitchFamily="34" charset="0"/>
                <a:cs typeface="Lucida Sans Unicode" panose="020B0602030504020204" pitchFamily="34" charset="0"/>
              </a:rPr>
              <a:t>should</a:t>
            </a:r>
            <a:r>
              <a:rPr sz="2800" spc="-40" dirty="0">
                <a:solidFill>
                  <a:srgbClr val="006600"/>
                </a:solidFill>
                <a:latin typeface="Lucida Sans Unicode" panose="020B0602030504020204" pitchFamily="34" charset="0"/>
                <a:cs typeface="Lucida Sans Unicode" panose="020B0602030504020204" pitchFamily="34" charset="0"/>
              </a:rPr>
              <a:t> </a:t>
            </a:r>
            <a:r>
              <a:rPr sz="2800" dirty="0">
                <a:solidFill>
                  <a:srgbClr val="006600"/>
                </a:solidFill>
                <a:latin typeface="Lucida Sans Unicode" panose="020B0602030504020204" pitchFamily="34" charset="0"/>
                <a:cs typeface="Lucida Sans Unicode" panose="020B0602030504020204" pitchFamily="34" charset="0"/>
              </a:rPr>
              <a:t>be</a:t>
            </a:r>
            <a:r>
              <a:rPr sz="2800" spc="-40" dirty="0">
                <a:solidFill>
                  <a:srgbClr val="006600"/>
                </a:solidFill>
                <a:latin typeface="Lucida Sans Unicode" panose="020B0602030504020204" pitchFamily="34" charset="0"/>
                <a:cs typeface="Lucida Sans Unicode" panose="020B0602030504020204" pitchFamily="34" charset="0"/>
              </a:rPr>
              <a:t> </a:t>
            </a:r>
            <a:r>
              <a:rPr sz="2800" dirty="0">
                <a:solidFill>
                  <a:srgbClr val="006600"/>
                </a:solidFill>
                <a:latin typeface="Lucida Sans Unicode" panose="020B0602030504020204" pitchFamily="34" charset="0"/>
                <a:cs typeface="Lucida Sans Unicode" panose="020B0602030504020204" pitchFamily="34" charset="0"/>
              </a:rPr>
              <a:t>used</a:t>
            </a:r>
            <a:r>
              <a:rPr sz="2800" spc="-40" dirty="0">
                <a:solidFill>
                  <a:srgbClr val="006600"/>
                </a:solidFill>
                <a:latin typeface="Lucida Sans Unicode" panose="020B0602030504020204" pitchFamily="34" charset="0"/>
                <a:cs typeface="Lucida Sans Unicode" panose="020B0602030504020204" pitchFamily="34" charset="0"/>
              </a:rPr>
              <a:t> </a:t>
            </a:r>
            <a:r>
              <a:rPr sz="2800" dirty="0">
                <a:solidFill>
                  <a:srgbClr val="006600"/>
                </a:solidFill>
                <a:latin typeface="Lucida Sans Unicode" panose="020B0602030504020204" pitchFamily="34" charset="0"/>
                <a:cs typeface="Lucida Sans Unicode" panose="020B0602030504020204" pitchFamily="34" charset="0"/>
              </a:rPr>
              <a:t>during</a:t>
            </a:r>
            <a:r>
              <a:rPr sz="2800" spc="-30" dirty="0">
                <a:solidFill>
                  <a:srgbClr val="006600"/>
                </a:solidFill>
                <a:latin typeface="Lucida Sans Unicode" panose="020B0602030504020204" pitchFamily="34" charset="0"/>
                <a:cs typeface="Lucida Sans Unicode" panose="020B0602030504020204" pitchFamily="34" charset="0"/>
              </a:rPr>
              <a:t> </a:t>
            </a:r>
            <a:r>
              <a:rPr sz="2800" dirty="0">
                <a:solidFill>
                  <a:srgbClr val="006600"/>
                </a:solidFill>
                <a:latin typeface="Lucida Sans Unicode" panose="020B0602030504020204" pitchFamily="34" charset="0"/>
                <a:cs typeface="Lucida Sans Unicode" panose="020B0602030504020204" pitchFamily="34" charset="0"/>
              </a:rPr>
              <a:t>the</a:t>
            </a:r>
            <a:r>
              <a:rPr sz="2800" spc="-40" dirty="0">
                <a:solidFill>
                  <a:srgbClr val="006600"/>
                </a:solidFill>
                <a:latin typeface="Lucida Sans Unicode" panose="020B0602030504020204" pitchFamily="34" charset="0"/>
                <a:cs typeface="Lucida Sans Unicode" panose="020B0602030504020204" pitchFamily="34" charset="0"/>
              </a:rPr>
              <a:t> </a:t>
            </a:r>
            <a:r>
              <a:rPr sz="2800" dirty="0">
                <a:solidFill>
                  <a:srgbClr val="006600"/>
                </a:solidFill>
                <a:latin typeface="Lucida Sans Unicode" panose="020B0602030504020204" pitchFamily="34" charset="0"/>
                <a:cs typeface="Lucida Sans Unicode" panose="020B0602030504020204" pitchFamily="34" charset="0"/>
              </a:rPr>
              <a:t>V</a:t>
            </a:r>
            <a:r>
              <a:rPr sz="2800" spc="-40" dirty="0">
                <a:solidFill>
                  <a:srgbClr val="006600"/>
                </a:solidFill>
                <a:latin typeface="Lucida Sans Unicode" panose="020B0602030504020204" pitchFamily="34" charset="0"/>
                <a:cs typeface="Lucida Sans Unicode" panose="020B0602030504020204" pitchFamily="34" charset="0"/>
              </a:rPr>
              <a:t> </a:t>
            </a:r>
            <a:r>
              <a:rPr sz="2800" dirty="0">
                <a:solidFill>
                  <a:srgbClr val="006600"/>
                </a:solidFill>
                <a:latin typeface="Lucida Sans Unicode" panose="020B0602030504020204" pitchFamily="34" charset="0"/>
                <a:cs typeface="Lucida Sans Unicode" panose="020B0602030504020204" pitchFamily="34" charset="0"/>
              </a:rPr>
              <a:t>&amp;</a:t>
            </a:r>
            <a:r>
              <a:rPr sz="2800" spc="-40" dirty="0">
                <a:solidFill>
                  <a:srgbClr val="006600"/>
                </a:solidFill>
                <a:latin typeface="Lucida Sans Unicode" panose="020B0602030504020204" pitchFamily="34" charset="0"/>
                <a:cs typeface="Lucida Sans Unicode" panose="020B0602030504020204" pitchFamily="34" charset="0"/>
              </a:rPr>
              <a:t> </a:t>
            </a:r>
            <a:r>
              <a:rPr sz="2800" spc="-100" dirty="0">
                <a:solidFill>
                  <a:srgbClr val="006600"/>
                </a:solidFill>
                <a:latin typeface="Lucida Sans Unicode" panose="020B0602030504020204" pitchFamily="34" charset="0"/>
                <a:cs typeface="Lucida Sans Unicode" panose="020B0602030504020204" pitchFamily="34" charset="0"/>
              </a:rPr>
              <a:t>V 	</a:t>
            </a:r>
            <a:r>
              <a:rPr sz="2800" spc="-20" dirty="0">
                <a:solidFill>
                  <a:srgbClr val="006600"/>
                </a:solidFill>
                <a:latin typeface="Lucida Sans Unicode" panose="020B0602030504020204" pitchFamily="34" charset="0"/>
                <a:cs typeface="Lucida Sans Unicode" panose="020B0602030504020204" pitchFamily="34" charset="0"/>
              </a:rPr>
              <a:t>process</a:t>
            </a:r>
            <a:endParaRPr sz="2800" dirty="0">
              <a:latin typeface="Lucida Sans Unicode" panose="020B0602030504020204" pitchFamily="34" charset="0"/>
              <a:cs typeface="Lucida Sans Unicode" panose="020B0602030504020204" pitchFamily="34" charset="0"/>
            </a:endParaRPr>
          </a:p>
          <a:p>
            <a:pPr marL="364490" marR="10160" indent="-339090">
              <a:lnSpc>
                <a:spcPct val="89700"/>
              </a:lnSpc>
              <a:spcBef>
                <a:spcPts val="630"/>
              </a:spcBef>
              <a:buChar char="•"/>
              <a:tabLst>
                <a:tab pos="368300" algn="l"/>
              </a:tabLst>
            </a:pPr>
            <a:r>
              <a:rPr sz="2800" dirty="0">
                <a:solidFill>
                  <a:srgbClr val="006600"/>
                </a:solidFill>
                <a:latin typeface="Lucida Sans Unicode" panose="020B0602030504020204" pitchFamily="34" charset="0"/>
                <a:cs typeface="Lucida Sans Unicode" panose="020B0602030504020204" pitchFamily="34" charset="0"/>
              </a:rPr>
              <a:t>Inspections</a:t>
            </a:r>
            <a:r>
              <a:rPr sz="2800" spc="-90" dirty="0">
                <a:solidFill>
                  <a:srgbClr val="006600"/>
                </a:solidFill>
                <a:latin typeface="Lucida Sans Unicode" panose="020B0602030504020204" pitchFamily="34" charset="0"/>
                <a:cs typeface="Lucida Sans Unicode" panose="020B0602030504020204" pitchFamily="34" charset="0"/>
              </a:rPr>
              <a:t> </a:t>
            </a:r>
            <a:r>
              <a:rPr sz="2800" dirty="0">
                <a:solidFill>
                  <a:srgbClr val="006600"/>
                </a:solidFill>
                <a:latin typeface="Lucida Sans Unicode" panose="020B0602030504020204" pitchFamily="34" charset="0"/>
                <a:cs typeface="Lucida Sans Unicode" panose="020B0602030504020204" pitchFamily="34" charset="0"/>
              </a:rPr>
              <a:t>can</a:t>
            </a:r>
            <a:r>
              <a:rPr sz="2800" spc="-90" dirty="0">
                <a:solidFill>
                  <a:srgbClr val="006600"/>
                </a:solidFill>
                <a:latin typeface="Lucida Sans Unicode" panose="020B0602030504020204" pitchFamily="34" charset="0"/>
                <a:cs typeface="Lucida Sans Unicode" panose="020B0602030504020204" pitchFamily="34" charset="0"/>
              </a:rPr>
              <a:t> </a:t>
            </a:r>
            <a:r>
              <a:rPr sz="2800" dirty="0">
                <a:solidFill>
                  <a:srgbClr val="006600"/>
                </a:solidFill>
                <a:latin typeface="Lucida Sans Unicode" panose="020B0602030504020204" pitchFamily="34" charset="0"/>
                <a:cs typeface="Lucida Sans Unicode" panose="020B0602030504020204" pitchFamily="34" charset="0"/>
              </a:rPr>
              <a:t>check</a:t>
            </a:r>
            <a:r>
              <a:rPr sz="2800" spc="-90" dirty="0">
                <a:solidFill>
                  <a:srgbClr val="006600"/>
                </a:solidFill>
                <a:latin typeface="Lucida Sans Unicode" panose="020B0602030504020204" pitchFamily="34" charset="0"/>
                <a:cs typeface="Lucida Sans Unicode" panose="020B0602030504020204" pitchFamily="34" charset="0"/>
              </a:rPr>
              <a:t> </a:t>
            </a:r>
            <a:r>
              <a:rPr sz="2800" dirty="0">
                <a:solidFill>
                  <a:srgbClr val="006600"/>
                </a:solidFill>
                <a:latin typeface="Lucida Sans Unicode" panose="020B0602030504020204" pitchFamily="34" charset="0"/>
                <a:cs typeface="Lucida Sans Unicode" panose="020B0602030504020204" pitchFamily="34" charset="0"/>
              </a:rPr>
              <a:t>conformance</a:t>
            </a:r>
            <a:r>
              <a:rPr sz="2800" spc="-80" dirty="0">
                <a:solidFill>
                  <a:srgbClr val="006600"/>
                </a:solidFill>
                <a:latin typeface="Lucida Sans Unicode" panose="020B0602030504020204" pitchFamily="34" charset="0"/>
                <a:cs typeface="Lucida Sans Unicode" panose="020B0602030504020204" pitchFamily="34" charset="0"/>
              </a:rPr>
              <a:t> </a:t>
            </a:r>
            <a:r>
              <a:rPr sz="2800" dirty="0">
                <a:solidFill>
                  <a:srgbClr val="006600"/>
                </a:solidFill>
                <a:latin typeface="Lucida Sans Unicode" panose="020B0602030504020204" pitchFamily="34" charset="0"/>
                <a:cs typeface="Lucida Sans Unicode" panose="020B0602030504020204" pitchFamily="34" charset="0"/>
              </a:rPr>
              <a:t>with</a:t>
            </a:r>
            <a:r>
              <a:rPr sz="2800" spc="-80" dirty="0">
                <a:solidFill>
                  <a:srgbClr val="006600"/>
                </a:solidFill>
                <a:latin typeface="Lucida Sans Unicode" panose="020B0602030504020204" pitchFamily="34" charset="0"/>
                <a:cs typeface="Lucida Sans Unicode" panose="020B0602030504020204" pitchFamily="34" charset="0"/>
              </a:rPr>
              <a:t> </a:t>
            </a:r>
            <a:r>
              <a:rPr sz="2800" spc="-100" dirty="0">
                <a:solidFill>
                  <a:srgbClr val="006600"/>
                </a:solidFill>
                <a:latin typeface="Lucida Sans Unicode" panose="020B0602030504020204" pitchFamily="34" charset="0"/>
                <a:cs typeface="Lucida Sans Unicode" panose="020B0602030504020204" pitchFamily="34" charset="0"/>
              </a:rPr>
              <a:t>a 	</a:t>
            </a:r>
            <a:r>
              <a:rPr sz="2800" dirty="0">
                <a:solidFill>
                  <a:srgbClr val="006600"/>
                </a:solidFill>
                <a:latin typeface="Lucida Sans Unicode" panose="020B0602030504020204" pitchFamily="34" charset="0"/>
                <a:cs typeface="Lucida Sans Unicode" panose="020B0602030504020204" pitchFamily="34" charset="0"/>
              </a:rPr>
              <a:t>specification</a:t>
            </a:r>
            <a:r>
              <a:rPr sz="2800" spc="-80" dirty="0">
                <a:solidFill>
                  <a:srgbClr val="006600"/>
                </a:solidFill>
                <a:latin typeface="Lucida Sans Unicode" panose="020B0602030504020204" pitchFamily="34" charset="0"/>
                <a:cs typeface="Lucida Sans Unicode" panose="020B0602030504020204" pitchFamily="34" charset="0"/>
              </a:rPr>
              <a:t> </a:t>
            </a:r>
            <a:r>
              <a:rPr sz="2800" dirty="0">
                <a:solidFill>
                  <a:srgbClr val="006600"/>
                </a:solidFill>
                <a:latin typeface="Lucida Sans Unicode" panose="020B0602030504020204" pitchFamily="34" charset="0"/>
                <a:cs typeface="Lucida Sans Unicode" panose="020B0602030504020204" pitchFamily="34" charset="0"/>
              </a:rPr>
              <a:t>but</a:t>
            </a:r>
            <a:r>
              <a:rPr sz="2800" spc="-70" dirty="0">
                <a:solidFill>
                  <a:srgbClr val="006600"/>
                </a:solidFill>
                <a:latin typeface="Lucida Sans Unicode" panose="020B0602030504020204" pitchFamily="34" charset="0"/>
                <a:cs typeface="Lucida Sans Unicode" panose="020B0602030504020204" pitchFamily="34" charset="0"/>
              </a:rPr>
              <a:t> </a:t>
            </a:r>
            <a:r>
              <a:rPr sz="2800" dirty="0">
                <a:solidFill>
                  <a:srgbClr val="006600"/>
                </a:solidFill>
                <a:latin typeface="Lucida Sans Unicode" panose="020B0602030504020204" pitchFamily="34" charset="0"/>
                <a:cs typeface="Lucida Sans Unicode" panose="020B0602030504020204" pitchFamily="34" charset="0"/>
              </a:rPr>
              <a:t>not</a:t>
            </a:r>
            <a:r>
              <a:rPr sz="2800" spc="-60" dirty="0">
                <a:solidFill>
                  <a:srgbClr val="006600"/>
                </a:solidFill>
                <a:latin typeface="Lucida Sans Unicode" panose="020B0602030504020204" pitchFamily="34" charset="0"/>
                <a:cs typeface="Lucida Sans Unicode" panose="020B0602030504020204" pitchFamily="34" charset="0"/>
              </a:rPr>
              <a:t> </a:t>
            </a:r>
            <a:r>
              <a:rPr sz="2800" dirty="0">
                <a:solidFill>
                  <a:srgbClr val="006600"/>
                </a:solidFill>
                <a:latin typeface="Lucida Sans Unicode" panose="020B0602030504020204" pitchFamily="34" charset="0"/>
                <a:cs typeface="Lucida Sans Unicode" panose="020B0602030504020204" pitchFamily="34" charset="0"/>
              </a:rPr>
              <a:t>conformance</a:t>
            </a:r>
            <a:r>
              <a:rPr sz="2800" spc="-70" dirty="0">
                <a:solidFill>
                  <a:srgbClr val="006600"/>
                </a:solidFill>
                <a:latin typeface="Lucida Sans Unicode" panose="020B0602030504020204" pitchFamily="34" charset="0"/>
                <a:cs typeface="Lucida Sans Unicode" panose="020B0602030504020204" pitchFamily="34" charset="0"/>
              </a:rPr>
              <a:t> </a:t>
            </a:r>
            <a:r>
              <a:rPr sz="2800" dirty="0">
                <a:solidFill>
                  <a:srgbClr val="006600"/>
                </a:solidFill>
                <a:latin typeface="Lucida Sans Unicode" panose="020B0602030504020204" pitchFamily="34" charset="0"/>
                <a:cs typeface="Lucida Sans Unicode" panose="020B0602030504020204" pitchFamily="34" charset="0"/>
              </a:rPr>
              <a:t>with</a:t>
            </a:r>
            <a:r>
              <a:rPr sz="2800" spc="-80" dirty="0">
                <a:solidFill>
                  <a:srgbClr val="006600"/>
                </a:solidFill>
                <a:latin typeface="Lucida Sans Unicode" panose="020B0602030504020204" pitchFamily="34" charset="0"/>
                <a:cs typeface="Lucida Sans Unicode" panose="020B0602030504020204" pitchFamily="34" charset="0"/>
              </a:rPr>
              <a:t> </a:t>
            </a:r>
            <a:r>
              <a:rPr sz="2800" spc="-50" dirty="0">
                <a:solidFill>
                  <a:srgbClr val="006600"/>
                </a:solidFill>
                <a:latin typeface="Lucida Sans Unicode" panose="020B0602030504020204" pitchFamily="34" charset="0"/>
                <a:cs typeface="Lucida Sans Unicode" panose="020B0602030504020204" pitchFamily="34" charset="0"/>
              </a:rPr>
              <a:t>the 	</a:t>
            </a:r>
            <a:r>
              <a:rPr sz="2800" dirty="0">
                <a:solidFill>
                  <a:srgbClr val="006600"/>
                </a:solidFill>
                <a:latin typeface="Lucida Sans Unicode" panose="020B0602030504020204" pitchFamily="34" charset="0"/>
                <a:cs typeface="Lucida Sans Unicode" panose="020B0602030504020204" pitchFamily="34" charset="0"/>
              </a:rPr>
              <a:t>customer’s</a:t>
            </a:r>
            <a:r>
              <a:rPr sz="2800" spc="-80" dirty="0">
                <a:solidFill>
                  <a:srgbClr val="006600"/>
                </a:solidFill>
                <a:latin typeface="Lucida Sans Unicode" panose="020B0602030504020204" pitchFamily="34" charset="0"/>
                <a:cs typeface="Lucida Sans Unicode" panose="020B0602030504020204" pitchFamily="34" charset="0"/>
              </a:rPr>
              <a:t> </a:t>
            </a:r>
            <a:r>
              <a:rPr sz="2800" dirty="0">
                <a:solidFill>
                  <a:srgbClr val="006600"/>
                </a:solidFill>
                <a:latin typeface="Lucida Sans Unicode" panose="020B0602030504020204" pitchFamily="34" charset="0"/>
                <a:cs typeface="Lucida Sans Unicode" panose="020B0602030504020204" pitchFamily="34" charset="0"/>
              </a:rPr>
              <a:t>real</a:t>
            </a:r>
            <a:r>
              <a:rPr sz="2800" spc="-70" dirty="0">
                <a:solidFill>
                  <a:srgbClr val="006600"/>
                </a:solidFill>
                <a:latin typeface="Lucida Sans Unicode" panose="020B0602030504020204" pitchFamily="34" charset="0"/>
                <a:cs typeface="Lucida Sans Unicode" panose="020B0602030504020204" pitchFamily="34" charset="0"/>
              </a:rPr>
              <a:t> </a:t>
            </a:r>
            <a:r>
              <a:rPr sz="2800" spc="-20" dirty="0">
                <a:solidFill>
                  <a:srgbClr val="006600"/>
                </a:solidFill>
                <a:latin typeface="Lucida Sans Unicode" panose="020B0602030504020204" pitchFamily="34" charset="0"/>
                <a:cs typeface="Lucida Sans Unicode" panose="020B0602030504020204" pitchFamily="34" charset="0"/>
              </a:rPr>
              <a:t>requirements</a:t>
            </a:r>
            <a:endParaRPr sz="2800" dirty="0">
              <a:latin typeface="Lucida Sans Unicode" panose="020B0602030504020204" pitchFamily="34" charset="0"/>
              <a:cs typeface="Lucida Sans Unicode" panose="020B0602030504020204" pitchFamily="34" charset="0"/>
            </a:endParaRPr>
          </a:p>
          <a:p>
            <a:pPr marL="364490" marR="334010" indent="-339090">
              <a:lnSpc>
                <a:spcPts val="3020"/>
              </a:lnSpc>
              <a:spcBef>
                <a:spcPts val="790"/>
              </a:spcBef>
              <a:buChar char="•"/>
              <a:tabLst>
                <a:tab pos="368300" algn="l"/>
              </a:tabLst>
            </a:pPr>
            <a:r>
              <a:rPr sz="2800" dirty="0">
                <a:solidFill>
                  <a:srgbClr val="006600"/>
                </a:solidFill>
                <a:latin typeface="Lucida Sans Unicode" panose="020B0602030504020204" pitchFamily="34" charset="0"/>
                <a:cs typeface="Lucida Sans Unicode" panose="020B0602030504020204" pitchFamily="34" charset="0"/>
              </a:rPr>
              <a:t>Inspections</a:t>
            </a:r>
            <a:r>
              <a:rPr sz="2800" spc="-110" dirty="0">
                <a:solidFill>
                  <a:srgbClr val="006600"/>
                </a:solidFill>
                <a:latin typeface="Lucida Sans Unicode" panose="020B0602030504020204" pitchFamily="34" charset="0"/>
                <a:cs typeface="Lucida Sans Unicode" panose="020B0602030504020204" pitchFamily="34" charset="0"/>
              </a:rPr>
              <a:t> </a:t>
            </a:r>
            <a:r>
              <a:rPr sz="2800" dirty="0">
                <a:solidFill>
                  <a:srgbClr val="006600"/>
                </a:solidFill>
                <a:latin typeface="Lucida Sans Unicode" panose="020B0602030504020204" pitchFamily="34" charset="0"/>
                <a:cs typeface="Lucida Sans Unicode" panose="020B0602030504020204" pitchFamily="34" charset="0"/>
              </a:rPr>
              <a:t>cannot</a:t>
            </a:r>
            <a:r>
              <a:rPr sz="2800" spc="-90" dirty="0">
                <a:solidFill>
                  <a:srgbClr val="006600"/>
                </a:solidFill>
                <a:latin typeface="Lucida Sans Unicode" panose="020B0602030504020204" pitchFamily="34" charset="0"/>
                <a:cs typeface="Lucida Sans Unicode" panose="020B0602030504020204" pitchFamily="34" charset="0"/>
              </a:rPr>
              <a:t> </a:t>
            </a:r>
            <a:r>
              <a:rPr sz="2800" dirty="0">
                <a:solidFill>
                  <a:srgbClr val="006600"/>
                </a:solidFill>
                <a:latin typeface="Lucida Sans Unicode" panose="020B0602030504020204" pitchFamily="34" charset="0"/>
                <a:cs typeface="Lucida Sans Unicode" panose="020B0602030504020204" pitchFamily="34" charset="0"/>
              </a:rPr>
              <a:t>check</a:t>
            </a:r>
            <a:r>
              <a:rPr sz="2800" spc="-100" dirty="0">
                <a:solidFill>
                  <a:srgbClr val="006600"/>
                </a:solidFill>
                <a:latin typeface="Lucida Sans Unicode" panose="020B0602030504020204" pitchFamily="34" charset="0"/>
                <a:cs typeface="Lucida Sans Unicode" panose="020B0602030504020204" pitchFamily="34" charset="0"/>
              </a:rPr>
              <a:t> </a:t>
            </a:r>
            <a:r>
              <a:rPr sz="2800" spc="-20" dirty="0">
                <a:solidFill>
                  <a:srgbClr val="006600"/>
                </a:solidFill>
                <a:latin typeface="Lucida Sans Unicode" panose="020B0602030504020204" pitchFamily="34" charset="0"/>
                <a:cs typeface="Lucida Sans Unicode" panose="020B0602030504020204" pitchFamily="34" charset="0"/>
              </a:rPr>
              <a:t>characteristics 	</a:t>
            </a:r>
            <a:r>
              <a:rPr sz="2800" dirty="0">
                <a:solidFill>
                  <a:srgbClr val="006600"/>
                </a:solidFill>
                <a:latin typeface="Lucida Sans Unicode" panose="020B0602030504020204" pitchFamily="34" charset="0"/>
                <a:cs typeface="Lucida Sans Unicode" panose="020B0602030504020204" pitchFamily="34" charset="0"/>
              </a:rPr>
              <a:t>such</a:t>
            </a:r>
            <a:r>
              <a:rPr sz="2800" spc="-70" dirty="0">
                <a:solidFill>
                  <a:srgbClr val="006600"/>
                </a:solidFill>
                <a:latin typeface="Lucida Sans Unicode" panose="020B0602030504020204" pitchFamily="34" charset="0"/>
                <a:cs typeface="Lucida Sans Unicode" panose="020B0602030504020204" pitchFamily="34" charset="0"/>
              </a:rPr>
              <a:t> </a:t>
            </a:r>
            <a:r>
              <a:rPr sz="2800" dirty="0">
                <a:solidFill>
                  <a:srgbClr val="006600"/>
                </a:solidFill>
                <a:latin typeface="Lucida Sans Unicode" panose="020B0602030504020204" pitchFamily="34" charset="0"/>
                <a:cs typeface="Lucida Sans Unicode" panose="020B0602030504020204" pitchFamily="34" charset="0"/>
              </a:rPr>
              <a:t>as</a:t>
            </a:r>
            <a:r>
              <a:rPr sz="2800" spc="-70" dirty="0">
                <a:solidFill>
                  <a:srgbClr val="006600"/>
                </a:solidFill>
                <a:latin typeface="Lucida Sans Unicode" panose="020B0602030504020204" pitchFamily="34" charset="0"/>
                <a:cs typeface="Lucida Sans Unicode" panose="020B0602030504020204" pitchFamily="34" charset="0"/>
              </a:rPr>
              <a:t> </a:t>
            </a:r>
            <a:r>
              <a:rPr sz="2800" dirty="0">
                <a:solidFill>
                  <a:srgbClr val="006600"/>
                </a:solidFill>
                <a:latin typeface="Lucida Sans Unicode" panose="020B0602030504020204" pitchFamily="34" charset="0"/>
                <a:cs typeface="Lucida Sans Unicode" panose="020B0602030504020204" pitchFamily="34" charset="0"/>
              </a:rPr>
              <a:t>performance,</a:t>
            </a:r>
            <a:r>
              <a:rPr sz="2800" spc="-50" dirty="0">
                <a:solidFill>
                  <a:srgbClr val="006600"/>
                </a:solidFill>
                <a:latin typeface="Lucida Sans Unicode" panose="020B0602030504020204" pitchFamily="34" charset="0"/>
                <a:cs typeface="Lucida Sans Unicode" panose="020B0602030504020204" pitchFamily="34" charset="0"/>
              </a:rPr>
              <a:t> </a:t>
            </a:r>
            <a:r>
              <a:rPr sz="2800" dirty="0">
                <a:solidFill>
                  <a:srgbClr val="006600"/>
                </a:solidFill>
                <a:latin typeface="Lucida Sans Unicode" panose="020B0602030504020204" pitchFamily="34" charset="0"/>
                <a:cs typeface="Lucida Sans Unicode" panose="020B0602030504020204" pitchFamily="34" charset="0"/>
              </a:rPr>
              <a:t>usability,</a:t>
            </a:r>
            <a:r>
              <a:rPr sz="2800" spc="-60" dirty="0">
                <a:solidFill>
                  <a:srgbClr val="006600"/>
                </a:solidFill>
                <a:latin typeface="Lucida Sans Unicode" panose="020B0602030504020204" pitchFamily="34" charset="0"/>
                <a:cs typeface="Lucida Sans Unicode" panose="020B0602030504020204" pitchFamily="34" charset="0"/>
              </a:rPr>
              <a:t> </a:t>
            </a:r>
            <a:r>
              <a:rPr sz="2800" spc="-40" dirty="0">
                <a:solidFill>
                  <a:srgbClr val="006600"/>
                </a:solidFill>
                <a:latin typeface="Lucida Sans Unicode" panose="020B0602030504020204" pitchFamily="34" charset="0"/>
                <a:cs typeface="Lucida Sans Unicode" panose="020B0602030504020204" pitchFamily="34" charset="0"/>
              </a:rPr>
              <a:t>etc.</a:t>
            </a:r>
            <a:endParaRPr sz="2800" dirty="0">
              <a:latin typeface="Lucida Sans Unicode" panose="020B0602030504020204" pitchFamily="34" charset="0"/>
              <a:cs typeface="Lucida Sans Unicode" panose="020B0602030504020204" pitchFamily="34"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8673462" y="20321"/>
            <a:ext cx="175260" cy="271869"/>
          </a:xfrm>
          <a:prstGeom prst="rect">
            <a:avLst/>
          </a:prstGeom>
        </p:spPr>
        <p:txBody>
          <a:bodyPr vert="horz" wrap="square" lIns="0" tIns="25400" rIns="0" bIns="0" rtlCol="0">
            <a:spAutoFit/>
          </a:bodyPr>
          <a:lstStyle/>
          <a:p>
            <a:pPr marL="25400">
              <a:spcBef>
                <a:spcPts val="200"/>
              </a:spcBef>
            </a:pPr>
            <a:r>
              <a:rPr sz="1600" spc="-100" dirty="0">
                <a:latin typeface="Comic Sans MS"/>
                <a:cs typeface="Comic Sans MS"/>
              </a:rPr>
              <a:t>9</a:t>
            </a:r>
            <a:endParaRPr sz="1600">
              <a:latin typeface="Comic Sans MS"/>
              <a:cs typeface="Comic Sans MS"/>
            </a:endParaRPr>
          </a:p>
        </p:txBody>
      </p:sp>
      <p:sp>
        <p:nvSpPr>
          <p:cNvPr id="3" name="object 3"/>
          <p:cNvSpPr txBox="1">
            <a:spLocks noGrp="1"/>
          </p:cNvSpPr>
          <p:nvPr>
            <p:ph type="title"/>
          </p:nvPr>
        </p:nvSpPr>
        <p:spPr>
          <a:xfrm>
            <a:off x="459864" y="292190"/>
            <a:ext cx="8301228" cy="735121"/>
          </a:xfrm>
          <a:prstGeom prst="rect">
            <a:avLst/>
          </a:prstGeom>
        </p:spPr>
        <p:txBody>
          <a:bodyPr vert="horz" wrap="square" lIns="0" tIns="118412" rIns="0" bIns="0" rtlCol="0">
            <a:spAutoFit/>
          </a:bodyPr>
          <a:lstStyle/>
          <a:p>
            <a:pPr marL="1329690">
              <a:spcBef>
                <a:spcPts val="200"/>
              </a:spcBef>
            </a:pPr>
            <a:r>
              <a:rPr i="0" dirty="0"/>
              <a:t>Program</a:t>
            </a:r>
            <a:r>
              <a:rPr i="0" spc="-140" dirty="0"/>
              <a:t> </a:t>
            </a:r>
            <a:r>
              <a:rPr i="0" spc="-20" dirty="0"/>
              <a:t>inspections</a:t>
            </a:r>
          </a:p>
        </p:txBody>
      </p:sp>
      <p:sp>
        <p:nvSpPr>
          <p:cNvPr id="4" name="object 4"/>
          <p:cNvSpPr txBox="1"/>
          <p:nvPr/>
        </p:nvSpPr>
        <p:spPr>
          <a:xfrm>
            <a:off x="751241" y="1398824"/>
            <a:ext cx="7494270" cy="4146007"/>
          </a:xfrm>
          <a:prstGeom prst="rect">
            <a:avLst/>
          </a:prstGeom>
        </p:spPr>
        <p:txBody>
          <a:bodyPr vert="horz" wrap="square" lIns="0" tIns="102870" rIns="0" bIns="0" rtlCol="0">
            <a:spAutoFit/>
          </a:bodyPr>
          <a:lstStyle/>
          <a:p>
            <a:pPr marL="364490" indent="-339090">
              <a:spcBef>
                <a:spcPts val="810"/>
              </a:spcBef>
              <a:buChar char="•"/>
              <a:tabLst>
                <a:tab pos="364490" algn="l"/>
              </a:tabLst>
            </a:pPr>
            <a:r>
              <a:rPr sz="2800" dirty="0">
                <a:solidFill>
                  <a:srgbClr val="006600"/>
                </a:solidFill>
                <a:latin typeface="Lucida Sans Unicode" panose="020B0602030504020204" pitchFamily="34" charset="0"/>
                <a:cs typeface="Lucida Sans Unicode" panose="020B0602030504020204" pitchFamily="34" charset="0"/>
              </a:rPr>
              <a:t>Formalized</a:t>
            </a:r>
            <a:r>
              <a:rPr sz="2800" spc="-70" dirty="0">
                <a:solidFill>
                  <a:srgbClr val="006600"/>
                </a:solidFill>
                <a:latin typeface="Lucida Sans Unicode" panose="020B0602030504020204" pitchFamily="34" charset="0"/>
                <a:cs typeface="Lucida Sans Unicode" panose="020B0602030504020204" pitchFamily="34" charset="0"/>
              </a:rPr>
              <a:t> </a:t>
            </a:r>
            <a:r>
              <a:rPr sz="2800" dirty="0">
                <a:solidFill>
                  <a:srgbClr val="006600"/>
                </a:solidFill>
                <a:latin typeface="Lucida Sans Unicode" panose="020B0602030504020204" pitchFamily="34" charset="0"/>
                <a:cs typeface="Lucida Sans Unicode" panose="020B0602030504020204" pitchFamily="34" charset="0"/>
              </a:rPr>
              <a:t>approach</a:t>
            </a:r>
            <a:r>
              <a:rPr sz="2800" spc="-80" dirty="0">
                <a:solidFill>
                  <a:srgbClr val="006600"/>
                </a:solidFill>
                <a:latin typeface="Lucida Sans Unicode" panose="020B0602030504020204" pitchFamily="34" charset="0"/>
                <a:cs typeface="Lucida Sans Unicode" panose="020B0602030504020204" pitchFamily="34" charset="0"/>
              </a:rPr>
              <a:t> </a:t>
            </a:r>
            <a:r>
              <a:rPr sz="2800" dirty="0">
                <a:solidFill>
                  <a:srgbClr val="006600"/>
                </a:solidFill>
                <a:latin typeface="Lucida Sans Unicode" panose="020B0602030504020204" pitchFamily="34" charset="0"/>
                <a:cs typeface="Lucida Sans Unicode" panose="020B0602030504020204" pitchFamily="34" charset="0"/>
              </a:rPr>
              <a:t>to</a:t>
            </a:r>
            <a:r>
              <a:rPr sz="2800" spc="-70" dirty="0">
                <a:solidFill>
                  <a:srgbClr val="006600"/>
                </a:solidFill>
                <a:latin typeface="Lucida Sans Unicode" panose="020B0602030504020204" pitchFamily="34" charset="0"/>
                <a:cs typeface="Lucida Sans Unicode" panose="020B0602030504020204" pitchFamily="34" charset="0"/>
              </a:rPr>
              <a:t> </a:t>
            </a:r>
            <a:r>
              <a:rPr sz="2800" dirty="0">
                <a:solidFill>
                  <a:srgbClr val="006600"/>
                </a:solidFill>
                <a:latin typeface="Lucida Sans Unicode" panose="020B0602030504020204" pitchFamily="34" charset="0"/>
                <a:cs typeface="Lucida Sans Unicode" panose="020B0602030504020204" pitchFamily="34" charset="0"/>
              </a:rPr>
              <a:t>document</a:t>
            </a:r>
            <a:r>
              <a:rPr sz="2800" spc="-70" dirty="0">
                <a:solidFill>
                  <a:srgbClr val="006600"/>
                </a:solidFill>
                <a:latin typeface="Lucida Sans Unicode" panose="020B0602030504020204" pitchFamily="34" charset="0"/>
                <a:cs typeface="Lucida Sans Unicode" panose="020B0602030504020204" pitchFamily="34" charset="0"/>
              </a:rPr>
              <a:t> </a:t>
            </a:r>
            <a:r>
              <a:rPr sz="2800" spc="-20" dirty="0">
                <a:solidFill>
                  <a:srgbClr val="006600"/>
                </a:solidFill>
                <a:latin typeface="Lucida Sans Unicode" panose="020B0602030504020204" pitchFamily="34" charset="0"/>
                <a:cs typeface="Lucida Sans Unicode" panose="020B0602030504020204" pitchFamily="34" charset="0"/>
              </a:rPr>
              <a:t>reviews</a:t>
            </a:r>
            <a:endParaRPr sz="2800" dirty="0">
              <a:latin typeface="Lucida Sans Unicode" panose="020B0602030504020204" pitchFamily="34" charset="0"/>
              <a:cs typeface="Lucida Sans Unicode" panose="020B0602030504020204" pitchFamily="34" charset="0"/>
            </a:endParaRPr>
          </a:p>
          <a:p>
            <a:pPr marL="364490" marR="2056130" indent="-339090">
              <a:lnSpc>
                <a:spcPts val="3320"/>
              </a:lnSpc>
              <a:spcBef>
                <a:spcPts val="750"/>
              </a:spcBef>
              <a:buChar char="•"/>
              <a:tabLst>
                <a:tab pos="368300" algn="l"/>
              </a:tabLst>
            </a:pPr>
            <a:r>
              <a:rPr sz="2800" dirty="0">
                <a:solidFill>
                  <a:srgbClr val="006600"/>
                </a:solidFill>
                <a:latin typeface="Lucida Sans Unicode" panose="020B0602030504020204" pitchFamily="34" charset="0"/>
                <a:cs typeface="Lucida Sans Unicode" panose="020B0602030504020204" pitchFamily="34" charset="0"/>
              </a:rPr>
              <a:t>Intended</a:t>
            </a:r>
            <a:r>
              <a:rPr sz="2800" spc="-120" dirty="0">
                <a:solidFill>
                  <a:srgbClr val="006600"/>
                </a:solidFill>
                <a:latin typeface="Lucida Sans Unicode" panose="020B0602030504020204" pitchFamily="34" charset="0"/>
                <a:cs typeface="Lucida Sans Unicode" panose="020B0602030504020204" pitchFamily="34" charset="0"/>
              </a:rPr>
              <a:t> </a:t>
            </a:r>
            <a:r>
              <a:rPr sz="2800" dirty="0">
                <a:solidFill>
                  <a:srgbClr val="006600"/>
                </a:solidFill>
                <a:latin typeface="Lucida Sans Unicode" panose="020B0602030504020204" pitchFamily="34" charset="0"/>
                <a:cs typeface="Lucida Sans Unicode" panose="020B0602030504020204" pitchFamily="34" charset="0"/>
              </a:rPr>
              <a:t>explicitly</a:t>
            </a:r>
            <a:r>
              <a:rPr sz="2800" spc="-110" dirty="0">
                <a:solidFill>
                  <a:srgbClr val="006600"/>
                </a:solidFill>
                <a:latin typeface="Lucida Sans Unicode" panose="020B0602030504020204" pitchFamily="34" charset="0"/>
                <a:cs typeface="Lucida Sans Unicode" panose="020B0602030504020204" pitchFamily="34" charset="0"/>
              </a:rPr>
              <a:t> </a:t>
            </a:r>
            <a:r>
              <a:rPr sz="2800" dirty="0">
                <a:solidFill>
                  <a:srgbClr val="006600"/>
                </a:solidFill>
                <a:latin typeface="Lucida Sans Unicode" panose="020B0602030504020204" pitchFamily="34" charset="0"/>
                <a:cs typeface="Lucida Sans Unicode" panose="020B0602030504020204" pitchFamily="34" charset="0"/>
              </a:rPr>
              <a:t>for</a:t>
            </a:r>
            <a:r>
              <a:rPr sz="2800" spc="-120" dirty="0">
                <a:solidFill>
                  <a:srgbClr val="006600"/>
                </a:solidFill>
                <a:latin typeface="Lucida Sans Unicode" panose="020B0602030504020204" pitchFamily="34" charset="0"/>
                <a:cs typeface="Lucida Sans Unicode" panose="020B0602030504020204" pitchFamily="34" charset="0"/>
              </a:rPr>
              <a:t> </a:t>
            </a:r>
            <a:r>
              <a:rPr sz="2800" spc="-20" dirty="0">
                <a:solidFill>
                  <a:srgbClr val="006600"/>
                </a:solidFill>
                <a:latin typeface="Lucida Sans Unicode" panose="020B0602030504020204" pitchFamily="34" charset="0"/>
                <a:cs typeface="Lucida Sans Unicode" panose="020B0602030504020204" pitchFamily="34" charset="0"/>
              </a:rPr>
              <a:t>defect 	</a:t>
            </a:r>
            <a:r>
              <a:rPr sz="2800" dirty="0">
                <a:solidFill>
                  <a:srgbClr val="006600"/>
                </a:solidFill>
                <a:latin typeface="Lucida Sans Unicode" panose="020B0602030504020204" pitchFamily="34" charset="0"/>
                <a:cs typeface="Lucida Sans Unicode" panose="020B0602030504020204" pitchFamily="34" charset="0"/>
              </a:rPr>
              <a:t>DETECTION</a:t>
            </a:r>
            <a:r>
              <a:rPr sz="2800" spc="-70" dirty="0">
                <a:solidFill>
                  <a:srgbClr val="006600"/>
                </a:solidFill>
                <a:latin typeface="Lucida Sans Unicode" panose="020B0602030504020204" pitchFamily="34" charset="0"/>
                <a:cs typeface="Lucida Sans Unicode" panose="020B0602030504020204" pitchFamily="34" charset="0"/>
              </a:rPr>
              <a:t> </a:t>
            </a:r>
            <a:r>
              <a:rPr sz="2800" dirty="0">
                <a:solidFill>
                  <a:srgbClr val="006600"/>
                </a:solidFill>
                <a:latin typeface="Lucida Sans Unicode" panose="020B0602030504020204" pitchFamily="34" charset="0"/>
                <a:cs typeface="Lucida Sans Unicode" panose="020B0602030504020204" pitchFamily="34" charset="0"/>
              </a:rPr>
              <a:t>(not</a:t>
            </a:r>
            <a:r>
              <a:rPr sz="2800" spc="-60" dirty="0">
                <a:solidFill>
                  <a:srgbClr val="006600"/>
                </a:solidFill>
                <a:latin typeface="Lucida Sans Unicode" panose="020B0602030504020204" pitchFamily="34" charset="0"/>
                <a:cs typeface="Lucida Sans Unicode" panose="020B0602030504020204" pitchFamily="34" charset="0"/>
              </a:rPr>
              <a:t> </a:t>
            </a:r>
            <a:r>
              <a:rPr sz="2800" spc="-20" dirty="0">
                <a:solidFill>
                  <a:srgbClr val="006600"/>
                </a:solidFill>
                <a:latin typeface="Lucida Sans Unicode" panose="020B0602030504020204" pitchFamily="34" charset="0"/>
                <a:cs typeface="Lucida Sans Unicode" panose="020B0602030504020204" pitchFamily="34" charset="0"/>
              </a:rPr>
              <a:t>correction)</a:t>
            </a:r>
            <a:endParaRPr sz="2800" dirty="0">
              <a:latin typeface="Lucida Sans Unicode" panose="020B0602030504020204" pitchFamily="34" charset="0"/>
              <a:cs typeface="Lucida Sans Unicode" panose="020B0602030504020204" pitchFamily="34" charset="0"/>
            </a:endParaRPr>
          </a:p>
          <a:p>
            <a:pPr marL="364490" marR="10160" indent="-339090">
              <a:lnSpc>
                <a:spcPct val="100499"/>
              </a:lnSpc>
              <a:spcBef>
                <a:spcPts val="600"/>
              </a:spcBef>
              <a:buChar char="•"/>
              <a:tabLst>
                <a:tab pos="368300" algn="l"/>
              </a:tabLst>
            </a:pPr>
            <a:r>
              <a:rPr sz="2800" dirty="0">
                <a:solidFill>
                  <a:srgbClr val="006600"/>
                </a:solidFill>
                <a:latin typeface="Lucida Sans Unicode" panose="020B0602030504020204" pitchFamily="34" charset="0"/>
                <a:cs typeface="Lucida Sans Unicode" panose="020B0602030504020204" pitchFamily="34" charset="0"/>
              </a:rPr>
              <a:t>Defects</a:t>
            </a:r>
            <a:r>
              <a:rPr sz="2800" spc="-80" dirty="0">
                <a:solidFill>
                  <a:srgbClr val="006600"/>
                </a:solidFill>
                <a:latin typeface="Lucida Sans Unicode" panose="020B0602030504020204" pitchFamily="34" charset="0"/>
                <a:cs typeface="Lucida Sans Unicode" panose="020B0602030504020204" pitchFamily="34" charset="0"/>
              </a:rPr>
              <a:t> </a:t>
            </a:r>
            <a:r>
              <a:rPr sz="2800" dirty="0">
                <a:solidFill>
                  <a:srgbClr val="006600"/>
                </a:solidFill>
                <a:latin typeface="Lucida Sans Unicode" panose="020B0602030504020204" pitchFamily="34" charset="0"/>
                <a:cs typeface="Lucida Sans Unicode" panose="020B0602030504020204" pitchFamily="34" charset="0"/>
              </a:rPr>
              <a:t>may</a:t>
            </a:r>
            <a:r>
              <a:rPr sz="2800" spc="-70" dirty="0">
                <a:solidFill>
                  <a:srgbClr val="006600"/>
                </a:solidFill>
                <a:latin typeface="Lucida Sans Unicode" panose="020B0602030504020204" pitchFamily="34" charset="0"/>
                <a:cs typeface="Lucida Sans Unicode" panose="020B0602030504020204" pitchFamily="34" charset="0"/>
              </a:rPr>
              <a:t> </a:t>
            </a:r>
            <a:r>
              <a:rPr sz="2800" dirty="0">
                <a:solidFill>
                  <a:srgbClr val="006600"/>
                </a:solidFill>
                <a:latin typeface="Lucida Sans Unicode" panose="020B0602030504020204" pitchFamily="34" charset="0"/>
                <a:cs typeface="Lucida Sans Unicode" panose="020B0602030504020204" pitchFamily="34" charset="0"/>
              </a:rPr>
              <a:t>be</a:t>
            </a:r>
            <a:r>
              <a:rPr sz="2800" spc="-70" dirty="0">
                <a:solidFill>
                  <a:srgbClr val="006600"/>
                </a:solidFill>
                <a:latin typeface="Lucida Sans Unicode" panose="020B0602030504020204" pitchFamily="34" charset="0"/>
                <a:cs typeface="Lucida Sans Unicode" panose="020B0602030504020204" pitchFamily="34" charset="0"/>
              </a:rPr>
              <a:t> </a:t>
            </a:r>
            <a:r>
              <a:rPr sz="2800" dirty="0">
                <a:solidFill>
                  <a:srgbClr val="006600"/>
                </a:solidFill>
                <a:latin typeface="Lucida Sans Unicode" panose="020B0602030504020204" pitchFamily="34" charset="0"/>
                <a:cs typeface="Lucida Sans Unicode" panose="020B0602030504020204" pitchFamily="34" charset="0"/>
              </a:rPr>
              <a:t>logical</a:t>
            </a:r>
            <a:r>
              <a:rPr sz="2800" spc="-80" dirty="0">
                <a:solidFill>
                  <a:srgbClr val="006600"/>
                </a:solidFill>
                <a:latin typeface="Lucida Sans Unicode" panose="020B0602030504020204" pitchFamily="34" charset="0"/>
                <a:cs typeface="Lucida Sans Unicode" panose="020B0602030504020204" pitchFamily="34" charset="0"/>
              </a:rPr>
              <a:t> </a:t>
            </a:r>
            <a:r>
              <a:rPr sz="2800" dirty="0">
                <a:solidFill>
                  <a:srgbClr val="006600"/>
                </a:solidFill>
                <a:latin typeface="Lucida Sans Unicode" panose="020B0602030504020204" pitchFamily="34" charset="0"/>
                <a:cs typeface="Lucida Sans Unicode" panose="020B0602030504020204" pitchFamily="34" charset="0"/>
              </a:rPr>
              <a:t>errors,</a:t>
            </a:r>
            <a:r>
              <a:rPr sz="2800" spc="-70" dirty="0">
                <a:solidFill>
                  <a:srgbClr val="006600"/>
                </a:solidFill>
                <a:latin typeface="Lucida Sans Unicode" panose="020B0602030504020204" pitchFamily="34" charset="0"/>
                <a:cs typeface="Lucida Sans Unicode" panose="020B0602030504020204" pitchFamily="34" charset="0"/>
              </a:rPr>
              <a:t> </a:t>
            </a:r>
            <a:r>
              <a:rPr sz="2800" dirty="0">
                <a:solidFill>
                  <a:srgbClr val="006600"/>
                </a:solidFill>
                <a:latin typeface="Lucida Sans Unicode" panose="020B0602030504020204" pitchFamily="34" charset="0"/>
                <a:cs typeface="Lucida Sans Unicode" panose="020B0602030504020204" pitchFamily="34" charset="0"/>
              </a:rPr>
              <a:t>anomalies</a:t>
            </a:r>
            <a:r>
              <a:rPr sz="2800" spc="-80" dirty="0">
                <a:solidFill>
                  <a:srgbClr val="006600"/>
                </a:solidFill>
                <a:latin typeface="Lucida Sans Unicode" panose="020B0602030504020204" pitchFamily="34" charset="0"/>
                <a:cs typeface="Lucida Sans Unicode" panose="020B0602030504020204" pitchFamily="34" charset="0"/>
              </a:rPr>
              <a:t> </a:t>
            </a:r>
            <a:r>
              <a:rPr sz="2800" spc="-50" dirty="0">
                <a:solidFill>
                  <a:srgbClr val="006600"/>
                </a:solidFill>
                <a:latin typeface="Lucida Sans Unicode" panose="020B0602030504020204" pitchFamily="34" charset="0"/>
                <a:cs typeface="Lucida Sans Unicode" panose="020B0602030504020204" pitchFamily="34" charset="0"/>
              </a:rPr>
              <a:t>in 	</a:t>
            </a:r>
            <a:r>
              <a:rPr sz="2800" dirty="0">
                <a:solidFill>
                  <a:srgbClr val="006600"/>
                </a:solidFill>
                <a:latin typeface="Lucida Sans Unicode" panose="020B0602030504020204" pitchFamily="34" charset="0"/>
                <a:cs typeface="Lucida Sans Unicode" panose="020B0602030504020204" pitchFamily="34" charset="0"/>
              </a:rPr>
              <a:t>the</a:t>
            </a:r>
            <a:r>
              <a:rPr sz="2800" spc="-40" dirty="0">
                <a:solidFill>
                  <a:srgbClr val="006600"/>
                </a:solidFill>
                <a:latin typeface="Lucida Sans Unicode" panose="020B0602030504020204" pitchFamily="34" charset="0"/>
                <a:cs typeface="Lucida Sans Unicode" panose="020B0602030504020204" pitchFamily="34" charset="0"/>
              </a:rPr>
              <a:t> </a:t>
            </a:r>
            <a:r>
              <a:rPr sz="2800" dirty="0">
                <a:solidFill>
                  <a:srgbClr val="006600"/>
                </a:solidFill>
                <a:latin typeface="Lucida Sans Unicode" panose="020B0602030504020204" pitchFamily="34" charset="0"/>
                <a:cs typeface="Lucida Sans Unicode" panose="020B0602030504020204" pitchFamily="34" charset="0"/>
              </a:rPr>
              <a:t>code</a:t>
            </a:r>
            <a:r>
              <a:rPr sz="2800" spc="-40" dirty="0">
                <a:solidFill>
                  <a:srgbClr val="006600"/>
                </a:solidFill>
                <a:latin typeface="Lucida Sans Unicode" panose="020B0602030504020204" pitchFamily="34" charset="0"/>
                <a:cs typeface="Lucida Sans Unicode" panose="020B0602030504020204" pitchFamily="34" charset="0"/>
              </a:rPr>
              <a:t> </a:t>
            </a:r>
            <a:r>
              <a:rPr sz="2800" dirty="0">
                <a:solidFill>
                  <a:srgbClr val="006600"/>
                </a:solidFill>
                <a:latin typeface="Lucida Sans Unicode" panose="020B0602030504020204" pitchFamily="34" charset="0"/>
                <a:cs typeface="Lucida Sans Unicode" panose="020B0602030504020204" pitchFamily="34" charset="0"/>
              </a:rPr>
              <a:t>that</a:t>
            </a:r>
            <a:r>
              <a:rPr sz="2800" spc="-40" dirty="0">
                <a:solidFill>
                  <a:srgbClr val="006600"/>
                </a:solidFill>
                <a:latin typeface="Lucida Sans Unicode" panose="020B0602030504020204" pitchFamily="34" charset="0"/>
                <a:cs typeface="Lucida Sans Unicode" panose="020B0602030504020204" pitchFamily="34" charset="0"/>
              </a:rPr>
              <a:t> </a:t>
            </a:r>
            <a:r>
              <a:rPr sz="2800" dirty="0">
                <a:solidFill>
                  <a:srgbClr val="006600"/>
                </a:solidFill>
                <a:latin typeface="Lucida Sans Unicode" panose="020B0602030504020204" pitchFamily="34" charset="0"/>
                <a:cs typeface="Lucida Sans Unicode" panose="020B0602030504020204" pitchFamily="34" charset="0"/>
              </a:rPr>
              <a:t>might</a:t>
            </a:r>
            <a:r>
              <a:rPr sz="2800" spc="-40" dirty="0">
                <a:solidFill>
                  <a:srgbClr val="006600"/>
                </a:solidFill>
                <a:latin typeface="Lucida Sans Unicode" panose="020B0602030504020204" pitchFamily="34" charset="0"/>
                <a:cs typeface="Lucida Sans Unicode" panose="020B0602030504020204" pitchFamily="34" charset="0"/>
              </a:rPr>
              <a:t> </a:t>
            </a:r>
            <a:r>
              <a:rPr sz="2800" dirty="0">
                <a:solidFill>
                  <a:srgbClr val="006600"/>
                </a:solidFill>
                <a:latin typeface="Lucida Sans Unicode" panose="020B0602030504020204" pitchFamily="34" charset="0"/>
                <a:cs typeface="Lucida Sans Unicode" panose="020B0602030504020204" pitchFamily="34" charset="0"/>
              </a:rPr>
              <a:t>indicate</a:t>
            </a:r>
            <a:r>
              <a:rPr sz="2800" spc="-40" dirty="0">
                <a:solidFill>
                  <a:srgbClr val="006600"/>
                </a:solidFill>
                <a:latin typeface="Lucida Sans Unicode" panose="020B0602030504020204" pitchFamily="34" charset="0"/>
                <a:cs typeface="Lucida Sans Unicode" panose="020B0602030504020204" pitchFamily="34" charset="0"/>
              </a:rPr>
              <a:t> </a:t>
            </a:r>
            <a:r>
              <a:rPr sz="2800" dirty="0">
                <a:solidFill>
                  <a:srgbClr val="006600"/>
                </a:solidFill>
                <a:latin typeface="Lucida Sans Unicode" panose="020B0602030504020204" pitchFamily="34" charset="0"/>
                <a:cs typeface="Lucida Sans Unicode" panose="020B0602030504020204" pitchFamily="34" charset="0"/>
              </a:rPr>
              <a:t>an</a:t>
            </a:r>
            <a:r>
              <a:rPr sz="2800" spc="-50" dirty="0">
                <a:solidFill>
                  <a:srgbClr val="006600"/>
                </a:solidFill>
                <a:latin typeface="Lucida Sans Unicode" panose="020B0602030504020204" pitchFamily="34" charset="0"/>
                <a:cs typeface="Lucida Sans Unicode" panose="020B0602030504020204" pitchFamily="34" charset="0"/>
              </a:rPr>
              <a:t> </a:t>
            </a:r>
            <a:r>
              <a:rPr sz="2800" spc="-20" dirty="0">
                <a:solidFill>
                  <a:srgbClr val="006600"/>
                </a:solidFill>
                <a:latin typeface="Lucida Sans Unicode" panose="020B0602030504020204" pitchFamily="34" charset="0"/>
                <a:cs typeface="Lucida Sans Unicode" panose="020B0602030504020204" pitchFamily="34" charset="0"/>
              </a:rPr>
              <a:t>erroneous 	</a:t>
            </a:r>
            <a:r>
              <a:rPr sz="2800" dirty="0">
                <a:solidFill>
                  <a:srgbClr val="006600"/>
                </a:solidFill>
                <a:latin typeface="Lucida Sans Unicode" panose="020B0602030504020204" pitchFamily="34" charset="0"/>
                <a:cs typeface="Lucida Sans Unicode" panose="020B0602030504020204" pitchFamily="34" charset="0"/>
              </a:rPr>
              <a:t>condition</a:t>
            </a:r>
            <a:r>
              <a:rPr sz="2800" spc="-60" dirty="0">
                <a:solidFill>
                  <a:srgbClr val="006600"/>
                </a:solidFill>
                <a:latin typeface="Lucida Sans Unicode" panose="020B0602030504020204" pitchFamily="34" charset="0"/>
                <a:cs typeface="Lucida Sans Unicode" panose="020B0602030504020204" pitchFamily="34" charset="0"/>
              </a:rPr>
              <a:t> </a:t>
            </a:r>
            <a:r>
              <a:rPr sz="2800" dirty="0">
                <a:solidFill>
                  <a:srgbClr val="006600"/>
                </a:solidFill>
                <a:latin typeface="Lucida Sans Unicode" panose="020B0602030504020204" pitchFamily="34" charset="0"/>
                <a:cs typeface="Lucida Sans Unicode" panose="020B0602030504020204" pitchFamily="34" charset="0"/>
              </a:rPr>
              <a:t>(e.g.</a:t>
            </a:r>
            <a:r>
              <a:rPr sz="2800" spc="-60" dirty="0">
                <a:solidFill>
                  <a:srgbClr val="006600"/>
                </a:solidFill>
                <a:latin typeface="Lucida Sans Unicode" panose="020B0602030504020204" pitchFamily="34" charset="0"/>
                <a:cs typeface="Lucida Sans Unicode" panose="020B0602030504020204" pitchFamily="34" charset="0"/>
              </a:rPr>
              <a:t> </a:t>
            </a:r>
            <a:r>
              <a:rPr sz="2800" dirty="0">
                <a:solidFill>
                  <a:srgbClr val="006600"/>
                </a:solidFill>
                <a:latin typeface="Lucida Sans Unicode" panose="020B0602030504020204" pitchFamily="34" charset="0"/>
                <a:cs typeface="Lucida Sans Unicode" panose="020B0602030504020204" pitchFamily="34" charset="0"/>
              </a:rPr>
              <a:t>an</a:t>
            </a:r>
            <a:r>
              <a:rPr sz="2800" spc="-50" dirty="0">
                <a:solidFill>
                  <a:srgbClr val="006600"/>
                </a:solidFill>
                <a:latin typeface="Lucida Sans Unicode" panose="020B0602030504020204" pitchFamily="34" charset="0"/>
                <a:cs typeface="Lucida Sans Unicode" panose="020B0602030504020204" pitchFamily="34" charset="0"/>
              </a:rPr>
              <a:t> </a:t>
            </a:r>
            <a:r>
              <a:rPr sz="2800" dirty="0">
                <a:solidFill>
                  <a:srgbClr val="006600"/>
                </a:solidFill>
                <a:latin typeface="Lucida Sans Unicode" panose="020B0602030504020204" pitchFamily="34" charset="0"/>
                <a:cs typeface="Lucida Sans Unicode" panose="020B0602030504020204" pitchFamily="34" charset="0"/>
              </a:rPr>
              <a:t>uninitialized</a:t>
            </a:r>
            <a:r>
              <a:rPr sz="2800" spc="-50" dirty="0">
                <a:solidFill>
                  <a:srgbClr val="006600"/>
                </a:solidFill>
                <a:latin typeface="Lucida Sans Unicode" panose="020B0602030504020204" pitchFamily="34" charset="0"/>
                <a:cs typeface="Lucida Sans Unicode" panose="020B0602030504020204" pitchFamily="34" charset="0"/>
              </a:rPr>
              <a:t> </a:t>
            </a:r>
            <a:r>
              <a:rPr sz="2800" dirty="0">
                <a:solidFill>
                  <a:srgbClr val="006600"/>
                </a:solidFill>
                <a:latin typeface="Lucida Sans Unicode" panose="020B0602030504020204" pitchFamily="34" charset="0"/>
                <a:cs typeface="Lucida Sans Unicode" panose="020B0602030504020204" pitchFamily="34" charset="0"/>
              </a:rPr>
              <a:t>variable)</a:t>
            </a:r>
            <a:r>
              <a:rPr sz="2800" spc="-50" dirty="0">
                <a:solidFill>
                  <a:srgbClr val="006600"/>
                </a:solidFill>
                <a:latin typeface="Lucida Sans Unicode" panose="020B0602030504020204" pitchFamily="34" charset="0"/>
                <a:cs typeface="Lucida Sans Unicode" panose="020B0602030504020204" pitchFamily="34" charset="0"/>
              </a:rPr>
              <a:t> or 	</a:t>
            </a:r>
            <a:r>
              <a:rPr sz="2800" spc="-20" dirty="0">
                <a:solidFill>
                  <a:srgbClr val="006600"/>
                </a:solidFill>
                <a:latin typeface="Lucida Sans Unicode" panose="020B0602030504020204" pitchFamily="34" charset="0"/>
                <a:cs typeface="Lucida Sans Unicode" panose="020B0602030504020204" pitchFamily="34" charset="0"/>
              </a:rPr>
              <a:t>non-</a:t>
            </a:r>
            <a:r>
              <a:rPr sz="2800" dirty="0">
                <a:solidFill>
                  <a:srgbClr val="006600"/>
                </a:solidFill>
                <a:latin typeface="Lucida Sans Unicode" panose="020B0602030504020204" pitchFamily="34" charset="0"/>
                <a:cs typeface="Lucida Sans Unicode" panose="020B0602030504020204" pitchFamily="34" charset="0"/>
              </a:rPr>
              <a:t>compliance</a:t>
            </a:r>
            <a:r>
              <a:rPr sz="2800" spc="-120" dirty="0">
                <a:solidFill>
                  <a:srgbClr val="006600"/>
                </a:solidFill>
                <a:latin typeface="Lucida Sans Unicode" panose="020B0602030504020204" pitchFamily="34" charset="0"/>
                <a:cs typeface="Lucida Sans Unicode" panose="020B0602030504020204" pitchFamily="34" charset="0"/>
              </a:rPr>
              <a:t> </a:t>
            </a:r>
            <a:r>
              <a:rPr sz="2800" dirty="0">
                <a:solidFill>
                  <a:srgbClr val="006600"/>
                </a:solidFill>
                <a:latin typeface="Lucida Sans Unicode" panose="020B0602030504020204" pitchFamily="34" charset="0"/>
                <a:cs typeface="Lucida Sans Unicode" panose="020B0602030504020204" pitchFamily="34" charset="0"/>
              </a:rPr>
              <a:t>with</a:t>
            </a:r>
            <a:r>
              <a:rPr sz="2800" spc="-120" dirty="0">
                <a:solidFill>
                  <a:srgbClr val="006600"/>
                </a:solidFill>
                <a:latin typeface="Lucida Sans Unicode" panose="020B0602030504020204" pitchFamily="34" charset="0"/>
                <a:cs typeface="Lucida Sans Unicode" panose="020B0602030504020204" pitchFamily="34" charset="0"/>
              </a:rPr>
              <a:t> </a:t>
            </a:r>
            <a:r>
              <a:rPr sz="2800" spc="-20" dirty="0">
                <a:solidFill>
                  <a:srgbClr val="006600"/>
                </a:solidFill>
                <a:latin typeface="Lucida Sans Unicode" panose="020B0602030504020204" pitchFamily="34" charset="0"/>
                <a:cs typeface="Lucida Sans Unicode" panose="020B0602030504020204" pitchFamily="34" charset="0"/>
              </a:rPr>
              <a:t>standards</a:t>
            </a:r>
            <a:endParaRPr sz="2800" dirty="0">
              <a:latin typeface="Lucida Sans Unicode" panose="020B0602030504020204" pitchFamily="34" charset="0"/>
              <a:cs typeface="Lucida Sans Unicode" panose="020B0602030504020204" pitchFamily="34"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8673462" y="20321"/>
            <a:ext cx="266700" cy="271869"/>
          </a:xfrm>
          <a:prstGeom prst="rect">
            <a:avLst/>
          </a:prstGeom>
        </p:spPr>
        <p:txBody>
          <a:bodyPr vert="horz" wrap="square" lIns="0" tIns="25400" rIns="0" bIns="0" rtlCol="0">
            <a:spAutoFit/>
          </a:bodyPr>
          <a:lstStyle/>
          <a:p>
            <a:pPr marL="25400">
              <a:spcBef>
                <a:spcPts val="200"/>
              </a:spcBef>
            </a:pPr>
            <a:r>
              <a:rPr sz="1600" spc="-50" dirty="0">
                <a:latin typeface="Comic Sans MS"/>
                <a:cs typeface="Comic Sans MS"/>
              </a:rPr>
              <a:t>10</a:t>
            </a:r>
            <a:endParaRPr sz="1600">
              <a:latin typeface="Comic Sans MS"/>
              <a:cs typeface="Comic Sans MS"/>
            </a:endParaRPr>
          </a:p>
        </p:txBody>
      </p:sp>
      <p:sp>
        <p:nvSpPr>
          <p:cNvPr id="3" name="object 3"/>
          <p:cNvSpPr txBox="1">
            <a:spLocks noGrp="1"/>
          </p:cNvSpPr>
          <p:nvPr>
            <p:ph type="title"/>
          </p:nvPr>
        </p:nvSpPr>
        <p:spPr>
          <a:xfrm>
            <a:off x="304800" y="381000"/>
            <a:ext cx="8301228" cy="641201"/>
          </a:xfrm>
          <a:prstGeom prst="rect">
            <a:avLst/>
          </a:prstGeom>
        </p:spPr>
        <p:txBody>
          <a:bodyPr vert="horz" wrap="square" lIns="0" tIns="25400" rIns="0" bIns="0" rtlCol="0">
            <a:spAutoFit/>
          </a:bodyPr>
          <a:lstStyle/>
          <a:p>
            <a:pPr marL="689610">
              <a:spcBef>
                <a:spcPts val="200"/>
              </a:spcBef>
            </a:pPr>
            <a:r>
              <a:rPr i="0" dirty="0"/>
              <a:t>Inspection</a:t>
            </a:r>
            <a:r>
              <a:rPr i="0" spc="-90" dirty="0"/>
              <a:t> </a:t>
            </a:r>
            <a:r>
              <a:rPr i="0" spc="-40" dirty="0"/>
              <a:t>pre-</a:t>
            </a:r>
            <a:r>
              <a:rPr i="0" spc="-20" dirty="0"/>
              <a:t>conditions</a:t>
            </a:r>
          </a:p>
        </p:txBody>
      </p:sp>
      <p:sp>
        <p:nvSpPr>
          <p:cNvPr id="4" name="object 4"/>
          <p:cNvSpPr txBox="1"/>
          <p:nvPr/>
        </p:nvSpPr>
        <p:spPr>
          <a:xfrm>
            <a:off x="457200" y="1414655"/>
            <a:ext cx="7433311" cy="3778727"/>
          </a:xfrm>
          <a:prstGeom prst="rect">
            <a:avLst/>
          </a:prstGeom>
        </p:spPr>
        <p:txBody>
          <a:bodyPr vert="horz" wrap="square" lIns="0" tIns="87630" rIns="0" bIns="0" rtlCol="0">
            <a:spAutoFit/>
          </a:bodyPr>
          <a:lstStyle/>
          <a:p>
            <a:pPr marL="368300" indent="-342900">
              <a:spcBef>
                <a:spcPts val="690"/>
              </a:spcBef>
              <a:buChar char="•"/>
              <a:tabLst>
                <a:tab pos="368300" algn="l"/>
              </a:tabLst>
            </a:pPr>
            <a:r>
              <a:rPr sz="2400" dirty="0">
                <a:solidFill>
                  <a:srgbClr val="006600"/>
                </a:solidFill>
                <a:latin typeface="Lucida Sans Unicode" panose="020B0602030504020204" pitchFamily="34" charset="0"/>
                <a:cs typeface="Lucida Sans Unicode" panose="020B0602030504020204" pitchFamily="34" charset="0"/>
              </a:rPr>
              <a:t>A</a:t>
            </a:r>
            <a:r>
              <a:rPr sz="2400" spc="-50" dirty="0">
                <a:solidFill>
                  <a:srgbClr val="006600"/>
                </a:solidFill>
                <a:latin typeface="Lucida Sans Unicode" panose="020B0602030504020204" pitchFamily="34" charset="0"/>
                <a:cs typeface="Lucida Sans Unicode" panose="020B0602030504020204" pitchFamily="34" charset="0"/>
              </a:rPr>
              <a:t> </a:t>
            </a:r>
            <a:r>
              <a:rPr sz="2400" dirty="0">
                <a:solidFill>
                  <a:srgbClr val="006600"/>
                </a:solidFill>
                <a:latin typeface="Lucida Sans Unicode" panose="020B0602030504020204" pitchFamily="34" charset="0"/>
                <a:cs typeface="Lucida Sans Unicode" panose="020B0602030504020204" pitchFamily="34" charset="0"/>
              </a:rPr>
              <a:t>precise</a:t>
            </a:r>
            <a:r>
              <a:rPr sz="2400" spc="-30" dirty="0">
                <a:solidFill>
                  <a:srgbClr val="006600"/>
                </a:solidFill>
                <a:latin typeface="Lucida Sans Unicode" panose="020B0602030504020204" pitchFamily="34" charset="0"/>
                <a:cs typeface="Lucida Sans Unicode" panose="020B0602030504020204" pitchFamily="34" charset="0"/>
              </a:rPr>
              <a:t> </a:t>
            </a:r>
            <a:r>
              <a:rPr sz="2400" dirty="0">
                <a:solidFill>
                  <a:srgbClr val="006600"/>
                </a:solidFill>
                <a:latin typeface="Lucida Sans Unicode" panose="020B0602030504020204" pitchFamily="34" charset="0"/>
                <a:cs typeface="Lucida Sans Unicode" panose="020B0602030504020204" pitchFamily="34" charset="0"/>
              </a:rPr>
              <a:t>specification</a:t>
            </a:r>
            <a:r>
              <a:rPr sz="2400" spc="-50" dirty="0">
                <a:solidFill>
                  <a:srgbClr val="006600"/>
                </a:solidFill>
                <a:latin typeface="Lucida Sans Unicode" panose="020B0602030504020204" pitchFamily="34" charset="0"/>
                <a:cs typeface="Lucida Sans Unicode" panose="020B0602030504020204" pitchFamily="34" charset="0"/>
              </a:rPr>
              <a:t> </a:t>
            </a:r>
            <a:r>
              <a:rPr sz="2400" dirty="0">
                <a:solidFill>
                  <a:srgbClr val="006600"/>
                </a:solidFill>
                <a:latin typeface="Lucida Sans Unicode" panose="020B0602030504020204" pitchFamily="34" charset="0"/>
                <a:cs typeface="Lucida Sans Unicode" panose="020B0602030504020204" pitchFamily="34" charset="0"/>
              </a:rPr>
              <a:t>must</a:t>
            </a:r>
            <a:r>
              <a:rPr sz="2400" spc="-30" dirty="0">
                <a:solidFill>
                  <a:srgbClr val="006600"/>
                </a:solidFill>
                <a:latin typeface="Lucida Sans Unicode" panose="020B0602030504020204" pitchFamily="34" charset="0"/>
                <a:cs typeface="Lucida Sans Unicode" panose="020B0602030504020204" pitchFamily="34" charset="0"/>
              </a:rPr>
              <a:t> </a:t>
            </a:r>
            <a:r>
              <a:rPr sz="2400" dirty="0">
                <a:solidFill>
                  <a:srgbClr val="006600"/>
                </a:solidFill>
                <a:latin typeface="Lucida Sans Unicode" panose="020B0602030504020204" pitchFamily="34" charset="0"/>
                <a:cs typeface="Lucida Sans Unicode" panose="020B0602030504020204" pitchFamily="34" charset="0"/>
              </a:rPr>
              <a:t>be</a:t>
            </a:r>
            <a:r>
              <a:rPr sz="2400" spc="-40" dirty="0">
                <a:solidFill>
                  <a:srgbClr val="006600"/>
                </a:solidFill>
                <a:latin typeface="Lucida Sans Unicode" panose="020B0602030504020204" pitchFamily="34" charset="0"/>
                <a:cs typeface="Lucida Sans Unicode" panose="020B0602030504020204" pitchFamily="34" charset="0"/>
              </a:rPr>
              <a:t> </a:t>
            </a:r>
            <a:r>
              <a:rPr sz="2400" spc="-20" dirty="0">
                <a:solidFill>
                  <a:srgbClr val="006600"/>
                </a:solidFill>
                <a:latin typeface="Lucida Sans Unicode" panose="020B0602030504020204" pitchFamily="34" charset="0"/>
                <a:cs typeface="Lucida Sans Unicode" panose="020B0602030504020204" pitchFamily="34" charset="0"/>
              </a:rPr>
              <a:t>available</a:t>
            </a:r>
            <a:endParaRPr sz="2400" dirty="0">
              <a:latin typeface="Lucida Sans Unicode" panose="020B0602030504020204" pitchFamily="34" charset="0"/>
              <a:cs typeface="Lucida Sans Unicode" panose="020B0602030504020204" pitchFamily="34" charset="0"/>
            </a:endParaRPr>
          </a:p>
          <a:p>
            <a:pPr marL="368300" marR="916940" indent="-342900">
              <a:lnSpc>
                <a:spcPct val="101499"/>
              </a:lnSpc>
              <a:spcBef>
                <a:spcPts val="458"/>
              </a:spcBef>
              <a:buChar char="•"/>
              <a:tabLst>
                <a:tab pos="368300" algn="l"/>
              </a:tabLst>
            </a:pPr>
            <a:r>
              <a:rPr sz="2400" dirty="0">
                <a:solidFill>
                  <a:srgbClr val="006600"/>
                </a:solidFill>
                <a:latin typeface="Lucida Sans Unicode" panose="020B0602030504020204" pitchFamily="34" charset="0"/>
                <a:cs typeface="Lucida Sans Unicode" panose="020B0602030504020204" pitchFamily="34" charset="0"/>
              </a:rPr>
              <a:t>Team</a:t>
            </a:r>
            <a:r>
              <a:rPr sz="2400" spc="-50" dirty="0">
                <a:solidFill>
                  <a:srgbClr val="006600"/>
                </a:solidFill>
                <a:latin typeface="Lucida Sans Unicode" panose="020B0602030504020204" pitchFamily="34" charset="0"/>
                <a:cs typeface="Lucida Sans Unicode" panose="020B0602030504020204" pitchFamily="34" charset="0"/>
              </a:rPr>
              <a:t> </a:t>
            </a:r>
            <a:r>
              <a:rPr sz="2400" dirty="0">
                <a:solidFill>
                  <a:srgbClr val="006600"/>
                </a:solidFill>
                <a:latin typeface="Lucida Sans Unicode" panose="020B0602030504020204" pitchFamily="34" charset="0"/>
                <a:cs typeface="Lucida Sans Unicode" panose="020B0602030504020204" pitchFamily="34" charset="0"/>
              </a:rPr>
              <a:t>members</a:t>
            </a:r>
            <a:r>
              <a:rPr sz="2400" spc="-50" dirty="0">
                <a:solidFill>
                  <a:srgbClr val="006600"/>
                </a:solidFill>
                <a:latin typeface="Lucida Sans Unicode" panose="020B0602030504020204" pitchFamily="34" charset="0"/>
                <a:cs typeface="Lucida Sans Unicode" panose="020B0602030504020204" pitchFamily="34" charset="0"/>
              </a:rPr>
              <a:t> </a:t>
            </a:r>
            <a:r>
              <a:rPr sz="2400" dirty="0">
                <a:solidFill>
                  <a:srgbClr val="006600"/>
                </a:solidFill>
                <a:latin typeface="Lucida Sans Unicode" panose="020B0602030504020204" pitchFamily="34" charset="0"/>
                <a:cs typeface="Lucida Sans Unicode" panose="020B0602030504020204" pitchFamily="34" charset="0"/>
              </a:rPr>
              <a:t>must</a:t>
            </a:r>
            <a:r>
              <a:rPr sz="2400" spc="-40" dirty="0">
                <a:solidFill>
                  <a:srgbClr val="006600"/>
                </a:solidFill>
                <a:latin typeface="Lucida Sans Unicode" panose="020B0602030504020204" pitchFamily="34" charset="0"/>
                <a:cs typeface="Lucida Sans Unicode" panose="020B0602030504020204" pitchFamily="34" charset="0"/>
              </a:rPr>
              <a:t> </a:t>
            </a:r>
            <a:r>
              <a:rPr sz="2400" dirty="0">
                <a:solidFill>
                  <a:srgbClr val="006600"/>
                </a:solidFill>
                <a:latin typeface="Lucida Sans Unicode" panose="020B0602030504020204" pitchFamily="34" charset="0"/>
                <a:cs typeface="Lucida Sans Unicode" panose="020B0602030504020204" pitchFamily="34" charset="0"/>
              </a:rPr>
              <a:t>be</a:t>
            </a:r>
            <a:r>
              <a:rPr sz="2400" spc="-40" dirty="0">
                <a:solidFill>
                  <a:srgbClr val="006600"/>
                </a:solidFill>
                <a:latin typeface="Lucida Sans Unicode" panose="020B0602030504020204" pitchFamily="34" charset="0"/>
                <a:cs typeface="Lucida Sans Unicode" panose="020B0602030504020204" pitchFamily="34" charset="0"/>
              </a:rPr>
              <a:t> </a:t>
            </a:r>
            <a:r>
              <a:rPr sz="2400" dirty="0">
                <a:solidFill>
                  <a:srgbClr val="006600"/>
                </a:solidFill>
                <a:latin typeface="Lucida Sans Unicode" panose="020B0602030504020204" pitchFamily="34" charset="0"/>
                <a:cs typeface="Lucida Sans Unicode" panose="020B0602030504020204" pitchFamily="34" charset="0"/>
              </a:rPr>
              <a:t>familiar</a:t>
            </a:r>
            <a:r>
              <a:rPr sz="2400" spc="-50" dirty="0">
                <a:solidFill>
                  <a:srgbClr val="006600"/>
                </a:solidFill>
                <a:latin typeface="Lucida Sans Unicode" panose="020B0602030504020204" pitchFamily="34" charset="0"/>
                <a:cs typeface="Lucida Sans Unicode" panose="020B0602030504020204" pitchFamily="34" charset="0"/>
              </a:rPr>
              <a:t> </a:t>
            </a:r>
            <a:r>
              <a:rPr sz="2400" dirty="0">
                <a:solidFill>
                  <a:srgbClr val="006600"/>
                </a:solidFill>
                <a:latin typeface="Lucida Sans Unicode" panose="020B0602030504020204" pitchFamily="34" charset="0"/>
                <a:cs typeface="Lucida Sans Unicode" panose="020B0602030504020204" pitchFamily="34" charset="0"/>
              </a:rPr>
              <a:t>with</a:t>
            </a:r>
            <a:r>
              <a:rPr sz="2400" spc="-50" dirty="0">
                <a:solidFill>
                  <a:srgbClr val="006600"/>
                </a:solidFill>
                <a:latin typeface="Lucida Sans Unicode" panose="020B0602030504020204" pitchFamily="34" charset="0"/>
                <a:cs typeface="Lucida Sans Unicode" panose="020B0602030504020204" pitchFamily="34" charset="0"/>
              </a:rPr>
              <a:t> the </a:t>
            </a:r>
            <a:r>
              <a:rPr sz="2400" dirty="0">
                <a:solidFill>
                  <a:srgbClr val="006600"/>
                </a:solidFill>
                <a:latin typeface="Lucida Sans Unicode" panose="020B0602030504020204" pitchFamily="34" charset="0"/>
                <a:cs typeface="Lucida Sans Unicode" panose="020B0602030504020204" pitchFamily="34" charset="0"/>
              </a:rPr>
              <a:t>organization</a:t>
            </a:r>
            <a:r>
              <a:rPr sz="2400" spc="-90" dirty="0">
                <a:solidFill>
                  <a:srgbClr val="006600"/>
                </a:solidFill>
                <a:latin typeface="Lucida Sans Unicode" panose="020B0602030504020204" pitchFamily="34" charset="0"/>
                <a:cs typeface="Lucida Sans Unicode" panose="020B0602030504020204" pitchFamily="34" charset="0"/>
              </a:rPr>
              <a:t> </a:t>
            </a:r>
            <a:r>
              <a:rPr sz="2400" spc="-20" dirty="0">
                <a:solidFill>
                  <a:srgbClr val="006600"/>
                </a:solidFill>
                <a:latin typeface="Lucida Sans Unicode" panose="020B0602030504020204" pitchFamily="34" charset="0"/>
                <a:cs typeface="Lucida Sans Unicode" panose="020B0602030504020204" pitchFamily="34" charset="0"/>
              </a:rPr>
              <a:t>standards</a:t>
            </a:r>
            <a:endParaRPr sz="2400" dirty="0">
              <a:latin typeface="Lucida Sans Unicode" panose="020B0602030504020204" pitchFamily="34" charset="0"/>
              <a:cs typeface="Lucida Sans Unicode" panose="020B0602030504020204" pitchFamily="34" charset="0"/>
            </a:endParaRPr>
          </a:p>
          <a:p>
            <a:pPr marL="368300" indent="-342900">
              <a:spcBef>
                <a:spcPts val="590"/>
              </a:spcBef>
              <a:buChar char="•"/>
              <a:tabLst>
                <a:tab pos="368300" algn="l"/>
              </a:tabLst>
            </a:pPr>
            <a:r>
              <a:rPr sz="2400" dirty="0">
                <a:solidFill>
                  <a:srgbClr val="006600"/>
                </a:solidFill>
                <a:latin typeface="Lucida Sans Unicode" panose="020B0602030504020204" pitchFamily="34" charset="0"/>
                <a:cs typeface="Lucida Sans Unicode" panose="020B0602030504020204" pitchFamily="34" charset="0"/>
              </a:rPr>
              <a:t>Syntactically</a:t>
            </a:r>
            <a:r>
              <a:rPr sz="2400" spc="-30" dirty="0">
                <a:solidFill>
                  <a:srgbClr val="006600"/>
                </a:solidFill>
                <a:latin typeface="Lucida Sans Unicode" panose="020B0602030504020204" pitchFamily="34" charset="0"/>
                <a:cs typeface="Lucida Sans Unicode" panose="020B0602030504020204" pitchFamily="34" charset="0"/>
              </a:rPr>
              <a:t> </a:t>
            </a:r>
            <a:r>
              <a:rPr sz="2400" dirty="0">
                <a:solidFill>
                  <a:srgbClr val="006600"/>
                </a:solidFill>
                <a:latin typeface="Lucida Sans Unicode" panose="020B0602030504020204" pitchFamily="34" charset="0"/>
                <a:cs typeface="Lucida Sans Unicode" panose="020B0602030504020204" pitchFamily="34" charset="0"/>
              </a:rPr>
              <a:t>correct</a:t>
            </a:r>
            <a:r>
              <a:rPr sz="2400" spc="-30" dirty="0">
                <a:solidFill>
                  <a:srgbClr val="006600"/>
                </a:solidFill>
                <a:latin typeface="Lucida Sans Unicode" panose="020B0602030504020204" pitchFamily="34" charset="0"/>
                <a:cs typeface="Lucida Sans Unicode" panose="020B0602030504020204" pitchFamily="34" charset="0"/>
              </a:rPr>
              <a:t> </a:t>
            </a:r>
            <a:r>
              <a:rPr sz="2400" dirty="0">
                <a:solidFill>
                  <a:srgbClr val="006600"/>
                </a:solidFill>
                <a:latin typeface="Lucida Sans Unicode" panose="020B0602030504020204" pitchFamily="34" charset="0"/>
                <a:cs typeface="Lucida Sans Unicode" panose="020B0602030504020204" pitchFamily="34" charset="0"/>
              </a:rPr>
              <a:t>code</a:t>
            </a:r>
            <a:r>
              <a:rPr sz="2400" spc="-20" dirty="0">
                <a:solidFill>
                  <a:srgbClr val="006600"/>
                </a:solidFill>
                <a:latin typeface="Lucida Sans Unicode" panose="020B0602030504020204" pitchFamily="34" charset="0"/>
                <a:cs typeface="Lucida Sans Unicode" panose="020B0602030504020204" pitchFamily="34" charset="0"/>
              </a:rPr>
              <a:t> </a:t>
            </a:r>
            <a:r>
              <a:rPr sz="2400" dirty="0">
                <a:solidFill>
                  <a:srgbClr val="006600"/>
                </a:solidFill>
                <a:latin typeface="Lucida Sans Unicode" panose="020B0602030504020204" pitchFamily="34" charset="0"/>
                <a:cs typeface="Lucida Sans Unicode" panose="020B0602030504020204" pitchFamily="34" charset="0"/>
              </a:rPr>
              <a:t>must</a:t>
            </a:r>
            <a:r>
              <a:rPr sz="2400" spc="-30" dirty="0">
                <a:solidFill>
                  <a:srgbClr val="006600"/>
                </a:solidFill>
                <a:latin typeface="Lucida Sans Unicode" panose="020B0602030504020204" pitchFamily="34" charset="0"/>
                <a:cs typeface="Lucida Sans Unicode" panose="020B0602030504020204" pitchFamily="34" charset="0"/>
              </a:rPr>
              <a:t> </a:t>
            </a:r>
            <a:r>
              <a:rPr sz="2400" dirty="0">
                <a:solidFill>
                  <a:srgbClr val="006600"/>
                </a:solidFill>
                <a:latin typeface="Lucida Sans Unicode" panose="020B0602030504020204" pitchFamily="34" charset="0"/>
                <a:cs typeface="Lucida Sans Unicode" panose="020B0602030504020204" pitchFamily="34" charset="0"/>
              </a:rPr>
              <a:t>be</a:t>
            </a:r>
            <a:r>
              <a:rPr sz="2400" spc="-30" dirty="0">
                <a:solidFill>
                  <a:srgbClr val="006600"/>
                </a:solidFill>
                <a:latin typeface="Lucida Sans Unicode" panose="020B0602030504020204" pitchFamily="34" charset="0"/>
                <a:cs typeface="Lucida Sans Unicode" panose="020B0602030504020204" pitchFamily="34" charset="0"/>
              </a:rPr>
              <a:t> </a:t>
            </a:r>
            <a:r>
              <a:rPr sz="2400" spc="-20" dirty="0">
                <a:solidFill>
                  <a:srgbClr val="006600"/>
                </a:solidFill>
                <a:latin typeface="Lucida Sans Unicode" panose="020B0602030504020204" pitchFamily="34" charset="0"/>
                <a:cs typeface="Lucida Sans Unicode" panose="020B0602030504020204" pitchFamily="34" charset="0"/>
              </a:rPr>
              <a:t>available</a:t>
            </a:r>
            <a:endParaRPr sz="2400" dirty="0">
              <a:latin typeface="Lucida Sans Unicode" panose="020B0602030504020204" pitchFamily="34" charset="0"/>
              <a:cs typeface="Lucida Sans Unicode" panose="020B0602030504020204" pitchFamily="34" charset="0"/>
            </a:endParaRPr>
          </a:p>
          <a:p>
            <a:pPr marL="368300" indent="-342900">
              <a:spcBef>
                <a:spcPts val="520"/>
              </a:spcBef>
              <a:buChar char="•"/>
              <a:tabLst>
                <a:tab pos="368300" algn="l"/>
              </a:tabLst>
            </a:pPr>
            <a:r>
              <a:rPr sz="2400" dirty="0">
                <a:solidFill>
                  <a:srgbClr val="006600"/>
                </a:solidFill>
                <a:latin typeface="Lucida Sans Unicode" panose="020B0602030504020204" pitchFamily="34" charset="0"/>
                <a:cs typeface="Lucida Sans Unicode" panose="020B0602030504020204" pitchFamily="34" charset="0"/>
              </a:rPr>
              <a:t>An</a:t>
            </a:r>
            <a:r>
              <a:rPr sz="2400" spc="-30" dirty="0">
                <a:solidFill>
                  <a:srgbClr val="006600"/>
                </a:solidFill>
                <a:latin typeface="Lucida Sans Unicode" panose="020B0602030504020204" pitchFamily="34" charset="0"/>
                <a:cs typeface="Lucida Sans Unicode" panose="020B0602030504020204" pitchFamily="34" charset="0"/>
              </a:rPr>
              <a:t> </a:t>
            </a:r>
            <a:r>
              <a:rPr sz="2400" dirty="0">
                <a:solidFill>
                  <a:srgbClr val="006600"/>
                </a:solidFill>
                <a:latin typeface="Lucida Sans Unicode" panose="020B0602030504020204" pitchFamily="34" charset="0"/>
                <a:cs typeface="Lucida Sans Unicode" panose="020B0602030504020204" pitchFamily="34" charset="0"/>
              </a:rPr>
              <a:t>error</a:t>
            </a:r>
            <a:r>
              <a:rPr sz="2400" spc="-20" dirty="0">
                <a:solidFill>
                  <a:srgbClr val="006600"/>
                </a:solidFill>
                <a:latin typeface="Lucida Sans Unicode" panose="020B0602030504020204" pitchFamily="34" charset="0"/>
                <a:cs typeface="Lucida Sans Unicode" panose="020B0602030504020204" pitchFamily="34" charset="0"/>
              </a:rPr>
              <a:t> </a:t>
            </a:r>
            <a:r>
              <a:rPr sz="2400" dirty="0">
                <a:solidFill>
                  <a:srgbClr val="006600"/>
                </a:solidFill>
                <a:latin typeface="Lucida Sans Unicode" panose="020B0602030504020204" pitchFamily="34" charset="0"/>
                <a:cs typeface="Lucida Sans Unicode" panose="020B0602030504020204" pitchFamily="34" charset="0"/>
              </a:rPr>
              <a:t>checklist</a:t>
            </a:r>
            <a:r>
              <a:rPr sz="2400" spc="-20" dirty="0">
                <a:solidFill>
                  <a:srgbClr val="006600"/>
                </a:solidFill>
                <a:latin typeface="Lucida Sans Unicode" panose="020B0602030504020204" pitchFamily="34" charset="0"/>
                <a:cs typeface="Lucida Sans Unicode" panose="020B0602030504020204" pitchFamily="34" charset="0"/>
              </a:rPr>
              <a:t> </a:t>
            </a:r>
            <a:r>
              <a:rPr sz="2400" dirty="0">
                <a:solidFill>
                  <a:srgbClr val="006600"/>
                </a:solidFill>
                <a:latin typeface="Lucida Sans Unicode" panose="020B0602030504020204" pitchFamily="34" charset="0"/>
                <a:cs typeface="Lucida Sans Unicode" panose="020B0602030504020204" pitchFamily="34" charset="0"/>
              </a:rPr>
              <a:t>should</a:t>
            </a:r>
            <a:r>
              <a:rPr sz="2400" spc="-20" dirty="0">
                <a:solidFill>
                  <a:srgbClr val="006600"/>
                </a:solidFill>
                <a:latin typeface="Lucida Sans Unicode" panose="020B0602030504020204" pitchFamily="34" charset="0"/>
                <a:cs typeface="Lucida Sans Unicode" panose="020B0602030504020204" pitchFamily="34" charset="0"/>
              </a:rPr>
              <a:t> </a:t>
            </a:r>
            <a:r>
              <a:rPr sz="2400" dirty="0">
                <a:solidFill>
                  <a:srgbClr val="006600"/>
                </a:solidFill>
                <a:latin typeface="Lucida Sans Unicode" panose="020B0602030504020204" pitchFamily="34" charset="0"/>
                <a:cs typeface="Lucida Sans Unicode" panose="020B0602030504020204" pitchFamily="34" charset="0"/>
              </a:rPr>
              <a:t>be</a:t>
            </a:r>
            <a:r>
              <a:rPr sz="2400" spc="-20" dirty="0">
                <a:solidFill>
                  <a:srgbClr val="006600"/>
                </a:solidFill>
                <a:latin typeface="Lucida Sans Unicode" panose="020B0602030504020204" pitchFamily="34" charset="0"/>
                <a:cs typeface="Lucida Sans Unicode" panose="020B0602030504020204" pitchFamily="34" charset="0"/>
              </a:rPr>
              <a:t> prepared</a:t>
            </a:r>
            <a:endParaRPr sz="2400" dirty="0">
              <a:latin typeface="Lucida Sans Unicode" panose="020B0602030504020204" pitchFamily="34" charset="0"/>
              <a:cs typeface="Lucida Sans Unicode" panose="020B0602030504020204" pitchFamily="34" charset="0"/>
            </a:endParaRPr>
          </a:p>
          <a:p>
            <a:pPr marL="368300" marR="383540" indent="-342900">
              <a:lnSpc>
                <a:spcPts val="2820"/>
              </a:lnSpc>
              <a:spcBef>
                <a:spcPts val="768"/>
              </a:spcBef>
              <a:buChar char="•"/>
              <a:tabLst>
                <a:tab pos="368300" algn="l"/>
              </a:tabLst>
            </a:pPr>
            <a:r>
              <a:rPr sz="2400" dirty="0">
                <a:solidFill>
                  <a:srgbClr val="006600"/>
                </a:solidFill>
                <a:latin typeface="Lucida Sans Unicode" panose="020B0602030504020204" pitchFamily="34" charset="0"/>
                <a:cs typeface="Lucida Sans Unicode" panose="020B0602030504020204" pitchFamily="34" charset="0"/>
              </a:rPr>
              <a:t>Management</a:t>
            </a:r>
            <a:r>
              <a:rPr sz="2400" spc="-40" dirty="0">
                <a:solidFill>
                  <a:srgbClr val="006600"/>
                </a:solidFill>
                <a:latin typeface="Lucida Sans Unicode" panose="020B0602030504020204" pitchFamily="34" charset="0"/>
                <a:cs typeface="Lucida Sans Unicode" panose="020B0602030504020204" pitchFamily="34" charset="0"/>
              </a:rPr>
              <a:t> </a:t>
            </a:r>
            <a:r>
              <a:rPr sz="2400" dirty="0">
                <a:solidFill>
                  <a:srgbClr val="006600"/>
                </a:solidFill>
                <a:latin typeface="Lucida Sans Unicode" panose="020B0602030504020204" pitchFamily="34" charset="0"/>
                <a:cs typeface="Lucida Sans Unicode" panose="020B0602030504020204" pitchFamily="34" charset="0"/>
              </a:rPr>
              <a:t>must</a:t>
            </a:r>
            <a:r>
              <a:rPr sz="2400" spc="-30" dirty="0">
                <a:solidFill>
                  <a:srgbClr val="006600"/>
                </a:solidFill>
                <a:latin typeface="Lucida Sans Unicode" panose="020B0602030504020204" pitchFamily="34" charset="0"/>
                <a:cs typeface="Lucida Sans Unicode" panose="020B0602030504020204" pitchFamily="34" charset="0"/>
              </a:rPr>
              <a:t> </a:t>
            </a:r>
            <a:r>
              <a:rPr sz="2400" dirty="0">
                <a:solidFill>
                  <a:srgbClr val="006600"/>
                </a:solidFill>
                <a:latin typeface="Lucida Sans Unicode" panose="020B0602030504020204" pitchFamily="34" charset="0"/>
                <a:cs typeface="Lucida Sans Unicode" panose="020B0602030504020204" pitchFamily="34" charset="0"/>
              </a:rPr>
              <a:t>accept</a:t>
            </a:r>
            <a:r>
              <a:rPr sz="2400" spc="-40" dirty="0">
                <a:solidFill>
                  <a:srgbClr val="006600"/>
                </a:solidFill>
                <a:latin typeface="Lucida Sans Unicode" panose="020B0602030504020204" pitchFamily="34" charset="0"/>
                <a:cs typeface="Lucida Sans Unicode" panose="020B0602030504020204" pitchFamily="34" charset="0"/>
              </a:rPr>
              <a:t> </a:t>
            </a:r>
            <a:r>
              <a:rPr sz="2400" dirty="0">
                <a:solidFill>
                  <a:srgbClr val="006600"/>
                </a:solidFill>
                <a:latin typeface="Lucida Sans Unicode" panose="020B0602030504020204" pitchFamily="34" charset="0"/>
                <a:cs typeface="Lucida Sans Unicode" panose="020B0602030504020204" pitchFamily="34" charset="0"/>
              </a:rPr>
              <a:t>that</a:t>
            </a:r>
            <a:r>
              <a:rPr sz="2400" spc="-30" dirty="0">
                <a:solidFill>
                  <a:srgbClr val="006600"/>
                </a:solidFill>
                <a:latin typeface="Lucida Sans Unicode" panose="020B0602030504020204" pitchFamily="34" charset="0"/>
                <a:cs typeface="Lucida Sans Unicode" panose="020B0602030504020204" pitchFamily="34" charset="0"/>
              </a:rPr>
              <a:t> </a:t>
            </a:r>
            <a:r>
              <a:rPr sz="2400" dirty="0">
                <a:solidFill>
                  <a:srgbClr val="006600"/>
                </a:solidFill>
                <a:latin typeface="Lucida Sans Unicode" panose="020B0602030504020204" pitchFamily="34" charset="0"/>
                <a:cs typeface="Lucida Sans Unicode" panose="020B0602030504020204" pitchFamily="34" charset="0"/>
              </a:rPr>
              <a:t>inspection</a:t>
            </a:r>
            <a:r>
              <a:rPr sz="2400" spc="-50" dirty="0">
                <a:solidFill>
                  <a:srgbClr val="006600"/>
                </a:solidFill>
                <a:latin typeface="Lucida Sans Unicode" panose="020B0602030504020204" pitchFamily="34" charset="0"/>
                <a:cs typeface="Lucida Sans Unicode" panose="020B0602030504020204" pitchFamily="34" charset="0"/>
              </a:rPr>
              <a:t> </a:t>
            </a:r>
            <a:r>
              <a:rPr sz="2400" spc="-40" dirty="0">
                <a:solidFill>
                  <a:srgbClr val="006600"/>
                </a:solidFill>
                <a:latin typeface="Lucida Sans Unicode" panose="020B0602030504020204" pitchFamily="34" charset="0"/>
                <a:cs typeface="Lucida Sans Unicode" panose="020B0602030504020204" pitchFamily="34" charset="0"/>
              </a:rPr>
              <a:t>will </a:t>
            </a:r>
            <a:r>
              <a:rPr sz="2400" dirty="0">
                <a:solidFill>
                  <a:srgbClr val="006600"/>
                </a:solidFill>
                <a:latin typeface="Lucida Sans Unicode" panose="020B0602030504020204" pitchFamily="34" charset="0"/>
                <a:cs typeface="Lucida Sans Unicode" panose="020B0602030504020204" pitchFamily="34" charset="0"/>
              </a:rPr>
              <a:t>increase</a:t>
            </a:r>
            <a:r>
              <a:rPr sz="2400" spc="-60" dirty="0">
                <a:solidFill>
                  <a:srgbClr val="006600"/>
                </a:solidFill>
                <a:latin typeface="Lucida Sans Unicode" panose="020B0602030504020204" pitchFamily="34" charset="0"/>
                <a:cs typeface="Lucida Sans Unicode" panose="020B0602030504020204" pitchFamily="34" charset="0"/>
              </a:rPr>
              <a:t> </a:t>
            </a:r>
            <a:r>
              <a:rPr sz="2400" dirty="0">
                <a:solidFill>
                  <a:srgbClr val="006600"/>
                </a:solidFill>
                <a:latin typeface="Lucida Sans Unicode" panose="020B0602030504020204" pitchFamily="34" charset="0"/>
                <a:cs typeface="Lucida Sans Unicode" panose="020B0602030504020204" pitchFamily="34" charset="0"/>
              </a:rPr>
              <a:t>costs</a:t>
            </a:r>
            <a:r>
              <a:rPr sz="2400" spc="-50" dirty="0">
                <a:solidFill>
                  <a:srgbClr val="006600"/>
                </a:solidFill>
                <a:latin typeface="Lucida Sans Unicode" panose="020B0602030504020204" pitchFamily="34" charset="0"/>
                <a:cs typeface="Lucida Sans Unicode" panose="020B0602030504020204" pitchFamily="34" charset="0"/>
              </a:rPr>
              <a:t> </a:t>
            </a:r>
            <a:r>
              <a:rPr sz="2400" dirty="0">
                <a:solidFill>
                  <a:srgbClr val="006600"/>
                </a:solidFill>
                <a:latin typeface="Lucida Sans Unicode" panose="020B0602030504020204" pitchFamily="34" charset="0"/>
                <a:cs typeface="Lucida Sans Unicode" panose="020B0602030504020204" pitchFamily="34" charset="0"/>
              </a:rPr>
              <a:t>early</a:t>
            </a:r>
            <a:r>
              <a:rPr sz="2400" spc="-60" dirty="0">
                <a:solidFill>
                  <a:srgbClr val="006600"/>
                </a:solidFill>
                <a:latin typeface="Lucida Sans Unicode" panose="020B0602030504020204" pitchFamily="34" charset="0"/>
                <a:cs typeface="Lucida Sans Unicode" panose="020B0602030504020204" pitchFamily="34" charset="0"/>
              </a:rPr>
              <a:t> </a:t>
            </a:r>
            <a:r>
              <a:rPr sz="2400" dirty="0">
                <a:solidFill>
                  <a:srgbClr val="006600"/>
                </a:solidFill>
                <a:latin typeface="Lucida Sans Unicode" panose="020B0602030504020204" pitchFamily="34" charset="0"/>
                <a:cs typeface="Lucida Sans Unicode" panose="020B0602030504020204" pitchFamily="34" charset="0"/>
              </a:rPr>
              <a:t>in</a:t>
            </a:r>
            <a:r>
              <a:rPr sz="2400" spc="-50" dirty="0">
                <a:solidFill>
                  <a:srgbClr val="006600"/>
                </a:solidFill>
                <a:latin typeface="Lucida Sans Unicode" panose="020B0602030504020204" pitchFamily="34" charset="0"/>
                <a:cs typeface="Lucida Sans Unicode" panose="020B0602030504020204" pitchFamily="34" charset="0"/>
              </a:rPr>
              <a:t> </a:t>
            </a:r>
            <a:r>
              <a:rPr sz="2400" dirty="0">
                <a:solidFill>
                  <a:srgbClr val="006600"/>
                </a:solidFill>
                <a:latin typeface="Lucida Sans Unicode" panose="020B0602030504020204" pitchFamily="34" charset="0"/>
                <a:cs typeface="Lucida Sans Unicode" panose="020B0602030504020204" pitchFamily="34" charset="0"/>
              </a:rPr>
              <a:t>the</a:t>
            </a:r>
            <a:r>
              <a:rPr sz="2400" spc="-50" dirty="0">
                <a:solidFill>
                  <a:srgbClr val="006600"/>
                </a:solidFill>
                <a:latin typeface="Lucida Sans Unicode" panose="020B0602030504020204" pitchFamily="34" charset="0"/>
                <a:cs typeface="Lucida Sans Unicode" panose="020B0602030504020204" pitchFamily="34" charset="0"/>
              </a:rPr>
              <a:t> </a:t>
            </a:r>
            <a:r>
              <a:rPr sz="2400" dirty="0">
                <a:solidFill>
                  <a:srgbClr val="006600"/>
                </a:solidFill>
                <a:latin typeface="Lucida Sans Unicode" panose="020B0602030504020204" pitchFamily="34" charset="0"/>
                <a:cs typeface="Lucida Sans Unicode" panose="020B0602030504020204" pitchFamily="34" charset="0"/>
              </a:rPr>
              <a:t>software</a:t>
            </a:r>
            <a:r>
              <a:rPr sz="2400" spc="-60" dirty="0">
                <a:solidFill>
                  <a:srgbClr val="006600"/>
                </a:solidFill>
                <a:latin typeface="Lucida Sans Unicode" panose="020B0602030504020204" pitchFamily="34" charset="0"/>
                <a:cs typeface="Lucida Sans Unicode" panose="020B0602030504020204" pitchFamily="34" charset="0"/>
              </a:rPr>
              <a:t> </a:t>
            </a:r>
            <a:r>
              <a:rPr sz="2400" spc="-20" dirty="0">
                <a:solidFill>
                  <a:srgbClr val="006600"/>
                </a:solidFill>
                <a:latin typeface="Lucida Sans Unicode" panose="020B0602030504020204" pitchFamily="34" charset="0"/>
                <a:cs typeface="Lucida Sans Unicode" panose="020B0602030504020204" pitchFamily="34" charset="0"/>
              </a:rPr>
              <a:t>process</a:t>
            </a:r>
            <a:endParaRPr sz="2400" dirty="0">
              <a:latin typeface="Lucida Sans Unicode" panose="020B0602030504020204" pitchFamily="34" charset="0"/>
              <a:cs typeface="Lucida Sans Unicode" panose="020B0602030504020204" pitchFamily="34" charset="0"/>
            </a:endParaRPr>
          </a:p>
          <a:p>
            <a:pPr marL="368300" marR="10160" indent="-342900">
              <a:lnSpc>
                <a:spcPct val="101499"/>
              </a:lnSpc>
              <a:spcBef>
                <a:spcPts val="470"/>
              </a:spcBef>
              <a:buChar char="•"/>
              <a:tabLst>
                <a:tab pos="368300" algn="l"/>
              </a:tabLst>
            </a:pPr>
            <a:r>
              <a:rPr sz="2400" dirty="0">
                <a:solidFill>
                  <a:srgbClr val="006600"/>
                </a:solidFill>
                <a:latin typeface="Lucida Sans Unicode" panose="020B0602030504020204" pitchFamily="34" charset="0"/>
                <a:cs typeface="Lucida Sans Unicode" panose="020B0602030504020204" pitchFamily="34" charset="0"/>
              </a:rPr>
              <a:t>Management</a:t>
            </a:r>
            <a:r>
              <a:rPr sz="2400" spc="-40" dirty="0">
                <a:solidFill>
                  <a:srgbClr val="006600"/>
                </a:solidFill>
                <a:latin typeface="Lucida Sans Unicode" panose="020B0602030504020204" pitchFamily="34" charset="0"/>
                <a:cs typeface="Lucida Sans Unicode" panose="020B0602030504020204" pitchFamily="34" charset="0"/>
              </a:rPr>
              <a:t> </a:t>
            </a:r>
            <a:r>
              <a:rPr sz="2400" dirty="0">
                <a:solidFill>
                  <a:srgbClr val="006600"/>
                </a:solidFill>
                <a:latin typeface="Lucida Sans Unicode" panose="020B0602030504020204" pitchFamily="34" charset="0"/>
                <a:cs typeface="Lucida Sans Unicode" panose="020B0602030504020204" pitchFamily="34" charset="0"/>
              </a:rPr>
              <a:t>must</a:t>
            </a:r>
            <a:r>
              <a:rPr sz="2400" spc="-40" dirty="0">
                <a:solidFill>
                  <a:srgbClr val="006600"/>
                </a:solidFill>
                <a:latin typeface="Lucida Sans Unicode" panose="020B0602030504020204" pitchFamily="34" charset="0"/>
                <a:cs typeface="Lucida Sans Unicode" panose="020B0602030504020204" pitchFamily="34" charset="0"/>
              </a:rPr>
              <a:t> </a:t>
            </a:r>
            <a:r>
              <a:rPr sz="2400" dirty="0">
                <a:solidFill>
                  <a:srgbClr val="006600"/>
                </a:solidFill>
                <a:latin typeface="Lucida Sans Unicode" panose="020B0602030504020204" pitchFamily="34" charset="0"/>
                <a:cs typeface="Lucida Sans Unicode" panose="020B0602030504020204" pitchFamily="34" charset="0"/>
              </a:rPr>
              <a:t>not</a:t>
            </a:r>
            <a:r>
              <a:rPr sz="2400" spc="-40" dirty="0">
                <a:solidFill>
                  <a:srgbClr val="006600"/>
                </a:solidFill>
                <a:latin typeface="Lucida Sans Unicode" panose="020B0602030504020204" pitchFamily="34" charset="0"/>
                <a:cs typeface="Lucida Sans Unicode" panose="020B0602030504020204" pitchFamily="34" charset="0"/>
              </a:rPr>
              <a:t> </a:t>
            </a:r>
            <a:r>
              <a:rPr sz="2400" dirty="0">
                <a:solidFill>
                  <a:srgbClr val="006600"/>
                </a:solidFill>
                <a:latin typeface="Lucida Sans Unicode" panose="020B0602030504020204" pitchFamily="34" charset="0"/>
                <a:cs typeface="Lucida Sans Unicode" panose="020B0602030504020204" pitchFamily="34" charset="0"/>
              </a:rPr>
              <a:t>use</a:t>
            </a:r>
            <a:r>
              <a:rPr sz="2400" spc="-30" dirty="0">
                <a:solidFill>
                  <a:srgbClr val="006600"/>
                </a:solidFill>
                <a:latin typeface="Lucida Sans Unicode" panose="020B0602030504020204" pitchFamily="34" charset="0"/>
                <a:cs typeface="Lucida Sans Unicode" panose="020B0602030504020204" pitchFamily="34" charset="0"/>
              </a:rPr>
              <a:t> </a:t>
            </a:r>
            <a:r>
              <a:rPr sz="2400" dirty="0">
                <a:solidFill>
                  <a:srgbClr val="006600"/>
                </a:solidFill>
                <a:latin typeface="Lucida Sans Unicode" panose="020B0602030504020204" pitchFamily="34" charset="0"/>
                <a:cs typeface="Lucida Sans Unicode" panose="020B0602030504020204" pitchFamily="34" charset="0"/>
              </a:rPr>
              <a:t>inspections</a:t>
            </a:r>
            <a:r>
              <a:rPr sz="2400" spc="-50" dirty="0">
                <a:solidFill>
                  <a:srgbClr val="006600"/>
                </a:solidFill>
                <a:latin typeface="Lucida Sans Unicode" panose="020B0602030504020204" pitchFamily="34" charset="0"/>
                <a:cs typeface="Lucida Sans Unicode" panose="020B0602030504020204" pitchFamily="34" charset="0"/>
              </a:rPr>
              <a:t> </a:t>
            </a:r>
            <a:r>
              <a:rPr sz="2400" dirty="0">
                <a:solidFill>
                  <a:srgbClr val="006600"/>
                </a:solidFill>
                <a:latin typeface="Lucida Sans Unicode" panose="020B0602030504020204" pitchFamily="34" charset="0"/>
                <a:cs typeface="Lucida Sans Unicode" panose="020B0602030504020204" pitchFamily="34" charset="0"/>
              </a:rPr>
              <a:t>for</a:t>
            </a:r>
            <a:r>
              <a:rPr sz="2400" spc="-40" dirty="0">
                <a:solidFill>
                  <a:srgbClr val="006600"/>
                </a:solidFill>
                <a:latin typeface="Lucida Sans Unicode" panose="020B0602030504020204" pitchFamily="34" charset="0"/>
                <a:cs typeface="Lucida Sans Unicode" panose="020B0602030504020204" pitchFamily="34" charset="0"/>
              </a:rPr>
              <a:t> </a:t>
            </a:r>
            <a:r>
              <a:rPr sz="2400" spc="-20" dirty="0">
                <a:solidFill>
                  <a:srgbClr val="006600"/>
                </a:solidFill>
                <a:latin typeface="Lucida Sans Unicode" panose="020B0602030504020204" pitchFamily="34" charset="0"/>
                <a:cs typeface="Lucida Sans Unicode" panose="020B0602030504020204" pitchFamily="34" charset="0"/>
              </a:rPr>
              <a:t>staff appraisal</a:t>
            </a:r>
            <a:endParaRPr sz="2400" dirty="0">
              <a:latin typeface="Lucida Sans Unicode" panose="020B0602030504020204" pitchFamily="34" charset="0"/>
              <a:cs typeface="Lucida Sans Unicode" panose="020B0602030504020204" pitchFamily="34"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8673463" y="20321"/>
            <a:ext cx="234950" cy="271869"/>
          </a:xfrm>
          <a:prstGeom prst="rect">
            <a:avLst/>
          </a:prstGeom>
        </p:spPr>
        <p:txBody>
          <a:bodyPr vert="horz" wrap="square" lIns="0" tIns="25400" rIns="0" bIns="0" rtlCol="0">
            <a:spAutoFit/>
          </a:bodyPr>
          <a:lstStyle/>
          <a:p>
            <a:pPr marL="25400">
              <a:spcBef>
                <a:spcPts val="200"/>
              </a:spcBef>
            </a:pPr>
            <a:r>
              <a:rPr sz="1600" spc="-50" dirty="0">
                <a:latin typeface="Comic Sans MS"/>
                <a:cs typeface="Comic Sans MS"/>
              </a:rPr>
              <a:t>11</a:t>
            </a:r>
            <a:endParaRPr sz="1600">
              <a:latin typeface="Comic Sans MS"/>
              <a:cs typeface="Comic Sans MS"/>
            </a:endParaRPr>
          </a:p>
        </p:txBody>
      </p:sp>
      <p:sp>
        <p:nvSpPr>
          <p:cNvPr id="3" name="object 3"/>
          <p:cNvSpPr txBox="1">
            <a:spLocks noGrp="1"/>
          </p:cNvSpPr>
          <p:nvPr>
            <p:ph type="title"/>
          </p:nvPr>
        </p:nvSpPr>
        <p:spPr>
          <a:xfrm>
            <a:off x="355098" y="313961"/>
            <a:ext cx="8301228" cy="735121"/>
          </a:xfrm>
          <a:prstGeom prst="rect">
            <a:avLst/>
          </a:prstGeom>
        </p:spPr>
        <p:txBody>
          <a:bodyPr vert="horz" wrap="square" lIns="0" tIns="118412" rIns="0" bIns="0" rtlCol="0">
            <a:spAutoFit/>
          </a:bodyPr>
          <a:lstStyle/>
          <a:p>
            <a:pPr marL="990600">
              <a:spcBef>
                <a:spcPts val="200"/>
              </a:spcBef>
            </a:pPr>
            <a:r>
              <a:rPr i="0" dirty="0"/>
              <a:t>The</a:t>
            </a:r>
            <a:r>
              <a:rPr i="0" spc="-140" dirty="0"/>
              <a:t> </a:t>
            </a:r>
            <a:r>
              <a:rPr i="0" dirty="0"/>
              <a:t>inspection</a:t>
            </a:r>
            <a:r>
              <a:rPr i="0" spc="-120" dirty="0"/>
              <a:t> </a:t>
            </a:r>
            <a:r>
              <a:rPr i="0" spc="-20" dirty="0"/>
              <a:t>process</a:t>
            </a:r>
          </a:p>
        </p:txBody>
      </p:sp>
      <p:pic>
        <p:nvPicPr>
          <p:cNvPr id="4" name="object 4"/>
          <p:cNvPicPr/>
          <p:nvPr/>
        </p:nvPicPr>
        <p:blipFill>
          <a:blip r:embed="rId2" cstate="print"/>
          <a:stretch>
            <a:fillRect/>
          </a:stretch>
        </p:blipFill>
        <p:spPr>
          <a:xfrm>
            <a:off x="177011" y="2581185"/>
            <a:ext cx="8765042" cy="2142914"/>
          </a:xfrm>
          <a:prstGeom prst="rect">
            <a:avLst/>
          </a:prstGeom>
        </p:spPr>
      </p:pic>
      <p:sp>
        <p:nvSpPr>
          <p:cNvPr id="5" name="object 5"/>
          <p:cNvSpPr txBox="1"/>
          <p:nvPr/>
        </p:nvSpPr>
        <p:spPr>
          <a:xfrm>
            <a:off x="4838929" y="3969996"/>
            <a:ext cx="801370" cy="484748"/>
          </a:xfrm>
          <a:prstGeom prst="rect">
            <a:avLst/>
          </a:prstGeom>
        </p:spPr>
        <p:txBody>
          <a:bodyPr vert="horz" wrap="square" lIns="0" tIns="48260" rIns="0" bIns="0" rtlCol="0">
            <a:spAutoFit/>
          </a:bodyPr>
          <a:lstStyle/>
          <a:p>
            <a:pPr marL="109220" marR="10160" indent="-85090">
              <a:lnSpc>
                <a:spcPts val="1738"/>
              </a:lnSpc>
              <a:spcBef>
                <a:spcPts val="380"/>
              </a:spcBef>
            </a:pPr>
            <a:r>
              <a:rPr sz="1500" spc="-60" dirty="0">
                <a:solidFill>
                  <a:srgbClr val="231F20"/>
                </a:solidFill>
                <a:latin typeface="Times New Roman"/>
                <a:cs typeface="Times New Roman"/>
              </a:rPr>
              <a:t>Inspection</a:t>
            </a:r>
            <a:r>
              <a:rPr sz="1500" spc="1000" dirty="0">
                <a:solidFill>
                  <a:srgbClr val="231F20"/>
                </a:solidFill>
                <a:latin typeface="Times New Roman"/>
                <a:cs typeface="Times New Roman"/>
              </a:rPr>
              <a:t> </a:t>
            </a:r>
            <a:r>
              <a:rPr sz="1500" spc="-20" dirty="0">
                <a:solidFill>
                  <a:srgbClr val="231F20"/>
                </a:solidFill>
                <a:latin typeface="Times New Roman"/>
                <a:cs typeface="Times New Roman"/>
              </a:rPr>
              <a:t>meeting</a:t>
            </a:r>
            <a:endParaRPr sz="1500">
              <a:latin typeface="Times New Roman"/>
              <a:cs typeface="Times New Roman"/>
            </a:endParaRPr>
          </a:p>
        </p:txBody>
      </p:sp>
      <p:sp>
        <p:nvSpPr>
          <p:cNvPr id="6" name="object 6"/>
          <p:cNvSpPr txBox="1"/>
          <p:nvPr/>
        </p:nvSpPr>
        <p:spPr>
          <a:xfrm>
            <a:off x="3333100" y="3592276"/>
            <a:ext cx="863600" cy="484748"/>
          </a:xfrm>
          <a:prstGeom prst="rect">
            <a:avLst/>
          </a:prstGeom>
        </p:spPr>
        <p:txBody>
          <a:bodyPr vert="horz" wrap="square" lIns="0" tIns="48260" rIns="0" bIns="0" rtlCol="0">
            <a:spAutoFit/>
          </a:bodyPr>
          <a:lstStyle/>
          <a:p>
            <a:pPr marL="25400" marR="10160" indent="35560">
              <a:lnSpc>
                <a:spcPts val="1738"/>
              </a:lnSpc>
              <a:spcBef>
                <a:spcPts val="380"/>
              </a:spcBef>
            </a:pPr>
            <a:r>
              <a:rPr sz="1500" spc="-20" dirty="0">
                <a:solidFill>
                  <a:srgbClr val="231F20"/>
                </a:solidFill>
                <a:latin typeface="Times New Roman"/>
                <a:cs typeface="Times New Roman"/>
              </a:rPr>
              <a:t>Individual</a:t>
            </a:r>
            <a:r>
              <a:rPr sz="1500" spc="1000" dirty="0">
                <a:solidFill>
                  <a:srgbClr val="231F20"/>
                </a:solidFill>
                <a:latin typeface="Times New Roman"/>
                <a:cs typeface="Times New Roman"/>
              </a:rPr>
              <a:t> </a:t>
            </a:r>
            <a:r>
              <a:rPr sz="1500" spc="-70" dirty="0">
                <a:solidFill>
                  <a:srgbClr val="231F20"/>
                </a:solidFill>
                <a:latin typeface="Times New Roman"/>
                <a:cs typeface="Times New Roman"/>
              </a:rPr>
              <a:t>preparation</a:t>
            </a:r>
            <a:endParaRPr sz="1500">
              <a:latin typeface="Times New Roman"/>
              <a:cs typeface="Times New Roman"/>
            </a:endParaRPr>
          </a:p>
        </p:txBody>
      </p:sp>
      <p:sp>
        <p:nvSpPr>
          <p:cNvPr id="7" name="object 7"/>
          <p:cNvSpPr txBox="1"/>
          <p:nvPr/>
        </p:nvSpPr>
        <p:spPr>
          <a:xfrm>
            <a:off x="1957102" y="3325594"/>
            <a:ext cx="756920" cy="265457"/>
          </a:xfrm>
          <a:prstGeom prst="rect">
            <a:avLst/>
          </a:prstGeom>
        </p:spPr>
        <p:txBody>
          <a:bodyPr vert="horz" wrap="square" lIns="0" tIns="34290" rIns="0" bIns="0" rtlCol="0">
            <a:spAutoFit/>
          </a:bodyPr>
          <a:lstStyle/>
          <a:p>
            <a:pPr marL="25400">
              <a:spcBef>
                <a:spcPts val="270"/>
              </a:spcBef>
            </a:pPr>
            <a:r>
              <a:rPr sz="1500" spc="-50" dirty="0">
                <a:solidFill>
                  <a:srgbClr val="231F20"/>
                </a:solidFill>
                <a:latin typeface="Times New Roman"/>
                <a:cs typeface="Times New Roman"/>
              </a:rPr>
              <a:t>Overview</a:t>
            </a:r>
            <a:endParaRPr sz="1500">
              <a:latin typeface="Times New Roman"/>
              <a:cs typeface="Times New Roman"/>
            </a:endParaRPr>
          </a:p>
        </p:txBody>
      </p:sp>
      <p:sp>
        <p:nvSpPr>
          <p:cNvPr id="8" name="object 8"/>
          <p:cNvSpPr txBox="1"/>
          <p:nvPr/>
        </p:nvSpPr>
        <p:spPr>
          <a:xfrm>
            <a:off x="467897" y="2947879"/>
            <a:ext cx="692150" cy="265457"/>
          </a:xfrm>
          <a:prstGeom prst="rect">
            <a:avLst/>
          </a:prstGeom>
        </p:spPr>
        <p:txBody>
          <a:bodyPr vert="horz" wrap="square" lIns="0" tIns="34290" rIns="0" bIns="0" rtlCol="0">
            <a:spAutoFit/>
          </a:bodyPr>
          <a:lstStyle/>
          <a:p>
            <a:pPr marL="25400">
              <a:spcBef>
                <a:spcPts val="270"/>
              </a:spcBef>
            </a:pPr>
            <a:r>
              <a:rPr sz="1500" spc="-40" dirty="0">
                <a:solidFill>
                  <a:srgbClr val="231F20"/>
                </a:solidFill>
                <a:latin typeface="Times New Roman"/>
                <a:cs typeface="Times New Roman"/>
              </a:rPr>
              <a:t>Planning</a:t>
            </a:r>
            <a:endParaRPr sz="1500">
              <a:latin typeface="Times New Roman"/>
              <a:cs typeface="Times New Roman"/>
            </a:endParaRPr>
          </a:p>
        </p:txBody>
      </p:sp>
      <p:sp>
        <p:nvSpPr>
          <p:cNvPr id="9" name="object 9"/>
          <p:cNvSpPr txBox="1"/>
          <p:nvPr/>
        </p:nvSpPr>
        <p:spPr>
          <a:xfrm>
            <a:off x="6418280" y="3703324"/>
            <a:ext cx="594360" cy="265457"/>
          </a:xfrm>
          <a:prstGeom prst="rect">
            <a:avLst/>
          </a:prstGeom>
        </p:spPr>
        <p:txBody>
          <a:bodyPr vert="horz" wrap="square" lIns="0" tIns="34290" rIns="0" bIns="0" rtlCol="0">
            <a:spAutoFit/>
          </a:bodyPr>
          <a:lstStyle/>
          <a:p>
            <a:pPr marL="25400">
              <a:spcBef>
                <a:spcPts val="270"/>
              </a:spcBef>
            </a:pPr>
            <a:r>
              <a:rPr sz="1500" spc="-80" dirty="0">
                <a:solidFill>
                  <a:srgbClr val="231F20"/>
                </a:solidFill>
                <a:latin typeface="Times New Roman"/>
                <a:cs typeface="Times New Roman"/>
              </a:rPr>
              <a:t>Rework</a:t>
            </a:r>
            <a:endParaRPr sz="1500">
              <a:latin typeface="Times New Roman"/>
              <a:cs typeface="Times New Roman"/>
            </a:endParaRPr>
          </a:p>
        </p:txBody>
      </p:sp>
      <p:sp>
        <p:nvSpPr>
          <p:cNvPr id="10" name="object 10"/>
          <p:cNvSpPr txBox="1"/>
          <p:nvPr/>
        </p:nvSpPr>
        <p:spPr>
          <a:xfrm>
            <a:off x="7798987" y="3325595"/>
            <a:ext cx="783590" cy="265457"/>
          </a:xfrm>
          <a:prstGeom prst="rect">
            <a:avLst/>
          </a:prstGeom>
        </p:spPr>
        <p:txBody>
          <a:bodyPr vert="horz" wrap="square" lIns="0" tIns="34290" rIns="0" bIns="0" rtlCol="0">
            <a:spAutoFit/>
          </a:bodyPr>
          <a:lstStyle/>
          <a:p>
            <a:pPr marL="25400">
              <a:spcBef>
                <a:spcPts val="270"/>
              </a:spcBef>
            </a:pPr>
            <a:r>
              <a:rPr sz="1500" spc="-80" dirty="0">
                <a:solidFill>
                  <a:srgbClr val="231F20"/>
                </a:solidFill>
                <a:latin typeface="Times New Roman"/>
                <a:cs typeface="Times New Roman"/>
              </a:rPr>
              <a:t>Follow-</a:t>
            </a:r>
            <a:r>
              <a:rPr sz="1500" spc="-50" dirty="0">
                <a:solidFill>
                  <a:srgbClr val="231F20"/>
                </a:solidFill>
                <a:latin typeface="Times New Roman"/>
                <a:cs typeface="Times New Roman"/>
              </a:rPr>
              <a:t>up</a:t>
            </a:r>
            <a:endParaRPr sz="1500">
              <a:latin typeface="Times New Roman"/>
              <a:cs typeface="Times New Roman"/>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8673462" y="20321"/>
            <a:ext cx="266700" cy="271869"/>
          </a:xfrm>
          <a:prstGeom prst="rect">
            <a:avLst/>
          </a:prstGeom>
        </p:spPr>
        <p:txBody>
          <a:bodyPr vert="horz" wrap="square" lIns="0" tIns="25400" rIns="0" bIns="0" rtlCol="0">
            <a:spAutoFit/>
          </a:bodyPr>
          <a:lstStyle/>
          <a:p>
            <a:pPr marL="25400">
              <a:spcBef>
                <a:spcPts val="200"/>
              </a:spcBef>
            </a:pPr>
            <a:r>
              <a:rPr sz="1600" spc="-50" dirty="0">
                <a:latin typeface="Comic Sans MS"/>
                <a:cs typeface="Comic Sans MS"/>
              </a:rPr>
              <a:t>12</a:t>
            </a:r>
            <a:endParaRPr sz="1600">
              <a:latin typeface="Comic Sans MS"/>
              <a:cs typeface="Comic Sans MS"/>
            </a:endParaRPr>
          </a:p>
        </p:txBody>
      </p:sp>
      <p:sp>
        <p:nvSpPr>
          <p:cNvPr id="3" name="object 3"/>
          <p:cNvSpPr txBox="1">
            <a:spLocks noGrp="1"/>
          </p:cNvSpPr>
          <p:nvPr>
            <p:ph type="title"/>
          </p:nvPr>
        </p:nvSpPr>
        <p:spPr>
          <a:xfrm>
            <a:off x="236495" y="292190"/>
            <a:ext cx="8301228" cy="735121"/>
          </a:xfrm>
          <a:prstGeom prst="rect">
            <a:avLst/>
          </a:prstGeom>
        </p:spPr>
        <p:txBody>
          <a:bodyPr vert="horz" wrap="square" lIns="0" tIns="118412" rIns="0" bIns="0" rtlCol="0">
            <a:spAutoFit/>
          </a:bodyPr>
          <a:lstStyle/>
          <a:p>
            <a:pPr marL="1178560">
              <a:spcBef>
                <a:spcPts val="200"/>
              </a:spcBef>
            </a:pPr>
            <a:r>
              <a:rPr i="0" dirty="0"/>
              <a:t>Inspection</a:t>
            </a:r>
            <a:r>
              <a:rPr i="0" spc="-130" dirty="0"/>
              <a:t> </a:t>
            </a:r>
            <a:r>
              <a:rPr i="0" spc="-20" dirty="0"/>
              <a:t>procedure</a:t>
            </a:r>
          </a:p>
        </p:txBody>
      </p:sp>
      <p:sp>
        <p:nvSpPr>
          <p:cNvPr id="4" name="object 4"/>
          <p:cNvSpPr txBox="1"/>
          <p:nvPr/>
        </p:nvSpPr>
        <p:spPr>
          <a:xfrm>
            <a:off x="381000" y="1440988"/>
            <a:ext cx="7635911" cy="4337085"/>
          </a:xfrm>
          <a:prstGeom prst="rect">
            <a:avLst/>
          </a:prstGeom>
        </p:spPr>
        <p:txBody>
          <a:bodyPr vert="horz" wrap="square" lIns="0" tIns="76200" rIns="0" bIns="0" rtlCol="0">
            <a:spAutoFit/>
          </a:bodyPr>
          <a:lstStyle/>
          <a:p>
            <a:pPr marL="364490" marR="73660" indent="-339090">
              <a:lnSpc>
                <a:spcPts val="3000"/>
              </a:lnSpc>
              <a:spcBef>
                <a:spcPts val="600"/>
              </a:spcBef>
              <a:buChar char="•"/>
              <a:tabLst>
                <a:tab pos="368300" algn="l"/>
              </a:tabLst>
            </a:pPr>
            <a:r>
              <a:rPr sz="2800" dirty="0">
                <a:solidFill>
                  <a:srgbClr val="006600"/>
                </a:solidFill>
                <a:latin typeface="Lucida Sans Unicode" panose="020B0602030504020204" pitchFamily="34" charset="0"/>
                <a:cs typeface="Lucida Sans Unicode" panose="020B0602030504020204" pitchFamily="34" charset="0"/>
              </a:rPr>
              <a:t>System</a:t>
            </a:r>
            <a:r>
              <a:rPr sz="2800" spc="-90" dirty="0">
                <a:solidFill>
                  <a:srgbClr val="006600"/>
                </a:solidFill>
                <a:latin typeface="Lucida Sans Unicode" panose="020B0602030504020204" pitchFamily="34" charset="0"/>
                <a:cs typeface="Lucida Sans Unicode" panose="020B0602030504020204" pitchFamily="34" charset="0"/>
              </a:rPr>
              <a:t> </a:t>
            </a:r>
            <a:r>
              <a:rPr sz="2800" dirty="0">
                <a:solidFill>
                  <a:srgbClr val="006600"/>
                </a:solidFill>
                <a:latin typeface="Lucida Sans Unicode" panose="020B0602030504020204" pitchFamily="34" charset="0"/>
                <a:cs typeface="Lucida Sans Unicode" panose="020B0602030504020204" pitchFamily="34" charset="0"/>
              </a:rPr>
              <a:t>overview</a:t>
            </a:r>
            <a:r>
              <a:rPr sz="2800" spc="-90" dirty="0">
                <a:solidFill>
                  <a:srgbClr val="006600"/>
                </a:solidFill>
                <a:latin typeface="Lucida Sans Unicode" panose="020B0602030504020204" pitchFamily="34" charset="0"/>
                <a:cs typeface="Lucida Sans Unicode" panose="020B0602030504020204" pitchFamily="34" charset="0"/>
              </a:rPr>
              <a:t> </a:t>
            </a:r>
            <a:r>
              <a:rPr sz="2800" dirty="0">
                <a:solidFill>
                  <a:srgbClr val="006600"/>
                </a:solidFill>
                <a:latin typeface="Lucida Sans Unicode" panose="020B0602030504020204" pitchFamily="34" charset="0"/>
                <a:cs typeface="Lucida Sans Unicode" panose="020B0602030504020204" pitchFamily="34" charset="0"/>
              </a:rPr>
              <a:t>presented</a:t>
            </a:r>
            <a:r>
              <a:rPr sz="2800" spc="-90" dirty="0">
                <a:solidFill>
                  <a:srgbClr val="006600"/>
                </a:solidFill>
                <a:latin typeface="Lucida Sans Unicode" panose="020B0602030504020204" pitchFamily="34" charset="0"/>
                <a:cs typeface="Lucida Sans Unicode" panose="020B0602030504020204" pitchFamily="34" charset="0"/>
              </a:rPr>
              <a:t> </a:t>
            </a:r>
            <a:r>
              <a:rPr sz="2800" dirty="0">
                <a:solidFill>
                  <a:srgbClr val="006600"/>
                </a:solidFill>
                <a:latin typeface="Lucida Sans Unicode" panose="020B0602030504020204" pitchFamily="34" charset="0"/>
                <a:cs typeface="Lucida Sans Unicode" panose="020B0602030504020204" pitchFamily="34" charset="0"/>
              </a:rPr>
              <a:t>to</a:t>
            </a:r>
            <a:r>
              <a:rPr sz="2800" spc="-80" dirty="0">
                <a:solidFill>
                  <a:srgbClr val="006600"/>
                </a:solidFill>
                <a:latin typeface="Lucida Sans Unicode" panose="020B0602030504020204" pitchFamily="34" charset="0"/>
                <a:cs typeface="Lucida Sans Unicode" panose="020B0602030504020204" pitchFamily="34" charset="0"/>
              </a:rPr>
              <a:t> </a:t>
            </a:r>
            <a:r>
              <a:rPr sz="2800" spc="-20" dirty="0">
                <a:solidFill>
                  <a:srgbClr val="006600"/>
                </a:solidFill>
                <a:latin typeface="Lucida Sans Unicode" panose="020B0602030504020204" pitchFamily="34" charset="0"/>
                <a:cs typeface="Lucida Sans Unicode" panose="020B0602030504020204" pitchFamily="34" charset="0"/>
              </a:rPr>
              <a:t>inspection 	</a:t>
            </a:r>
            <a:r>
              <a:rPr sz="2800" spc="-40" dirty="0">
                <a:solidFill>
                  <a:srgbClr val="006600"/>
                </a:solidFill>
                <a:latin typeface="Lucida Sans Unicode" panose="020B0602030504020204" pitchFamily="34" charset="0"/>
                <a:cs typeface="Lucida Sans Unicode" panose="020B0602030504020204" pitchFamily="34" charset="0"/>
              </a:rPr>
              <a:t>team</a:t>
            </a:r>
            <a:endParaRPr sz="2800">
              <a:latin typeface="Lucida Sans Unicode" panose="020B0602030504020204" pitchFamily="34" charset="0"/>
              <a:cs typeface="Lucida Sans Unicode" panose="020B0602030504020204" pitchFamily="34" charset="0"/>
            </a:endParaRPr>
          </a:p>
          <a:p>
            <a:pPr marL="364490" marR="25400" indent="-339090">
              <a:lnSpc>
                <a:spcPts val="3020"/>
              </a:lnSpc>
              <a:spcBef>
                <a:spcPts val="650"/>
              </a:spcBef>
              <a:buChar char="•"/>
              <a:tabLst>
                <a:tab pos="368300" algn="l"/>
              </a:tabLst>
            </a:pPr>
            <a:r>
              <a:rPr sz="2800" dirty="0">
                <a:solidFill>
                  <a:srgbClr val="006600"/>
                </a:solidFill>
                <a:latin typeface="Lucida Sans Unicode" panose="020B0602030504020204" pitchFamily="34" charset="0"/>
                <a:cs typeface="Lucida Sans Unicode" panose="020B0602030504020204" pitchFamily="34" charset="0"/>
              </a:rPr>
              <a:t>Code</a:t>
            </a:r>
            <a:r>
              <a:rPr sz="2800" spc="-70" dirty="0">
                <a:solidFill>
                  <a:srgbClr val="006600"/>
                </a:solidFill>
                <a:latin typeface="Lucida Sans Unicode" panose="020B0602030504020204" pitchFamily="34" charset="0"/>
                <a:cs typeface="Lucida Sans Unicode" panose="020B0602030504020204" pitchFamily="34" charset="0"/>
              </a:rPr>
              <a:t> </a:t>
            </a:r>
            <a:r>
              <a:rPr sz="2800" dirty="0">
                <a:solidFill>
                  <a:srgbClr val="006600"/>
                </a:solidFill>
                <a:latin typeface="Lucida Sans Unicode" panose="020B0602030504020204" pitchFamily="34" charset="0"/>
                <a:cs typeface="Lucida Sans Unicode" panose="020B0602030504020204" pitchFamily="34" charset="0"/>
              </a:rPr>
              <a:t>and</a:t>
            </a:r>
            <a:r>
              <a:rPr sz="2800" spc="-60" dirty="0">
                <a:solidFill>
                  <a:srgbClr val="006600"/>
                </a:solidFill>
                <a:latin typeface="Lucida Sans Unicode" panose="020B0602030504020204" pitchFamily="34" charset="0"/>
                <a:cs typeface="Lucida Sans Unicode" panose="020B0602030504020204" pitchFamily="34" charset="0"/>
              </a:rPr>
              <a:t> </a:t>
            </a:r>
            <a:r>
              <a:rPr sz="2800" dirty="0">
                <a:solidFill>
                  <a:srgbClr val="006600"/>
                </a:solidFill>
                <a:latin typeface="Lucida Sans Unicode" panose="020B0602030504020204" pitchFamily="34" charset="0"/>
                <a:cs typeface="Lucida Sans Unicode" panose="020B0602030504020204" pitchFamily="34" charset="0"/>
              </a:rPr>
              <a:t>associated</a:t>
            </a:r>
            <a:r>
              <a:rPr sz="2800" spc="-70" dirty="0">
                <a:solidFill>
                  <a:srgbClr val="006600"/>
                </a:solidFill>
                <a:latin typeface="Lucida Sans Unicode" panose="020B0602030504020204" pitchFamily="34" charset="0"/>
                <a:cs typeface="Lucida Sans Unicode" panose="020B0602030504020204" pitchFamily="34" charset="0"/>
              </a:rPr>
              <a:t> </a:t>
            </a:r>
            <a:r>
              <a:rPr sz="2800" dirty="0">
                <a:solidFill>
                  <a:srgbClr val="006600"/>
                </a:solidFill>
                <a:latin typeface="Lucida Sans Unicode" panose="020B0602030504020204" pitchFamily="34" charset="0"/>
                <a:cs typeface="Lucida Sans Unicode" panose="020B0602030504020204" pitchFamily="34" charset="0"/>
              </a:rPr>
              <a:t>documents</a:t>
            </a:r>
            <a:r>
              <a:rPr sz="2800" spc="-70" dirty="0">
                <a:solidFill>
                  <a:srgbClr val="006600"/>
                </a:solidFill>
                <a:latin typeface="Lucida Sans Unicode" panose="020B0602030504020204" pitchFamily="34" charset="0"/>
                <a:cs typeface="Lucida Sans Unicode" panose="020B0602030504020204" pitchFamily="34" charset="0"/>
              </a:rPr>
              <a:t> </a:t>
            </a:r>
            <a:r>
              <a:rPr sz="2800" spc="-50" dirty="0">
                <a:solidFill>
                  <a:srgbClr val="006600"/>
                </a:solidFill>
                <a:latin typeface="Lucida Sans Unicode" panose="020B0602030504020204" pitchFamily="34" charset="0"/>
                <a:cs typeface="Lucida Sans Unicode" panose="020B0602030504020204" pitchFamily="34" charset="0"/>
              </a:rPr>
              <a:t>are 	</a:t>
            </a:r>
            <a:r>
              <a:rPr sz="2800" dirty="0">
                <a:solidFill>
                  <a:srgbClr val="006600"/>
                </a:solidFill>
                <a:latin typeface="Lucida Sans Unicode" panose="020B0602030504020204" pitchFamily="34" charset="0"/>
                <a:cs typeface="Lucida Sans Unicode" panose="020B0602030504020204" pitchFamily="34" charset="0"/>
              </a:rPr>
              <a:t>distributed</a:t>
            </a:r>
            <a:r>
              <a:rPr sz="2800" spc="-50" dirty="0">
                <a:solidFill>
                  <a:srgbClr val="006600"/>
                </a:solidFill>
                <a:latin typeface="Lucida Sans Unicode" panose="020B0602030504020204" pitchFamily="34" charset="0"/>
                <a:cs typeface="Lucida Sans Unicode" panose="020B0602030504020204" pitchFamily="34" charset="0"/>
              </a:rPr>
              <a:t> </a:t>
            </a:r>
            <a:r>
              <a:rPr sz="2800" dirty="0">
                <a:solidFill>
                  <a:srgbClr val="006600"/>
                </a:solidFill>
                <a:latin typeface="Lucida Sans Unicode" panose="020B0602030504020204" pitchFamily="34" charset="0"/>
                <a:cs typeface="Lucida Sans Unicode" panose="020B0602030504020204" pitchFamily="34" charset="0"/>
              </a:rPr>
              <a:t>to</a:t>
            </a:r>
            <a:r>
              <a:rPr sz="2800" spc="-40" dirty="0">
                <a:solidFill>
                  <a:srgbClr val="006600"/>
                </a:solidFill>
                <a:latin typeface="Lucida Sans Unicode" panose="020B0602030504020204" pitchFamily="34" charset="0"/>
                <a:cs typeface="Lucida Sans Unicode" panose="020B0602030504020204" pitchFamily="34" charset="0"/>
              </a:rPr>
              <a:t> </a:t>
            </a:r>
            <a:r>
              <a:rPr sz="2800" dirty="0">
                <a:solidFill>
                  <a:srgbClr val="006600"/>
                </a:solidFill>
                <a:latin typeface="Lucida Sans Unicode" panose="020B0602030504020204" pitchFamily="34" charset="0"/>
                <a:cs typeface="Lucida Sans Unicode" panose="020B0602030504020204" pitchFamily="34" charset="0"/>
              </a:rPr>
              <a:t>inspection</a:t>
            </a:r>
            <a:r>
              <a:rPr sz="2800" spc="-50" dirty="0">
                <a:solidFill>
                  <a:srgbClr val="006600"/>
                </a:solidFill>
                <a:latin typeface="Lucida Sans Unicode" panose="020B0602030504020204" pitchFamily="34" charset="0"/>
                <a:cs typeface="Lucida Sans Unicode" panose="020B0602030504020204" pitchFamily="34" charset="0"/>
              </a:rPr>
              <a:t> </a:t>
            </a:r>
            <a:r>
              <a:rPr sz="2800" dirty="0">
                <a:solidFill>
                  <a:srgbClr val="006600"/>
                </a:solidFill>
                <a:latin typeface="Lucida Sans Unicode" panose="020B0602030504020204" pitchFamily="34" charset="0"/>
                <a:cs typeface="Lucida Sans Unicode" panose="020B0602030504020204" pitchFamily="34" charset="0"/>
              </a:rPr>
              <a:t>team</a:t>
            </a:r>
            <a:r>
              <a:rPr sz="2800" spc="-40" dirty="0">
                <a:solidFill>
                  <a:srgbClr val="006600"/>
                </a:solidFill>
                <a:latin typeface="Lucida Sans Unicode" panose="020B0602030504020204" pitchFamily="34" charset="0"/>
                <a:cs typeface="Lucida Sans Unicode" panose="020B0602030504020204" pitchFamily="34" charset="0"/>
              </a:rPr>
              <a:t> </a:t>
            </a:r>
            <a:r>
              <a:rPr sz="2800" dirty="0">
                <a:solidFill>
                  <a:srgbClr val="006600"/>
                </a:solidFill>
                <a:latin typeface="Lucida Sans Unicode" panose="020B0602030504020204" pitchFamily="34" charset="0"/>
                <a:cs typeface="Lucida Sans Unicode" panose="020B0602030504020204" pitchFamily="34" charset="0"/>
              </a:rPr>
              <a:t>in</a:t>
            </a:r>
            <a:r>
              <a:rPr sz="2800" spc="-60" dirty="0">
                <a:solidFill>
                  <a:srgbClr val="006600"/>
                </a:solidFill>
                <a:latin typeface="Lucida Sans Unicode" panose="020B0602030504020204" pitchFamily="34" charset="0"/>
                <a:cs typeface="Lucida Sans Unicode" panose="020B0602030504020204" pitchFamily="34" charset="0"/>
              </a:rPr>
              <a:t> </a:t>
            </a:r>
            <a:r>
              <a:rPr sz="2800" spc="-20" dirty="0">
                <a:solidFill>
                  <a:srgbClr val="006600"/>
                </a:solidFill>
                <a:latin typeface="Lucida Sans Unicode" panose="020B0602030504020204" pitchFamily="34" charset="0"/>
                <a:cs typeface="Lucida Sans Unicode" panose="020B0602030504020204" pitchFamily="34" charset="0"/>
              </a:rPr>
              <a:t>advance</a:t>
            </a:r>
            <a:endParaRPr sz="2800">
              <a:latin typeface="Lucida Sans Unicode" panose="020B0602030504020204" pitchFamily="34" charset="0"/>
              <a:cs typeface="Lucida Sans Unicode" panose="020B0602030504020204" pitchFamily="34" charset="0"/>
            </a:endParaRPr>
          </a:p>
          <a:p>
            <a:pPr marL="364490" marR="567690" indent="-339090">
              <a:lnSpc>
                <a:spcPts val="3020"/>
              </a:lnSpc>
              <a:spcBef>
                <a:spcPts val="660"/>
              </a:spcBef>
              <a:buChar char="•"/>
              <a:tabLst>
                <a:tab pos="368300" algn="l"/>
              </a:tabLst>
            </a:pPr>
            <a:r>
              <a:rPr sz="2800" dirty="0">
                <a:solidFill>
                  <a:srgbClr val="006600"/>
                </a:solidFill>
                <a:latin typeface="Lucida Sans Unicode" panose="020B0602030504020204" pitchFamily="34" charset="0"/>
                <a:cs typeface="Lucida Sans Unicode" panose="020B0602030504020204" pitchFamily="34" charset="0"/>
              </a:rPr>
              <a:t>Inspection</a:t>
            </a:r>
            <a:r>
              <a:rPr sz="2800" spc="-70" dirty="0">
                <a:solidFill>
                  <a:srgbClr val="006600"/>
                </a:solidFill>
                <a:latin typeface="Lucida Sans Unicode" panose="020B0602030504020204" pitchFamily="34" charset="0"/>
                <a:cs typeface="Lucida Sans Unicode" panose="020B0602030504020204" pitchFamily="34" charset="0"/>
              </a:rPr>
              <a:t> </a:t>
            </a:r>
            <a:r>
              <a:rPr sz="2800" dirty="0">
                <a:solidFill>
                  <a:srgbClr val="006600"/>
                </a:solidFill>
                <a:latin typeface="Lucida Sans Unicode" panose="020B0602030504020204" pitchFamily="34" charset="0"/>
                <a:cs typeface="Lucida Sans Unicode" panose="020B0602030504020204" pitchFamily="34" charset="0"/>
              </a:rPr>
              <a:t>takes</a:t>
            </a:r>
            <a:r>
              <a:rPr sz="2800" spc="-60" dirty="0">
                <a:solidFill>
                  <a:srgbClr val="006600"/>
                </a:solidFill>
                <a:latin typeface="Lucida Sans Unicode" panose="020B0602030504020204" pitchFamily="34" charset="0"/>
                <a:cs typeface="Lucida Sans Unicode" panose="020B0602030504020204" pitchFamily="34" charset="0"/>
              </a:rPr>
              <a:t> </a:t>
            </a:r>
            <a:r>
              <a:rPr sz="2800" dirty="0">
                <a:solidFill>
                  <a:srgbClr val="006600"/>
                </a:solidFill>
                <a:latin typeface="Lucida Sans Unicode" panose="020B0602030504020204" pitchFamily="34" charset="0"/>
                <a:cs typeface="Lucida Sans Unicode" panose="020B0602030504020204" pitchFamily="34" charset="0"/>
              </a:rPr>
              <a:t>place</a:t>
            </a:r>
            <a:r>
              <a:rPr sz="2800" spc="-60" dirty="0">
                <a:solidFill>
                  <a:srgbClr val="006600"/>
                </a:solidFill>
                <a:latin typeface="Lucida Sans Unicode" panose="020B0602030504020204" pitchFamily="34" charset="0"/>
                <a:cs typeface="Lucida Sans Unicode" panose="020B0602030504020204" pitchFamily="34" charset="0"/>
              </a:rPr>
              <a:t> </a:t>
            </a:r>
            <a:r>
              <a:rPr sz="2800" dirty="0">
                <a:solidFill>
                  <a:srgbClr val="006600"/>
                </a:solidFill>
                <a:latin typeface="Lucida Sans Unicode" panose="020B0602030504020204" pitchFamily="34" charset="0"/>
                <a:cs typeface="Lucida Sans Unicode" panose="020B0602030504020204" pitchFamily="34" charset="0"/>
              </a:rPr>
              <a:t>and</a:t>
            </a:r>
            <a:r>
              <a:rPr sz="2800" spc="-50" dirty="0">
                <a:solidFill>
                  <a:srgbClr val="006600"/>
                </a:solidFill>
                <a:latin typeface="Lucida Sans Unicode" panose="020B0602030504020204" pitchFamily="34" charset="0"/>
                <a:cs typeface="Lucida Sans Unicode" panose="020B0602030504020204" pitchFamily="34" charset="0"/>
              </a:rPr>
              <a:t> </a:t>
            </a:r>
            <a:r>
              <a:rPr sz="2800" spc="-20" dirty="0">
                <a:solidFill>
                  <a:srgbClr val="006600"/>
                </a:solidFill>
                <a:latin typeface="Lucida Sans Unicode" panose="020B0602030504020204" pitchFamily="34" charset="0"/>
                <a:cs typeface="Lucida Sans Unicode" panose="020B0602030504020204" pitchFamily="34" charset="0"/>
              </a:rPr>
              <a:t>discovered 	</a:t>
            </a:r>
            <a:r>
              <a:rPr sz="2800" dirty="0">
                <a:solidFill>
                  <a:srgbClr val="006600"/>
                </a:solidFill>
                <a:latin typeface="Lucida Sans Unicode" panose="020B0602030504020204" pitchFamily="34" charset="0"/>
                <a:cs typeface="Lucida Sans Unicode" panose="020B0602030504020204" pitchFamily="34" charset="0"/>
              </a:rPr>
              <a:t>errors</a:t>
            </a:r>
            <a:r>
              <a:rPr sz="2800" spc="-50" dirty="0">
                <a:solidFill>
                  <a:srgbClr val="006600"/>
                </a:solidFill>
                <a:latin typeface="Lucida Sans Unicode" panose="020B0602030504020204" pitchFamily="34" charset="0"/>
                <a:cs typeface="Lucida Sans Unicode" panose="020B0602030504020204" pitchFamily="34" charset="0"/>
              </a:rPr>
              <a:t> </a:t>
            </a:r>
            <a:r>
              <a:rPr sz="2800" dirty="0">
                <a:solidFill>
                  <a:srgbClr val="006600"/>
                </a:solidFill>
                <a:latin typeface="Lucida Sans Unicode" panose="020B0602030504020204" pitchFamily="34" charset="0"/>
                <a:cs typeface="Lucida Sans Unicode" panose="020B0602030504020204" pitchFamily="34" charset="0"/>
              </a:rPr>
              <a:t>are</a:t>
            </a:r>
            <a:r>
              <a:rPr sz="2800" spc="-40" dirty="0">
                <a:solidFill>
                  <a:srgbClr val="006600"/>
                </a:solidFill>
                <a:latin typeface="Lucida Sans Unicode" panose="020B0602030504020204" pitchFamily="34" charset="0"/>
                <a:cs typeface="Lucida Sans Unicode" panose="020B0602030504020204" pitchFamily="34" charset="0"/>
              </a:rPr>
              <a:t> </a:t>
            </a:r>
            <a:r>
              <a:rPr sz="2800" spc="-20" dirty="0">
                <a:solidFill>
                  <a:srgbClr val="006600"/>
                </a:solidFill>
                <a:latin typeface="Lucida Sans Unicode" panose="020B0602030504020204" pitchFamily="34" charset="0"/>
                <a:cs typeface="Lucida Sans Unicode" panose="020B0602030504020204" pitchFamily="34" charset="0"/>
              </a:rPr>
              <a:t>noted</a:t>
            </a:r>
            <a:endParaRPr sz="2800">
              <a:latin typeface="Lucida Sans Unicode" panose="020B0602030504020204" pitchFamily="34" charset="0"/>
              <a:cs typeface="Lucida Sans Unicode" panose="020B0602030504020204" pitchFamily="34" charset="0"/>
            </a:endParaRPr>
          </a:p>
          <a:p>
            <a:pPr marL="364490" marR="1416050" indent="-339090">
              <a:lnSpc>
                <a:spcPts val="3020"/>
              </a:lnSpc>
              <a:spcBef>
                <a:spcPts val="660"/>
              </a:spcBef>
              <a:buChar char="•"/>
              <a:tabLst>
                <a:tab pos="368300" algn="l"/>
              </a:tabLst>
            </a:pPr>
            <a:r>
              <a:rPr sz="2800" dirty="0">
                <a:solidFill>
                  <a:srgbClr val="006600"/>
                </a:solidFill>
                <a:latin typeface="Lucida Sans Unicode" panose="020B0602030504020204" pitchFamily="34" charset="0"/>
                <a:cs typeface="Lucida Sans Unicode" panose="020B0602030504020204" pitchFamily="34" charset="0"/>
              </a:rPr>
              <a:t>Modifications</a:t>
            </a:r>
            <a:r>
              <a:rPr sz="2800" spc="-70" dirty="0">
                <a:solidFill>
                  <a:srgbClr val="006600"/>
                </a:solidFill>
                <a:latin typeface="Lucida Sans Unicode" panose="020B0602030504020204" pitchFamily="34" charset="0"/>
                <a:cs typeface="Lucida Sans Unicode" panose="020B0602030504020204" pitchFamily="34" charset="0"/>
              </a:rPr>
              <a:t> </a:t>
            </a:r>
            <a:r>
              <a:rPr sz="2800" dirty="0">
                <a:solidFill>
                  <a:srgbClr val="006600"/>
                </a:solidFill>
                <a:latin typeface="Lucida Sans Unicode" panose="020B0602030504020204" pitchFamily="34" charset="0"/>
                <a:cs typeface="Lucida Sans Unicode" panose="020B0602030504020204" pitchFamily="34" charset="0"/>
              </a:rPr>
              <a:t>are</a:t>
            </a:r>
            <a:r>
              <a:rPr sz="2800" spc="-70" dirty="0">
                <a:solidFill>
                  <a:srgbClr val="006600"/>
                </a:solidFill>
                <a:latin typeface="Lucida Sans Unicode" panose="020B0602030504020204" pitchFamily="34" charset="0"/>
                <a:cs typeface="Lucida Sans Unicode" panose="020B0602030504020204" pitchFamily="34" charset="0"/>
              </a:rPr>
              <a:t> </a:t>
            </a:r>
            <a:r>
              <a:rPr sz="2800" dirty="0">
                <a:solidFill>
                  <a:srgbClr val="006600"/>
                </a:solidFill>
                <a:latin typeface="Lucida Sans Unicode" panose="020B0602030504020204" pitchFamily="34" charset="0"/>
                <a:cs typeface="Lucida Sans Unicode" panose="020B0602030504020204" pitchFamily="34" charset="0"/>
              </a:rPr>
              <a:t>made</a:t>
            </a:r>
            <a:r>
              <a:rPr sz="2800" spc="-60" dirty="0">
                <a:solidFill>
                  <a:srgbClr val="006600"/>
                </a:solidFill>
                <a:latin typeface="Lucida Sans Unicode" panose="020B0602030504020204" pitchFamily="34" charset="0"/>
                <a:cs typeface="Lucida Sans Unicode" panose="020B0602030504020204" pitchFamily="34" charset="0"/>
              </a:rPr>
              <a:t> </a:t>
            </a:r>
            <a:r>
              <a:rPr sz="2800" dirty="0">
                <a:solidFill>
                  <a:srgbClr val="006600"/>
                </a:solidFill>
                <a:latin typeface="Lucida Sans Unicode" panose="020B0602030504020204" pitchFamily="34" charset="0"/>
                <a:cs typeface="Lucida Sans Unicode" panose="020B0602030504020204" pitchFamily="34" charset="0"/>
              </a:rPr>
              <a:t>to</a:t>
            </a:r>
            <a:r>
              <a:rPr sz="2800" spc="-70" dirty="0">
                <a:solidFill>
                  <a:srgbClr val="006600"/>
                </a:solidFill>
                <a:latin typeface="Lucida Sans Unicode" panose="020B0602030504020204" pitchFamily="34" charset="0"/>
                <a:cs typeface="Lucida Sans Unicode" panose="020B0602030504020204" pitchFamily="34" charset="0"/>
              </a:rPr>
              <a:t> </a:t>
            </a:r>
            <a:r>
              <a:rPr sz="2800" spc="-20" dirty="0">
                <a:solidFill>
                  <a:srgbClr val="006600"/>
                </a:solidFill>
                <a:latin typeface="Lucida Sans Unicode" panose="020B0602030504020204" pitchFamily="34" charset="0"/>
                <a:cs typeface="Lucida Sans Unicode" panose="020B0602030504020204" pitchFamily="34" charset="0"/>
              </a:rPr>
              <a:t>repair 	</a:t>
            </a:r>
            <a:r>
              <a:rPr sz="2800" dirty="0">
                <a:solidFill>
                  <a:srgbClr val="006600"/>
                </a:solidFill>
                <a:latin typeface="Lucida Sans Unicode" panose="020B0602030504020204" pitchFamily="34" charset="0"/>
                <a:cs typeface="Lucida Sans Unicode" panose="020B0602030504020204" pitchFamily="34" charset="0"/>
              </a:rPr>
              <a:t>discovered</a:t>
            </a:r>
            <a:r>
              <a:rPr sz="2800" spc="-150" dirty="0">
                <a:solidFill>
                  <a:srgbClr val="006600"/>
                </a:solidFill>
                <a:latin typeface="Lucida Sans Unicode" panose="020B0602030504020204" pitchFamily="34" charset="0"/>
                <a:cs typeface="Lucida Sans Unicode" panose="020B0602030504020204" pitchFamily="34" charset="0"/>
              </a:rPr>
              <a:t> </a:t>
            </a:r>
            <a:r>
              <a:rPr sz="2800" spc="-20" dirty="0">
                <a:solidFill>
                  <a:srgbClr val="006600"/>
                </a:solidFill>
                <a:latin typeface="Lucida Sans Unicode" panose="020B0602030504020204" pitchFamily="34" charset="0"/>
                <a:cs typeface="Lucida Sans Unicode" panose="020B0602030504020204" pitchFamily="34" charset="0"/>
              </a:rPr>
              <a:t>errors</a:t>
            </a:r>
            <a:endParaRPr sz="2800">
              <a:latin typeface="Lucida Sans Unicode" panose="020B0602030504020204" pitchFamily="34" charset="0"/>
              <a:cs typeface="Lucida Sans Unicode" panose="020B0602030504020204" pitchFamily="34" charset="0"/>
            </a:endParaRPr>
          </a:p>
          <a:p>
            <a:pPr marL="364490" indent="-339090">
              <a:spcBef>
                <a:spcPts val="380"/>
              </a:spcBef>
              <a:buChar char="•"/>
              <a:tabLst>
                <a:tab pos="364490" algn="l"/>
              </a:tabLst>
            </a:pPr>
            <a:r>
              <a:rPr sz="2800" spc="-20" dirty="0">
                <a:solidFill>
                  <a:srgbClr val="006600"/>
                </a:solidFill>
                <a:latin typeface="Lucida Sans Unicode" panose="020B0602030504020204" pitchFamily="34" charset="0"/>
                <a:cs typeface="Lucida Sans Unicode" panose="020B0602030504020204" pitchFamily="34" charset="0"/>
              </a:rPr>
              <a:t>Re-</a:t>
            </a:r>
            <a:r>
              <a:rPr sz="2800" dirty="0">
                <a:solidFill>
                  <a:srgbClr val="006600"/>
                </a:solidFill>
                <a:latin typeface="Lucida Sans Unicode" panose="020B0602030504020204" pitchFamily="34" charset="0"/>
                <a:cs typeface="Lucida Sans Unicode" panose="020B0602030504020204" pitchFamily="34" charset="0"/>
              </a:rPr>
              <a:t>inspection</a:t>
            </a:r>
            <a:r>
              <a:rPr sz="2800" spc="-40" dirty="0">
                <a:solidFill>
                  <a:srgbClr val="006600"/>
                </a:solidFill>
                <a:latin typeface="Lucida Sans Unicode" panose="020B0602030504020204" pitchFamily="34" charset="0"/>
                <a:cs typeface="Lucida Sans Unicode" panose="020B0602030504020204" pitchFamily="34" charset="0"/>
              </a:rPr>
              <a:t> </a:t>
            </a:r>
            <a:r>
              <a:rPr sz="2800" dirty="0">
                <a:solidFill>
                  <a:srgbClr val="006600"/>
                </a:solidFill>
                <a:latin typeface="Lucida Sans Unicode" panose="020B0602030504020204" pitchFamily="34" charset="0"/>
                <a:cs typeface="Lucida Sans Unicode" panose="020B0602030504020204" pitchFamily="34" charset="0"/>
              </a:rPr>
              <a:t>may</a:t>
            </a:r>
            <a:r>
              <a:rPr sz="2800" spc="-30" dirty="0">
                <a:solidFill>
                  <a:srgbClr val="006600"/>
                </a:solidFill>
                <a:latin typeface="Lucida Sans Unicode" panose="020B0602030504020204" pitchFamily="34" charset="0"/>
                <a:cs typeface="Lucida Sans Unicode" panose="020B0602030504020204" pitchFamily="34" charset="0"/>
              </a:rPr>
              <a:t> </a:t>
            </a:r>
            <a:r>
              <a:rPr sz="2800" dirty="0">
                <a:solidFill>
                  <a:srgbClr val="006600"/>
                </a:solidFill>
                <a:latin typeface="Lucida Sans Unicode" panose="020B0602030504020204" pitchFamily="34" charset="0"/>
                <a:cs typeface="Lucida Sans Unicode" panose="020B0602030504020204" pitchFamily="34" charset="0"/>
              </a:rPr>
              <a:t>or</a:t>
            </a:r>
            <a:r>
              <a:rPr sz="2800" spc="-20" dirty="0">
                <a:solidFill>
                  <a:srgbClr val="006600"/>
                </a:solidFill>
                <a:latin typeface="Lucida Sans Unicode" panose="020B0602030504020204" pitchFamily="34" charset="0"/>
                <a:cs typeface="Lucida Sans Unicode" panose="020B0602030504020204" pitchFamily="34" charset="0"/>
              </a:rPr>
              <a:t> </a:t>
            </a:r>
            <a:r>
              <a:rPr sz="2800" dirty="0">
                <a:solidFill>
                  <a:srgbClr val="006600"/>
                </a:solidFill>
                <a:latin typeface="Lucida Sans Unicode" panose="020B0602030504020204" pitchFamily="34" charset="0"/>
                <a:cs typeface="Lucida Sans Unicode" panose="020B0602030504020204" pitchFamily="34" charset="0"/>
              </a:rPr>
              <a:t>may</a:t>
            </a:r>
            <a:r>
              <a:rPr sz="2800" spc="-30" dirty="0">
                <a:solidFill>
                  <a:srgbClr val="006600"/>
                </a:solidFill>
                <a:latin typeface="Lucida Sans Unicode" panose="020B0602030504020204" pitchFamily="34" charset="0"/>
                <a:cs typeface="Lucida Sans Unicode" panose="020B0602030504020204" pitchFamily="34" charset="0"/>
              </a:rPr>
              <a:t> </a:t>
            </a:r>
            <a:r>
              <a:rPr sz="2800" dirty="0">
                <a:solidFill>
                  <a:srgbClr val="006600"/>
                </a:solidFill>
                <a:latin typeface="Lucida Sans Unicode" panose="020B0602030504020204" pitchFamily="34" charset="0"/>
                <a:cs typeface="Lucida Sans Unicode" panose="020B0602030504020204" pitchFamily="34" charset="0"/>
              </a:rPr>
              <a:t>not</a:t>
            </a:r>
            <a:r>
              <a:rPr sz="2800" spc="-20" dirty="0">
                <a:solidFill>
                  <a:srgbClr val="006600"/>
                </a:solidFill>
                <a:latin typeface="Lucida Sans Unicode" panose="020B0602030504020204" pitchFamily="34" charset="0"/>
                <a:cs typeface="Lucida Sans Unicode" panose="020B0602030504020204" pitchFamily="34" charset="0"/>
              </a:rPr>
              <a:t> </a:t>
            </a:r>
            <a:r>
              <a:rPr sz="2800" dirty="0">
                <a:solidFill>
                  <a:srgbClr val="006600"/>
                </a:solidFill>
                <a:latin typeface="Lucida Sans Unicode" panose="020B0602030504020204" pitchFamily="34" charset="0"/>
                <a:cs typeface="Lucida Sans Unicode" panose="020B0602030504020204" pitchFamily="34" charset="0"/>
              </a:rPr>
              <a:t>be</a:t>
            </a:r>
            <a:r>
              <a:rPr sz="2800" spc="-20" dirty="0">
                <a:solidFill>
                  <a:srgbClr val="006600"/>
                </a:solidFill>
                <a:latin typeface="Lucida Sans Unicode" panose="020B0602030504020204" pitchFamily="34" charset="0"/>
                <a:cs typeface="Lucida Sans Unicode" panose="020B0602030504020204" pitchFamily="34" charset="0"/>
              </a:rPr>
              <a:t> required</a:t>
            </a:r>
            <a:endParaRPr sz="2800">
              <a:latin typeface="Lucida Sans Unicode" panose="020B0602030504020204" pitchFamily="34" charset="0"/>
              <a:cs typeface="Lucida Sans Unicode" panose="020B0602030504020204" pitchFamily="34"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8673462" y="20321"/>
            <a:ext cx="266700" cy="271869"/>
          </a:xfrm>
          <a:prstGeom prst="rect">
            <a:avLst/>
          </a:prstGeom>
        </p:spPr>
        <p:txBody>
          <a:bodyPr vert="horz" wrap="square" lIns="0" tIns="25400" rIns="0" bIns="0" rtlCol="0">
            <a:spAutoFit/>
          </a:bodyPr>
          <a:lstStyle/>
          <a:p>
            <a:pPr marL="25400">
              <a:spcBef>
                <a:spcPts val="200"/>
              </a:spcBef>
            </a:pPr>
            <a:r>
              <a:rPr sz="1600" spc="-50" dirty="0">
                <a:latin typeface="Comic Sans MS"/>
                <a:cs typeface="Comic Sans MS"/>
              </a:rPr>
              <a:t>13</a:t>
            </a:r>
            <a:endParaRPr sz="1600">
              <a:latin typeface="Comic Sans MS"/>
              <a:cs typeface="Comic Sans MS"/>
            </a:endParaRPr>
          </a:p>
        </p:txBody>
      </p:sp>
      <p:sp>
        <p:nvSpPr>
          <p:cNvPr id="3" name="object 3"/>
          <p:cNvSpPr txBox="1">
            <a:spLocks noGrp="1"/>
          </p:cNvSpPr>
          <p:nvPr>
            <p:ph type="title"/>
          </p:nvPr>
        </p:nvSpPr>
        <p:spPr>
          <a:xfrm>
            <a:off x="421386" y="292190"/>
            <a:ext cx="8301228" cy="735121"/>
          </a:xfrm>
          <a:prstGeom prst="rect">
            <a:avLst/>
          </a:prstGeom>
        </p:spPr>
        <p:txBody>
          <a:bodyPr vert="horz" wrap="square" lIns="0" tIns="118412" rIns="0" bIns="0" rtlCol="0">
            <a:spAutoFit/>
          </a:bodyPr>
          <a:lstStyle/>
          <a:p>
            <a:pPr marL="1615440">
              <a:spcBef>
                <a:spcPts val="200"/>
              </a:spcBef>
            </a:pPr>
            <a:r>
              <a:rPr i="0" dirty="0"/>
              <a:t>Inspection</a:t>
            </a:r>
            <a:r>
              <a:rPr i="0" spc="-160" dirty="0"/>
              <a:t> </a:t>
            </a:r>
            <a:r>
              <a:rPr i="0" spc="-20" dirty="0"/>
              <a:t>teams</a:t>
            </a:r>
          </a:p>
        </p:txBody>
      </p:sp>
      <p:sp>
        <p:nvSpPr>
          <p:cNvPr id="4" name="object 4"/>
          <p:cNvSpPr txBox="1"/>
          <p:nvPr/>
        </p:nvSpPr>
        <p:spPr>
          <a:xfrm>
            <a:off x="152400" y="1394250"/>
            <a:ext cx="8153400" cy="4029308"/>
          </a:xfrm>
          <a:prstGeom prst="rect">
            <a:avLst/>
          </a:prstGeom>
        </p:spPr>
        <p:txBody>
          <a:bodyPr vert="horz" wrap="square" lIns="0" tIns="67310" rIns="0" bIns="0" rtlCol="0">
            <a:spAutoFit/>
          </a:bodyPr>
          <a:lstStyle/>
          <a:p>
            <a:pPr marL="364490" indent="-339090">
              <a:spcBef>
                <a:spcPts val="530"/>
              </a:spcBef>
              <a:buChar char="•"/>
              <a:tabLst>
                <a:tab pos="364490" algn="l"/>
              </a:tabLst>
            </a:pPr>
            <a:r>
              <a:rPr sz="3200" dirty="0">
                <a:solidFill>
                  <a:srgbClr val="006600"/>
                </a:solidFill>
                <a:latin typeface="Lucida Sans Unicode" panose="020B0602030504020204" pitchFamily="34" charset="0"/>
                <a:cs typeface="Lucida Sans Unicode" panose="020B0602030504020204" pitchFamily="34" charset="0"/>
              </a:rPr>
              <a:t>Made</a:t>
            </a:r>
            <a:r>
              <a:rPr sz="3200" spc="-10" dirty="0">
                <a:solidFill>
                  <a:srgbClr val="006600"/>
                </a:solidFill>
                <a:latin typeface="Lucida Sans Unicode" panose="020B0602030504020204" pitchFamily="34" charset="0"/>
                <a:cs typeface="Lucida Sans Unicode" panose="020B0602030504020204" pitchFamily="34" charset="0"/>
              </a:rPr>
              <a:t> </a:t>
            </a:r>
            <a:r>
              <a:rPr sz="3200" dirty="0">
                <a:solidFill>
                  <a:srgbClr val="006600"/>
                </a:solidFill>
                <a:latin typeface="Lucida Sans Unicode" panose="020B0602030504020204" pitchFamily="34" charset="0"/>
                <a:cs typeface="Lucida Sans Unicode" panose="020B0602030504020204" pitchFamily="34" charset="0"/>
              </a:rPr>
              <a:t>up</a:t>
            </a:r>
            <a:r>
              <a:rPr sz="3200" spc="-10" dirty="0">
                <a:solidFill>
                  <a:srgbClr val="006600"/>
                </a:solidFill>
                <a:latin typeface="Lucida Sans Unicode" panose="020B0602030504020204" pitchFamily="34" charset="0"/>
                <a:cs typeface="Lucida Sans Unicode" panose="020B0602030504020204" pitchFamily="34" charset="0"/>
              </a:rPr>
              <a:t> </a:t>
            </a:r>
            <a:r>
              <a:rPr sz="3200" dirty="0">
                <a:solidFill>
                  <a:srgbClr val="006600"/>
                </a:solidFill>
                <a:latin typeface="Lucida Sans Unicode" panose="020B0602030504020204" pitchFamily="34" charset="0"/>
                <a:cs typeface="Lucida Sans Unicode" panose="020B0602030504020204" pitchFamily="34" charset="0"/>
              </a:rPr>
              <a:t>of</a:t>
            </a:r>
            <a:r>
              <a:rPr sz="3200" spc="-10" dirty="0">
                <a:solidFill>
                  <a:srgbClr val="006600"/>
                </a:solidFill>
                <a:latin typeface="Lucida Sans Unicode" panose="020B0602030504020204" pitchFamily="34" charset="0"/>
                <a:cs typeface="Lucida Sans Unicode" panose="020B0602030504020204" pitchFamily="34" charset="0"/>
              </a:rPr>
              <a:t> </a:t>
            </a:r>
            <a:r>
              <a:rPr sz="3200" dirty="0">
                <a:solidFill>
                  <a:srgbClr val="006600"/>
                </a:solidFill>
                <a:latin typeface="Lucida Sans Unicode" panose="020B0602030504020204" pitchFamily="34" charset="0"/>
                <a:cs typeface="Lucida Sans Unicode" panose="020B0602030504020204" pitchFamily="34" charset="0"/>
              </a:rPr>
              <a:t>at</a:t>
            </a:r>
            <a:r>
              <a:rPr sz="3200" spc="-10" dirty="0">
                <a:solidFill>
                  <a:srgbClr val="006600"/>
                </a:solidFill>
                <a:latin typeface="Lucida Sans Unicode" panose="020B0602030504020204" pitchFamily="34" charset="0"/>
                <a:cs typeface="Lucida Sans Unicode" panose="020B0602030504020204" pitchFamily="34" charset="0"/>
              </a:rPr>
              <a:t> </a:t>
            </a:r>
            <a:r>
              <a:rPr sz="3200" dirty="0">
                <a:solidFill>
                  <a:srgbClr val="006600"/>
                </a:solidFill>
                <a:latin typeface="Lucida Sans Unicode" panose="020B0602030504020204" pitchFamily="34" charset="0"/>
                <a:cs typeface="Lucida Sans Unicode" panose="020B0602030504020204" pitchFamily="34" charset="0"/>
              </a:rPr>
              <a:t>least</a:t>
            </a:r>
            <a:r>
              <a:rPr sz="3200" spc="-10" dirty="0">
                <a:solidFill>
                  <a:srgbClr val="006600"/>
                </a:solidFill>
                <a:latin typeface="Lucida Sans Unicode" panose="020B0602030504020204" pitchFamily="34" charset="0"/>
                <a:cs typeface="Lucida Sans Unicode" panose="020B0602030504020204" pitchFamily="34" charset="0"/>
              </a:rPr>
              <a:t> </a:t>
            </a:r>
            <a:r>
              <a:rPr sz="3200" dirty="0">
                <a:solidFill>
                  <a:srgbClr val="006600"/>
                </a:solidFill>
                <a:latin typeface="Lucida Sans Unicode" panose="020B0602030504020204" pitchFamily="34" charset="0"/>
                <a:cs typeface="Lucida Sans Unicode" panose="020B0602030504020204" pitchFamily="34" charset="0"/>
              </a:rPr>
              <a:t>4 </a:t>
            </a:r>
            <a:r>
              <a:rPr sz="3200" spc="-20" dirty="0">
                <a:solidFill>
                  <a:srgbClr val="006600"/>
                </a:solidFill>
                <a:latin typeface="Lucida Sans Unicode" panose="020B0602030504020204" pitchFamily="34" charset="0"/>
                <a:cs typeface="Lucida Sans Unicode" panose="020B0602030504020204" pitchFamily="34" charset="0"/>
              </a:rPr>
              <a:t>members</a:t>
            </a:r>
            <a:endParaRPr sz="3200" dirty="0">
              <a:latin typeface="Lucida Sans Unicode" panose="020B0602030504020204" pitchFamily="34" charset="0"/>
              <a:cs typeface="Lucida Sans Unicode" panose="020B0602030504020204" pitchFamily="34" charset="0"/>
            </a:endParaRPr>
          </a:p>
          <a:p>
            <a:pPr marL="364490" indent="-339090">
              <a:spcBef>
                <a:spcPts val="320"/>
              </a:spcBef>
              <a:buChar char="•"/>
              <a:tabLst>
                <a:tab pos="364490" algn="l"/>
              </a:tabLst>
            </a:pPr>
            <a:r>
              <a:rPr sz="3200" dirty="0">
                <a:solidFill>
                  <a:srgbClr val="006600"/>
                </a:solidFill>
                <a:latin typeface="Lucida Sans Unicode" panose="020B0602030504020204" pitchFamily="34" charset="0"/>
                <a:cs typeface="Lucida Sans Unicode" panose="020B0602030504020204" pitchFamily="34" charset="0"/>
              </a:rPr>
              <a:t>Author</a:t>
            </a:r>
            <a:r>
              <a:rPr sz="3200" spc="-50" dirty="0">
                <a:solidFill>
                  <a:srgbClr val="006600"/>
                </a:solidFill>
                <a:latin typeface="Lucida Sans Unicode" panose="020B0602030504020204" pitchFamily="34" charset="0"/>
                <a:cs typeface="Lucida Sans Unicode" panose="020B0602030504020204" pitchFamily="34" charset="0"/>
              </a:rPr>
              <a:t> </a:t>
            </a:r>
            <a:r>
              <a:rPr sz="3200" dirty="0">
                <a:solidFill>
                  <a:srgbClr val="006600"/>
                </a:solidFill>
                <a:latin typeface="Lucida Sans Unicode" panose="020B0602030504020204" pitchFamily="34" charset="0"/>
                <a:cs typeface="Lucida Sans Unicode" panose="020B0602030504020204" pitchFamily="34" charset="0"/>
              </a:rPr>
              <a:t>of</a:t>
            </a:r>
            <a:r>
              <a:rPr sz="3200" spc="-40" dirty="0">
                <a:solidFill>
                  <a:srgbClr val="006600"/>
                </a:solidFill>
                <a:latin typeface="Lucida Sans Unicode" panose="020B0602030504020204" pitchFamily="34" charset="0"/>
                <a:cs typeface="Lucida Sans Unicode" panose="020B0602030504020204" pitchFamily="34" charset="0"/>
              </a:rPr>
              <a:t> </a:t>
            </a:r>
            <a:r>
              <a:rPr sz="3200" dirty="0">
                <a:solidFill>
                  <a:srgbClr val="006600"/>
                </a:solidFill>
                <a:latin typeface="Lucida Sans Unicode" panose="020B0602030504020204" pitchFamily="34" charset="0"/>
                <a:cs typeface="Lucida Sans Unicode" panose="020B0602030504020204" pitchFamily="34" charset="0"/>
              </a:rPr>
              <a:t>the</a:t>
            </a:r>
            <a:r>
              <a:rPr sz="3200" spc="-50" dirty="0">
                <a:solidFill>
                  <a:srgbClr val="006600"/>
                </a:solidFill>
                <a:latin typeface="Lucida Sans Unicode" panose="020B0602030504020204" pitchFamily="34" charset="0"/>
                <a:cs typeface="Lucida Sans Unicode" panose="020B0602030504020204" pitchFamily="34" charset="0"/>
              </a:rPr>
              <a:t> </a:t>
            </a:r>
            <a:r>
              <a:rPr sz="3200" dirty="0">
                <a:solidFill>
                  <a:srgbClr val="006600"/>
                </a:solidFill>
                <a:latin typeface="Lucida Sans Unicode" panose="020B0602030504020204" pitchFamily="34" charset="0"/>
                <a:cs typeface="Lucida Sans Unicode" panose="020B0602030504020204" pitchFamily="34" charset="0"/>
              </a:rPr>
              <a:t>code</a:t>
            </a:r>
            <a:r>
              <a:rPr sz="3200" spc="-40" dirty="0">
                <a:solidFill>
                  <a:srgbClr val="006600"/>
                </a:solidFill>
                <a:latin typeface="Lucida Sans Unicode" panose="020B0602030504020204" pitchFamily="34" charset="0"/>
                <a:cs typeface="Lucida Sans Unicode" panose="020B0602030504020204" pitchFamily="34" charset="0"/>
              </a:rPr>
              <a:t> </a:t>
            </a:r>
            <a:r>
              <a:rPr sz="3200" dirty="0">
                <a:solidFill>
                  <a:srgbClr val="006600"/>
                </a:solidFill>
                <a:latin typeface="Lucida Sans Unicode" panose="020B0602030504020204" pitchFamily="34" charset="0"/>
                <a:cs typeface="Lucida Sans Unicode" panose="020B0602030504020204" pitchFamily="34" charset="0"/>
              </a:rPr>
              <a:t>being</a:t>
            </a:r>
            <a:r>
              <a:rPr sz="3200" spc="-40" dirty="0">
                <a:solidFill>
                  <a:srgbClr val="006600"/>
                </a:solidFill>
                <a:latin typeface="Lucida Sans Unicode" panose="020B0602030504020204" pitchFamily="34" charset="0"/>
                <a:cs typeface="Lucida Sans Unicode" panose="020B0602030504020204" pitchFamily="34" charset="0"/>
              </a:rPr>
              <a:t> </a:t>
            </a:r>
            <a:r>
              <a:rPr sz="3200" spc="-20" dirty="0">
                <a:solidFill>
                  <a:srgbClr val="006600"/>
                </a:solidFill>
                <a:latin typeface="Lucida Sans Unicode" panose="020B0602030504020204" pitchFamily="34" charset="0"/>
                <a:cs typeface="Lucida Sans Unicode" panose="020B0602030504020204" pitchFamily="34" charset="0"/>
              </a:rPr>
              <a:t>inspected</a:t>
            </a:r>
            <a:endParaRPr sz="3200" dirty="0">
              <a:latin typeface="Lucida Sans Unicode" panose="020B0602030504020204" pitchFamily="34" charset="0"/>
              <a:cs typeface="Lucida Sans Unicode" panose="020B0602030504020204" pitchFamily="34" charset="0"/>
            </a:endParaRPr>
          </a:p>
          <a:p>
            <a:pPr marL="364490" marR="1226820" indent="-339090">
              <a:lnSpc>
                <a:spcPts val="3540"/>
              </a:lnSpc>
              <a:spcBef>
                <a:spcPts val="730"/>
              </a:spcBef>
              <a:buChar char="•"/>
              <a:tabLst>
                <a:tab pos="368300" algn="l"/>
              </a:tabLst>
            </a:pPr>
            <a:r>
              <a:rPr sz="3200" dirty="0">
                <a:solidFill>
                  <a:srgbClr val="006600"/>
                </a:solidFill>
                <a:latin typeface="Lucida Sans Unicode" panose="020B0602030504020204" pitchFamily="34" charset="0"/>
                <a:cs typeface="Lucida Sans Unicode" panose="020B0602030504020204" pitchFamily="34" charset="0"/>
              </a:rPr>
              <a:t>Inspector</a:t>
            </a:r>
            <a:r>
              <a:rPr sz="3200" spc="-50" dirty="0">
                <a:solidFill>
                  <a:srgbClr val="006600"/>
                </a:solidFill>
                <a:latin typeface="Lucida Sans Unicode" panose="020B0602030504020204" pitchFamily="34" charset="0"/>
                <a:cs typeface="Lucida Sans Unicode" panose="020B0602030504020204" pitchFamily="34" charset="0"/>
              </a:rPr>
              <a:t> </a:t>
            </a:r>
            <a:r>
              <a:rPr sz="3200" dirty="0">
                <a:solidFill>
                  <a:srgbClr val="006600"/>
                </a:solidFill>
                <a:latin typeface="Lucida Sans Unicode" panose="020B0602030504020204" pitchFamily="34" charset="0"/>
                <a:cs typeface="Lucida Sans Unicode" panose="020B0602030504020204" pitchFamily="34" charset="0"/>
              </a:rPr>
              <a:t>who</a:t>
            </a:r>
            <a:r>
              <a:rPr sz="3200" spc="880" dirty="0">
                <a:solidFill>
                  <a:srgbClr val="006600"/>
                </a:solidFill>
                <a:latin typeface="Lucida Sans Unicode" panose="020B0602030504020204" pitchFamily="34" charset="0"/>
                <a:cs typeface="Lucida Sans Unicode" panose="020B0602030504020204" pitchFamily="34" charset="0"/>
              </a:rPr>
              <a:t> </a:t>
            </a:r>
            <a:r>
              <a:rPr sz="3200" dirty="0">
                <a:solidFill>
                  <a:srgbClr val="006600"/>
                </a:solidFill>
                <a:latin typeface="Lucida Sans Unicode" panose="020B0602030504020204" pitchFamily="34" charset="0"/>
                <a:cs typeface="Lucida Sans Unicode" panose="020B0602030504020204" pitchFamily="34" charset="0"/>
              </a:rPr>
              <a:t>finds</a:t>
            </a:r>
            <a:r>
              <a:rPr sz="3200" spc="-50" dirty="0">
                <a:solidFill>
                  <a:srgbClr val="006600"/>
                </a:solidFill>
                <a:latin typeface="Lucida Sans Unicode" panose="020B0602030504020204" pitchFamily="34" charset="0"/>
                <a:cs typeface="Lucida Sans Unicode" panose="020B0602030504020204" pitchFamily="34" charset="0"/>
              </a:rPr>
              <a:t> </a:t>
            </a:r>
            <a:r>
              <a:rPr sz="3200" spc="-20" dirty="0">
                <a:solidFill>
                  <a:srgbClr val="006600"/>
                </a:solidFill>
                <a:latin typeface="Lucida Sans Unicode" panose="020B0602030504020204" pitchFamily="34" charset="0"/>
                <a:cs typeface="Lucida Sans Unicode" panose="020B0602030504020204" pitchFamily="34" charset="0"/>
              </a:rPr>
              <a:t>errors, 	</a:t>
            </a:r>
            <a:r>
              <a:rPr sz="3200" dirty="0">
                <a:solidFill>
                  <a:srgbClr val="006600"/>
                </a:solidFill>
                <a:latin typeface="Lucida Sans Unicode" panose="020B0602030504020204" pitchFamily="34" charset="0"/>
                <a:cs typeface="Lucida Sans Unicode" panose="020B0602030504020204" pitchFamily="34" charset="0"/>
              </a:rPr>
              <a:t>omissions</a:t>
            </a:r>
            <a:r>
              <a:rPr sz="3200" spc="-60" dirty="0">
                <a:solidFill>
                  <a:srgbClr val="006600"/>
                </a:solidFill>
                <a:latin typeface="Lucida Sans Unicode" panose="020B0602030504020204" pitchFamily="34" charset="0"/>
                <a:cs typeface="Lucida Sans Unicode" panose="020B0602030504020204" pitchFamily="34" charset="0"/>
              </a:rPr>
              <a:t> </a:t>
            </a:r>
            <a:r>
              <a:rPr sz="3200" dirty="0">
                <a:solidFill>
                  <a:srgbClr val="006600"/>
                </a:solidFill>
                <a:latin typeface="Lucida Sans Unicode" panose="020B0602030504020204" pitchFamily="34" charset="0"/>
                <a:cs typeface="Lucida Sans Unicode" panose="020B0602030504020204" pitchFamily="34" charset="0"/>
              </a:rPr>
              <a:t>and</a:t>
            </a:r>
            <a:r>
              <a:rPr sz="3200" spc="-60" dirty="0">
                <a:solidFill>
                  <a:srgbClr val="006600"/>
                </a:solidFill>
                <a:latin typeface="Lucida Sans Unicode" panose="020B0602030504020204" pitchFamily="34" charset="0"/>
                <a:cs typeface="Lucida Sans Unicode" panose="020B0602030504020204" pitchFamily="34" charset="0"/>
              </a:rPr>
              <a:t> </a:t>
            </a:r>
            <a:r>
              <a:rPr sz="3200" spc="-20" dirty="0">
                <a:solidFill>
                  <a:srgbClr val="006600"/>
                </a:solidFill>
                <a:latin typeface="Lucida Sans Unicode" panose="020B0602030504020204" pitchFamily="34" charset="0"/>
                <a:cs typeface="Lucida Sans Unicode" panose="020B0602030504020204" pitchFamily="34" charset="0"/>
              </a:rPr>
              <a:t>inconsistencies</a:t>
            </a:r>
            <a:endParaRPr sz="3200" dirty="0">
              <a:latin typeface="Lucida Sans Unicode" panose="020B0602030504020204" pitchFamily="34" charset="0"/>
              <a:cs typeface="Lucida Sans Unicode" panose="020B0602030504020204" pitchFamily="34" charset="0"/>
            </a:endParaRPr>
          </a:p>
          <a:p>
            <a:pPr marL="364490" marR="299720" indent="-339090">
              <a:lnSpc>
                <a:spcPts val="3440"/>
              </a:lnSpc>
              <a:spcBef>
                <a:spcPts val="700"/>
              </a:spcBef>
              <a:buChar char="•"/>
              <a:tabLst>
                <a:tab pos="368300" algn="l"/>
              </a:tabLst>
            </a:pPr>
            <a:r>
              <a:rPr sz="3200" dirty="0">
                <a:solidFill>
                  <a:srgbClr val="006600"/>
                </a:solidFill>
                <a:latin typeface="Lucida Sans Unicode" panose="020B0602030504020204" pitchFamily="34" charset="0"/>
                <a:cs typeface="Lucida Sans Unicode" panose="020B0602030504020204" pitchFamily="34" charset="0"/>
              </a:rPr>
              <a:t>Reader</a:t>
            </a:r>
            <a:r>
              <a:rPr sz="3200" spc="-50" dirty="0">
                <a:solidFill>
                  <a:srgbClr val="006600"/>
                </a:solidFill>
                <a:latin typeface="Lucida Sans Unicode" panose="020B0602030504020204" pitchFamily="34" charset="0"/>
                <a:cs typeface="Lucida Sans Unicode" panose="020B0602030504020204" pitchFamily="34" charset="0"/>
              </a:rPr>
              <a:t> </a:t>
            </a:r>
            <a:r>
              <a:rPr sz="3200" dirty="0">
                <a:solidFill>
                  <a:srgbClr val="006600"/>
                </a:solidFill>
                <a:latin typeface="Lucida Sans Unicode" panose="020B0602030504020204" pitchFamily="34" charset="0"/>
                <a:cs typeface="Lucida Sans Unicode" panose="020B0602030504020204" pitchFamily="34" charset="0"/>
              </a:rPr>
              <a:t>who</a:t>
            </a:r>
            <a:r>
              <a:rPr sz="3200" spc="-50" dirty="0">
                <a:solidFill>
                  <a:srgbClr val="006600"/>
                </a:solidFill>
                <a:latin typeface="Lucida Sans Unicode" panose="020B0602030504020204" pitchFamily="34" charset="0"/>
                <a:cs typeface="Lucida Sans Unicode" panose="020B0602030504020204" pitchFamily="34" charset="0"/>
              </a:rPr>
              <a:t> </a:t>
            </a:r>
            <a:r>
              <a:rPr sz="3200" dirty="0">
                <a:solidFill>
                  <a:srgbClr val="006600"/>
                </a:solidFill>
                <a:latin typeface="Lucida Sans Unicode" panose="020B0602030504020204" pitchFamily="34" charset="0"/>
                <a:cs typeface="Lucida Sans Unicode" panose="020B0602030504020204" pitchFamily="34" charset="0"/>
              </a:rPr>
              <a:t>reads</a:t>
            </a:r>
            <a:r>
              <a:rPr sz="3200" spc="-50" dirty="0">
                <a:solidFill>
                  <a:srgbClr val="006600"/>
                </a:solidFill>
                <a:latin typeface="Lucida Sans Unicode" panose="020B0602030504020204" pitchFamily="34" charset="0"/>
                <a:cs typeface="Lucida Sans Unicode" panose="020B0602030504020204" pitchFamily="34" charset="0"/>
              </a:rPr>
              <a:t> </a:t>
            </a:r>
            <a:r>
              <a:rPr sz="3200" dirty="0">
                <a:solidFill>
                  <a:srgbClr val="006600"/>
                </a:solidFill>
                <a:latin typeface="Lucida Sans Unicode" panose="020B0602030504020204" pitchFamily="34" charset="0"/>
                <a:cs typeface="Lucida Sans Unicode" panose="020B0602030504020204" pitchFamily="34" charset="0"/>
              </a:rPr>
              <a:t>the</a:t>
            </a:r>
            <a:r>
              <a:rPr sz="3200" spc="-50" dirty="0">
                <a:solidFill>
                  <a:srgbClr val="006600"/>
                </a:solidFill>
                <a:latin typeface="Lucida Sans Unicode" panose="020B0602030504020204" pitchFamily="34" charset="0"/>
                <a:cs typeface="Lucida Sans Unicode" panose="020B0602030504020204" pitchFamily="34" charset="0"/>
              </a:rPr>
              <a:t> </a:t>
            </a:r>
            <a:r>
              <a:rPr sz="3200" dirty="0">
                <a:solidFill>
                  <a:srgbClr val="006600"/>
                </a:solidFill>
                <a:latin typeface="Lucida Sans Unicode" panose="020B0602030504020204" pitchFamily="34" charset="0"/>
                <a:cs typeface="Lucida Sans Unicode" panose="020B0602030504020204" pitchFamily="34" charset="0"/>
              </a:rPr>
              <a:t>code</a:t>
            </a:r>
            <a:r>
              <a:rPr sz="3200" spc="-50" dirty="0">
                <a:solidFill>
                  <a:srgbClr val="006600"/>
                </a:solidFill>
                <a:latin typeface="Lucida Sans Unicode" panose="020B0602030504020204" pitchFamily="34" charset="0"/>
                <a:cs typeface="Lucida Sans Unicode" panose="020B0602030504020204" pitchFamily="34" charset="0"/>
              </a:rPr>
              <a:t> </a:t>
            </a:r>
            <a:r>
              <a:rPr sz="3200" dirty="0">
                <a:solidFill>
                  <a:srgbClr val="006600"/>
                </a:solidFill>
                <a:latin typeface="Lucida Sans Unicode" panose="020B0602030504020204" pitchFamily="34" charset="0"/>
                <a:cs typeface="Lucida Sans Unicode" panose="020B0602030504020204" pitchFamily="34" charset="0"/>
              </a:rPr>
              <a:t>to</a:t>
            </a:r>
            <a:r>
              <a:rPr sz="3200" spc="-40" dirty="0">
                <a:solidFill>
                  <a:srgbClr val="006600"/>
                </a:solidFill>
                <a:latin typeface="Lucida Sans Unicode" panose="020B0602030504020204" pitchFamily="34" charset="0"/>
                <a:cs typeface="Lucida Sans Unicode" panose="020B0602030504020204" pitchFamily="34" charset="0"/>
              </a:rPr>
              <a:t> </a:t>
            </a:r>
            <a:r>
              <a:rPr sz="3200" spc="-50" dirty="0">
                <a:solidFill>
                  <a:srgbClr val="006600"/>
                </a:solidFill>
                <a:latin typeface="Lucida Sans Unicode" panose="020B0602030504020204" pitchFamily="34" charset="0"/>
                <a:cs typeface="Lucida Sans Unicode" panose="020B0602030504020204" pitchFamily="34" charset="0"/>
              </a:rPr>
              <a:t>the 	</a:t>
            </a:r>
            <a:r>
              <a:rPr sz="3200" spc="-40" dirty="0">
                <a:solidFill>
                  <a:srgbClr val="006600"/>
                </a:solidFill>
                <a:latin typeface="Lucida Sans Unicode" panose="020B0602030504020204" pitchFamily="34" charset="0"/>
                <a:cs typeface="Lucida Sans Unicode" panose="020B0602030504020204" pitchFamily="34" charset="0"/>
              </a:rPr>
              <a:t>team</a:t>
            </a:r>
            <a:endParaRPr sz="3200" dirty="0">
              <a:latin typeface="Lucida Sans Unicode" panose="020B0602030504020204" pitchFamily="34" charset="0"/>
              <a:cs typeface="Lucida Sans Unicode" panose="020B0602030504020204" pitchFamily="34" charset="0"/>
            </a:endParaRPr>
          </a:p>
          <a:p>
            <a:pPr marL="364490" marR="195580" indent="-339090">
              <a:lnSpc>
                <a:spcPts val="3440"/>
              </a:lnSpc>
              <a:spcBef>
                <a:spcPts val="818"/>
              </a:spcBef>
              <a:buChar char="•"/>
              <a:tabLst>
                <a:tab pos="368300" algn="l"/>
              </a:tabLst>
            </a:pPr>
            <a:r>
              <a:rPr sz="3200" dirty="0">
                <a:solidFill>
                  <a:srgbClr val="006600"/>
                </a:solidFill>
                <a:latin typeface="Lucida Sans Unicode" panose="020B0602030504020204" pitchFamily="34" charset="0"/>
                <a:cs typeface="Lucida Sans Unicode" panose="020B0602030504020204" pitchFamily="34" charset="0"/>
              </a:rPr>
              <a:t>Moderator</a:t>
            </a:r>
            <a:r>
              <a:rPr sz="3200" spc="-100" dirty="0">
                <a:solidFill>
                  <a:srgbClr val="006600"/>
                </a:solidFill>
                <a:latin typeface="Lucida Sans Unicode" panose="020B0602030504020204" pitchFamily="34" charset="0"/>
                <a:cs typeface="Lucida Sans Unicode" panose="020B0602030504020204" pitchFamily="34" charset="0"/>
              </a:rPr>
              <a:t> </a:t>
            </a:r>
            <a:r>
              <a:rPr sz="3200" dirty="0">
                <a:solidFill>
                  <a:srgbClr val="006600"/>
                </a:solidFill>
                <a:latin typeface="Lucida Sans Unicode" panose="020B0602030504020204" pitchFamily="34" charset="0"/>
                <a:cs typeface="Lucida Sans Unicode" panose="020B0602030504020204" pitchFamily="34" charset="0"/>
              </a:rPr>
              <a:t>who</a:t>
            </a:r>
            <a:r>
              <a:rPr sz="3200" spc="-100" dirty="0">
                <a:solidFill>
                  <a:srgbClr val="006600"/>
                </a:solidFill>
                <a:latin typeface="Lucida Sans Unicode" panose="020B0602030504020204" pitchFamily="34" charset="0"/>
                <a:cs typeface="Lucida Sans Unicode" panose="020B0602030504020204" pitchFamily="34" charset="0"/>
              </a:rPr>
              <a:t> </a:t>
            </a:r>
            <a:r>
              <a:rPr sz="3200" dirty="0">
                <a:solidFill>
                  <a:srgbClr val="006600"/>
                </a:solidFill>
                <a:latin typeface="Lucida Sans Unicode" panose="020B0602030504020204" pitchFamily="34" charset="0"/>
                <a:cs typeface="Lucida Sans Unicode" panose="020B0602030504020204" pitchFamily="34" charset="0"/>
              </a:rPr>
              <a:t>chairs</a:t>
            </a:r>
            <a:r>
              <a:rPr sz="3200" spc="-100" dirty="0">
                <a:solidFill>
                  <a:srgbClr val="006600"/>
                </a:solidFill>
                <a:latin typeface="Lucida Sans Unicode" panose="020B0602030504020204" pitchFamily="34" charset="0"/>
                <a:cs typeface="Lucida Sans Unicode" panose="020B0602030504020204" pitchFamily="34" charset="0"/>
              </a:rPr>
              <a:t> </a:t>
            </a:r>
            <a:r>
              <a:rPr sz="3200" dirty="0">
                <a:solidFill>
                  <a:srgbClr val="006600"/>
                </a:solidFill>
                <a:latin typeface="Lucida Sans Unicode" panose="020B0602030504020204" pitchFamily="34" charset="0"/>
                <a:cs typeface="Lucida Sans Unicode" panose="020B0602030504020204" pitchFamily="34" charset="0"/>
              </a:rPr>
              <a:t>the</a:t>
            </a:r>
            <a:r>
              <a:rPr sz="3200" spc="-90" dirty="0">
                <a:solidFill>
                  <a:srgbClr val="006600"/>
                </a:solidFill>
                <a:latin typeface="Lucida Sans Unicode" panose="020B0602030504020204" pitchFamily="34" charset="0"/>
                <a:cs typeface="Lucida Sans Unicode" panose="020B0602030504020204" pitchFamily="34" charset="0"/>
              </a:rPr>
              <a:t> </a:t>
            </a:r>
            <a:r>
              <a:rPr sz="3200" spc="-20" dirty="0">
                <a:solidFill>
                  <a:srgbClr val="006600"/>
                </a:solidFill>
                <a:latin typeface="Lucida Sans Unicode" panose="020B0602030504020204" pitchFamily="34" charset="0"/>
                <a:cs typeface="Lucida Sans Unicode" panose="020B0602030504020204" pitchFamily="34" charset="0"/>
              </a:rPr>
              <a:t>meeting 	</a:t>
            </a:r>
            <a:r>
              <a:rPr sz="3200" dirty="0">
                <a:solidFill>
                  <a:srgbClr val="006600"/>
                </a:solidFill>
                <a:latin typeface="Lucida Sans Unicode" panose="020B0602030504020204" pitchFamily="34" charset="0"/>
                <a:cs typeface="Lucida Sans Unicode" panose="020B0602030504020204" pitchFamily="34" charset="0"/>
              </a:rPr>
              <a:t>and</a:t>
            </a:r>
            <a:r>
              <a:rPr sz="3200" spc="-60" dirty="0">
                <a:solidFill>
                  <a:srgbClr val="006600"/>
                </a:solidFill>
                <a:latin typeface="Lucida Sans Unicode" panose="020B0602030504020204" pitchFamily="34" charset="0"/>
                <a:cs typeface="Lucida Sans Unicode" panose="020B0602030504020204" pitchFamily="34" charset="0"/>
              </a:rPr>
              <a:t> </a:t>
            </a:r>
            <a:r>
              <a:rPr sz="3200" dirty="0">
                <a:solidFill>
                  <a:srgbClr val="006600"/>
                </a:solidFill>
                <a:latin typeface="Lucida Sans Unicode" panose="020B0602030504020204" pitchFamily="34" charset="0"/>
                <a:cs typeface="Lucida Sans Unicode" panose="020B0602030504020204" pitchFamily="34" charset="0"/>
              </a:rPr>
              <a:t>notes</a:t>
            </a:r>
            <a:r>
              <a:rPr sz="3200" spc="-60" dirty="0">
                <a:solidFill>
                  <a:srgbClr val="006600"/>
                </a:solidFill>
                <a:latin typeface="Lucida Sans Unicode" panose="020B0602030504020204" pitchFamily="34" charset="0"/>
                <a:cs typeface="Lucida Sans Unicode" panose="020B0602030504020204" pitchFamily="34" charset="0"/>
              </a:rPr>
              <a:t> </a:t>
            </a:r>
            <a:r>
              <a:rPr sz="3200" dirty="0">
                <a:solidFill>
                  <a:srgbClr val="006600"/>
                </a:solidFill>
                <a:latin typeface="Lucida Sans Unicode" panose="020B0602030504020204" pitchFamily="34" charset="0"/>
                <a:cs typeface="Lucida Sans Unicode" panose="020B0602030504020204" pitchFamily="34" charset="0"/>
              </a:rPr>
              <a:t>discovered</a:t>
            </a:r>
            <a:r>
              <a:rPr sz="3200" spc="-50" dirty="0">
                <a:solidFill>
                  <a:srgbClr val="006600"/>
                </a:solidFill>
                <a:latin typeface="Lucida Sans Unicode" panose="020B0602030504020204" pitchFamily="34" charset="0"/>
                <a:cs typeface="Lucida Sans Unicode" panose="020B0602030504020204" pitchFamily="34" charset="0"/>
              </a:rPr>
              <a:t> </a:t>
            </a:r>
            <a:r>
              <a:rPr sz="3200" spc="-20" dirty="0">
                <a:solidFill>
                  <a:srgbClr val="006600"/>
                </a:solidFill>
                <a:latin typeface="Lucida Sans Unicode" panose="020B0602030504020204" pitchFamily="34" charset="0"/>
                <a:cs typeface="Lucida Sans Unicode" panose="020B0602030504020204" pitchFamily="34" charset="0"/>
              </a:rPr>
              <a:t>errors</a:t>
            </a:r>
            <a:endParaRPr sz="3200" dirty="0">
              <a:latin typeface="Lucida Sans Unicode" panose="020B0602030504020204" pitchFamily="34" charset="0"/>
              <a:cs typeface="Lucida Sans Unicode" panose="020B0602030504020204" pitchFamily="34"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8673462" y="20321"/>
            <a:ext cx="266700" cy="271869"/>
          </a:xfrm>
          <a:prstGeom prst="rect">
            <a:avLst/>
          </a:prstGeom>
        </p:spPr>
        <p:txBody>
          <a:bodyPr vert="horz" wrap="square" lIns="0" tIns="25400" rIns="0" bIns="0" rtlCol="0">
            <a:spAutoFit/>
          </a:bodyPr>
          <a:lstStyle/>
          <a:p>
            <a:pPr marL="25400">
              <a:spcBef>
                <a:spcPts val="200"/>
              </a:spcBef>
            </a:pPr>
            <a:r>
              <a:rPr sz="1600" spc="-50" dirty="0">
                <a:latin typeface="Comic Sans MS"/>
                <a:cs typeface="Comic Sans MS"/>
              </a:rPr>
              <a:t>14</a:t>
            </a:r>
            <a:endParaRPr sz="1600">
              <a:latin typeface="Comic Sans MS"/>
              <a:cs typeface="Comic Sans MS"/>
            </a:endParaRPr>
          </a:p>
        </p:txBody>
      </p:sp>
      <p:sp>
        <p:nvSpPr>
          <p:cNvPr id="3" name="object 3"/>
          <p:cNvSpPr txBox="1">
            <a:spLocks noGrp="1"/>
          </p:cNvSpPr>
          <p:nvPr>
            <p:ph type="title"/>
          </p:nvPr>
        </p:nvSpPr>
        <p:spPr>
          <a:xfrm>
            <a:off x="372234" y="292190"/>
            <a:ext cx="8301228" cy="735121"/>
          </a:xfrm>
          <a:prstGeom prst="rect">
            <a:avLst/>
          </a:prstGeom>
        </p:spPr>
        <p:txBody>
          <a:bodyPr vert="horz" wrap="square" lIns="0" tIns="118412" rIns="0" bIns="0" rtlCol="0">
            <a:spAutoFit/>
          </a:bodyPr>
          <a:lstStyle/>
          <a:p>
            <a:pPr marL="1192530">
              <a:spcBef>
                <a:spcPts val="200"/>
              </a:spcBef>
            </a:pPr>
            <a:r>
              <a:rPr i="0" dirty="0"/>
              <a:t>Inspection</a:t>
            </a:r>
            <a:r>
              <a:rPr i="0" spc="-130" dirty="0"/>
              <a:t> </a:t>
            </a:r>
            <a:r>
              <a:rPr i="0" spc="-20" dirty="0"/>
              <a:t>checklists</a:t>
            </a:r>
          </a:p>
        </p:txBody>
      </p:sp>
      <p:sp>
        <p:nvSpPr>
          <p:cNvPr id="4" name="object 4"/>
          <p:cNvSpPr txBox="1"/>
          <p:nvPr/>
        </p:nvSpPr>
        <p:spPr>
          <a:xfrm>
            <a:off x="751240" y="1476547"/>
            <a:ext cx="7536180" cy="3739485"/>
          </a:xfrm>
          <a:prstGeom prst="rect">
            <a:avLst/>
          </a:prstGeom>
        </p:spPr>
        <p:txBody>
          <a:bodyPr vert="horz" wrap="square" lIns="0" tIns="45720" rIns="0" bIns="0" rtlCol="0">
            <a:spAutoFit/>
          </a:bodyPr>
          <a:lstStyle/>
          <a:p>
            <a:pPr marL="364490" marR="31750" indent="-339090">
              <a:lnSpc>
                <a:spcPts val="3300"/>
              </a:lnSpc>
              <a:spcBef>
                <a:spcPts val="360"/>
              </a:spcBef>
              <a:buChar char="•"/>
              <a:tabLst>
                <a:tab pos="368300" algn="l"/>
              </a:tabLst>
            </a:pPr>
            <a:r>
              <a:rPr sz="2800" dirty="0">
                <a:solidFill>
                  <a:srgbClr val="006600"/>
                </a:solidFill>
                <a:latin typeface="Lucida Sans Unicode" panose="020B0602030504020204" pitchFamily="34" charset="0"/>
                <a:cs typeface="Lucida Sans Unicode" panose="020B0602030504020204" pitchFamily="34" charset="0"/>
              </a:rPr>
              <a:t>Checklist</a:t>
            </a:r>
            <a:r>
              <a:rPr sz="2800" spc="-60" dirty="0">
                <a:solidFill>
                  <a:srgbClr val="006600"/>
                </a:solidFill>
                <a:latin typeface="Lucida Sans Unicode" panose="020B0602030504020204" pitchFamily="34" charset="0"/>
                <a:cs typeface="Lucida Sans Unicode" panose="020B0602030504020204" pitchFamily="34" charset="0"/>
              </a:rPr>
              <a:t> </a:t>
            </a:r>
            <a:r>
              <a:rPr sz="2800" dirty="0">
                <a:solidFill>
                  <a:srgbClr val="006600"/>
                </a:solidFill>
                <a:latin typeface="Lucida Sans Unicode" panose="020B0602030504020204" pitchFamily="34" charset="0"/>
                <a:cs typeface="Lucida Sans Unicode" panose="020B0602030504020204" pitchFamily="34" charset="0"/>
              </a:rPr>
              <a:t>of</a:t>
            </a:r>
            <a:r>
              <a:rPr sz="2800" spc="-50" dirty="0">
                <a:solidFill>
                  <a:srgbClr val="006600"/>
                </a:solidFill>
                <a:latin typeface="Lucida Sans Unicode" panose="020B0602030504020204" pitchFamily="34" charset="0"/>
                <a:cs typeface="Lucida Sans Unicode" panose="020B0602030504020204" pitchFamily="34" charset="0"/>
              </a:rPr>
              <a:t> </a:t>
            </a:r>
            <a:r>
              <a:rPr sz="2800" dirty="0">
                <a:solidFill>
                  <a:srgbClr val="006600"/>
                </a:solidFill>
                <a:latin typeface="Lucida Sans Unicode" panose="020B0602030504020204" pitchFamily="34" charset="0"/>
                <a:cs typeface="Lucida Sans Unicode" panose="020B0602030504020204" pitchFamily="34" charset="0"/>
              </a:rPr>
              <a:t>common</a:t>
            </a:r>
            <a:r>
              <a:rPr sz="2800" spc="-70" dirty="0">
                <a:solidFill>
                  <a:srgbClr val="006600"/>
                </a:solidFill>
                <a:latin typeface="Lucida Sans Unicode" panose="020B0602030504020204" pitchFamily="34" charset="0"/>
                <a:cs typeface="Lucida Sans Unicode" panose="020B0602030504020204" pitchFamily="34" charset="0"/>
              </a:rPr>
              <a:t> </a:t>
            </a:r>
            <a:r>
              <a:rPr sz="2800" dirty="0">
                <a:solidFill>
                  <a:srgbClr val="006600"/>
                </a:solidFill>
                <a:latin typeface="Lucida Sans Unicode" panose="020B0602030504020204" pitchFamily="34" charset="0"/>
                <a:cs typeface="Lucida Sans Unicode" panose="020B0602030504020204" pitchFamily="34" charset="0"/>
              </a:rPr>
              <a:t>errors</a:t>
            </a:r>
            <a:r>
              <a:rPr sz="2800" spc="-60" dirty="0">
                <a:solidFill>
                  <a:srgbClr val="006600"/>
                </a:solidFill>
                <a:latin typeface="Lucida Sans Unicode" panose="020B0602030504020204" pitchFamily="34" charset="0"/>
                <a:cs typeface="Lucida Sans Unicode" panose="020B0602030504020204" pitchFamily="34" charset="0"/>
              </a:rPr>
              <a:t> </a:t>
            </a:r>
            <a:r>
              <a:rPr sz="2800" dirty="0">
                <a:solidFill>
                  <a:srgbClr val="006600"/>
                </a:solidFill>
                <a:latin typeface="Lucida Sans Unicode" panose="020B0602030504020204" pitchFamily="34" charset="0"/>
                <a:cs typeface="Lucida Sans Unicode" panose="020B0602030504020204" pitchFamily="34" charset="0"/>
              </a:rPr>
              <a:t>should</a:t>
            </a:r>
            <a:r>
              <a:rPr sz="2800" spc="-50" dirty="0">
                <a:solidFill>
                  <a:srgbClr val="006600"/>
                </a:solidFill>
                <a:latin typeface="Lucida Sans Unicode" panose="020B0602030504020204" pitchFamily="34" charset="0"/>
                <a:cs typeface="Lucida Sans Unicode" panose="020B0602030504020204" pitchFamily="34" charset="0"/>
              </a:rPr>
              <a:t> </a:t>
            </a:r>
            <a:r>
              <a:rPr sz="2800" dirty="0">
                <a:solidFill>
                  <a:srgbClr val="006600"/>
                </a:solidFill>
                <a:latin typeface="Lucida Sans Unicode" panose="020B0602030504020204" pitchFamily="34" charset="0"/>
                <a:cs typeface="Lucida Sans Unicode" panose="020B0602030504020204" pitchFamily="34" charset="0"/>
              </a:rPr>
              <a:t>be</a:t>
            </a:r>
            <a:r>
              <a:rPr sz="2800" spc="-60" dirty="0">
                <a:solidFill>
                  <a:srgbClr val="006600"/>
                </a:solidFill>
                <a:latin typeface="Lucida Sans Unicode" panose="020B0602030504020204" pitchFamily="34" charset="0"/>
                <a:cs typeface="Lucida Sans Unicode" panose="020B0602030504020204" pitchFamily="34" charset="0"/>
              </a:rPr>
              <a:t> </a:t>
            </a:r>
            <a:r>
              <a:rPr sz="2800" spc="-40" dirty="0">
                <a:solidFill>
                  <a:srgbClr val="006600"/>
                </a:solidFill>
                <a:latin typeface="Lucida Sans Unicode" panose="020B0602030504020204" pitchFamily="34" charset="0"/>
                <a:cs typeface="Lucida Sans Unicode" panose="020B0602030504020204" pitchFamily="34" charset="0"/>
              </a:rPr>
              <a:t>used 	</a:t>
            </a:r>
            <a:r>
              <a:rPr sz="2800" dirty="0">
                <a:solidFill>
                  <a:srgbClr val="006600"/>
                </a:solidFill>
                <a:latin typeface="Lucida Sans Unicode" panose="020B0602030504020204" pitchFamily="34" charset="0"/>
                <a:cs typeface="Lucida Sans Unicode" panose="020B0602030504020204" pitchFamily="34" charset="0"/>
              </a:rPr>
              <a:t>to</a:t>
            </a:r>
            <a:r>
              <a:rPr sz="2800" spc="-30" dirty="0">
                <a:solidFill>
                  <a:srgbClr val="006600"/>
                </a:solidFill>
                <a:latin typeface="Lucida Sans Unicode" panose="020B0602030504020204" pitchFamily="34" charset="0"/>
                <a:cs typeface="Lucida Sans Unicode" panose="020B0602030504020204" pitchFamily="34" charset="0"/>
              </a:rPr>
              <a:t> </a:t>
            </a:r>
            <a:r>
              <a:rPr sz="2800" dirty="0">
                <a:solidFill>
                  <a:srgbClr val="006600"/>
                </a:solidFill>
                <a:latin typeface="Lucida Sans Unicode" panose="020B0602030504020204" pitchFamily="34" charset="0"/>
                <a:cs typeface="Lucida Sans Unicode" panose="020B0602030504020204" pitchFamily="34" charset="0"/>
              </a:rPr>
              <a:t>drive</a:t>
            </a:r>
            <a:r>
              <a:rPr sz="2800" spc="-20" dirty="0">
                <a:solidFill>
                  <a:srgbClr val="006600"/>
                </a:solidFill>
                <a:latin typeface="Lucida Sans Unicode" panose="020B0602030504020204" pitchFamily="34" charset="0"/>
                <a:cs typeface="Lucida Sans Unicode" panose="020B0602030504020204" pitchFamily="34" charset="0"/>
              </a:rPr>
              <a:t> </a:t>
            </a:r>
            <a:r>
              <a:rPr sz="2800" dirty="0">
                <a:solidFill>
                  <a:srgbClr val="006600"/>
                </a:solidFill>
                <a:latin typeface="Lucida Sans Unicode" panose="020B0602030504020204" pitchFamily="34" charset="0"/>
                <a:cs typeface="Lucida Sans Unicode" panose="020B0602030504020204" pitchFamily="34" charset="0"/>
              </a:rPr>
              <a:t>the</a:t>
            </a:r>
            <a:r>
              <a:rPr sz="2800" spc="-20" dirty="0">
                <a:solidFill>
                  <a:srgbClr val="006600"/>
                </a:solidFill>
                <a:latin typeface="Lucida Sans Unicode" panose="020B0602030504020204" pitchFamily="34" charset="0"/>
                <a:cs typeface="Lucida Sans Unicode" panose="020B0602030504020204" pitchFamily="34" charset="0"/>
              </a:rPr>
              <a:t> inspection</a:t>
            </a:r>
            <a:endParaRPr sz="2800" dirty="0">
              <a:latin typeface="Lucida Sans Unicode" panose="020B0602030504020204" pitchFamily="34" charset="0"/>
              <a:cs typeface="Lucida Sans Unicode" panose="020B0602030504020204" pitchFamily="34" charset="0"/>
            </a:endParaRPr>
          </a:p>
          <a:p>
            <a:pPr marL="364490" marR="515620" indent="-339090">
              <a:lnSpc>
                <a:spcPts val="3320"/>
              </a:lnSpc>
              <a:spcBef>
                <a:spcPts val="750"/>
              </a:spcBef>
              <a:buChar char="•"/>
              <a:tabLst>
                <a:tab pos="368300" algn="l"/>
              </a:tabLst>
            </a:pPr>
            <a:r>
              <a:rPr sz="2800" dirty="0">
                <a:solidFill>
                  <a:srgbClr val="006600"/>
                </a:solidFill>
                <a:latin typeface="Lucida Sans Unicode" panose="020B0602030504020204" pitchFamily="34" charset="0"/>
                <a:cs typeface="Lucida Sans Unicode" panose="020B0602030504020204" pitchFamily="34" charset="0"/>
              </a:rPr>
              <a:t>Error</a:t>
            </a:r>
            <a:r>
              <a:rPr sz="2800" spc="-60" dirty="0">
                <a:solidFill>
                  <a:srgbClr val="006600"/>
                </a:solidFill>
                <a:latin typeface="Lucida Sans Unicode" panose="020B0602030504020204" pitchFamily="34" charset="0"/>
                <a:cs typeface="Lucida Sans Unicode" panose="020B0602030504020204" pitchFamily="34" charset="0"/>
              </a:rPr>
              <a:t> </a:t>
            </a:r>
            <a:r>
              <a:rPr sz="2800" dirty="0">
                <a:solidFill>
                  <a:srgbClr val="006600"/>
                </a:solidFill>
                <a:latin typeface="Lucida Sans Unicode" panose="020B0602030504020204" pitchFamily="34" charset="0"/>
                <a:cs typeface="Lucida Sans Unicode" panose="020B0602030504020204" pitchFamily="34" charset="0"/>
              </a:rPr>
              <a:t>checklist</a:t>
            </a:r>
            <a:r>
              <a:rPr sz="2800" spc="-60" dirty="0">
                <a:solidFill>
                  <a:srgbClr val="006600"/>
                </a:solidFill>
                <a:latin typeface="Lucida Sans Unicode" panose="020B0602030504020204" pitchFamily="34" charset="0"/>
                <a:cs typeface="Lucida Sans Unicode" panose="020B0602030504020204" pitchFamily="34" charset="0"/>
              </a:rPr>
              <a:t> </a:t>
            </a:r>
            <a:r>
              <a:rPr sz="2800" dirty="0">
                <a:solidFill>
                  <a:srgbClr val="006600"/>
                </a:solidFill>
                <a:latin typeface="Lucida Sans Unicode" panose="020B0602030504020204" pitchFamily="34" charset="0"/>
                <a:cs typeface="Lucida Sans Unicode" panose="020B0602030504020204" pitchFamily="34" charset="0"/>
              </a:rPr>
              <a:t>is</a:t>
            </a:r>
            <a:r>
              <a:rPr sz="2800" spc="-60" dirty="0">
                <a:solidFill>
                  <a:srgbClr val="006600"/>
                </a:solidFill>
                <a:latin typeface="Lucida Sans Unicode" panose="020B0602030504020204" pitchFamily="34" charset="0"/>
                <a:cs typeface="Lucida Sans Unicode" panose="020B0602030504020204" pitchFamily="34" charset="0"/>
              </a:rPr>
              <a:t> </a:t>
            </a:r>
            <a:r>
              <a:rPr sz="2800" dirty="0">
                <a:solidFill>
                  <a:srgbClr val="006600"/>
                </a:solidFill>
                <a:latin typeface="Lucida Sans Unicode" panose="020B0602030504020204" pitchFamily="34" charset="0"/>
                <a:cs typeface="Lucida Sans Unicode" panose="020B0602030504020204" pitchFamily="34" charset="0"/>
              </a:rPr>
              <a:t>programming</a:t>
            </a:r>
            <a:r>
              <a:rPr sz="2800" spc="-60" dirty="0">
                <a:solidFill>
                  <a:srgbClr val="006600"/>
                </a:solidFill>
                <a:latin typeface="Lucida Sans Unicode" panose="020B0602030504020204" pitchFamily="34" charset="0"/>
                <a:cs typeface="Lucida Sans Unicode" panose="020B0602030504020204" pitchFamily="34" charset="0"/>
              </a:rPr>
              <a:t> </a:t>
            </a:r>
            <a:r>
              <a:rPr sz="2800" spc="-20" dirty="0">
                <a:solidFill>
                  <a:srgbClr val="006600"/>
                </a:solidFill>
                <a:latin typeface="Lucida Sans Unicode" panose="020B0602030504020204" pitchFamily="34" charset="0"/>
                <a:cs typeface="Lucida Sans Unicode" panose="020B0602030504020204" pitchFamily="34" charset="0"/>
              </a:rPr>
              <a:t>language 	dependent</a:t>
            </a:r>
            <a:endParaRPr sz="2800" dirty="0">
              <a:latin typeface="Lucida Sans Unicode" panose="020B0602030504020204" pitchFamily="34" charset="0"/>
              <a:cs typeface="Lucida Sans Unicode" panose="020B0602030504020204" pitchFamily="34" charset="0"/>
            </a:endParaRPr>
          </a:p>
          <a:p>
            <a:pPr marL="364490" marR="10160" indent="-339090">
              <a:lnSpc>
                <a:spcPts val="3320"/>
              </a:lnSpc>
              <a:spcBef>
                <a:spcPts val="760"/>
              </a:spcBef>
              <a:buChar char="•"/>
              <a:tabLst>
                <a:tab pos="368300" algn="l"/>
              </a:tabLst>
            </a:pPr>
            <a:r>
              <a:rPr sz="2800" dirty="0">
                <a:solidFill>
                  <a:srgbClr val="006600"/>
                </a:solidFill>
                <a:latin typeface="Lucida Sans Unicode" panose="020B0602030504020204" pitchFamily="34" charset="0"/>
                <a:cs typeface="Lucida Sans Unicode" panose="020B0602030504020204" pitchFamily="34" charset="0"/>
              </a:rPr>
              <a:t>The</a:t>
            </a:r>
            <a:r>
              <a:rPr sz="2800" spc="-40" dirty="0">
                <a:solidFill>
                  <a:srgbClr val="006600"/>
                </a:solidFill>
                <a:latin typeface="Lucida Sans Unicode" panose="020B0602030504020204" pitchFamily="34" charset="0"/>
                <a:cs typeface="Lucida Sans Unicode" panose="020B0602030504020204" pitchFamily="34" charset="0"/>
              </a:rPr>
              <a:t> </a:t>
            </a:r>
            <a:r>
              <a:rPr sz="2800" dirty="0">
                <a:solidFill>
                  <a:srgbClr val="006600"/>
                </a:solidFill>
                <a:latin typeface="Lucida Sans Unicode" panose="020B0602030504020204" pitchFamily="34" charset="0"/>
                <a:cs typeface="Lucida Sans Unicode" panose="020B0602030504020204" pitchFamily="34" charset="0"/>
              </a:rPr>
              <a:t>'weaker'</a:t>
            </a:r>
            <a:r>
              <a:rPr sz="2800" spc="-40" dirty="0">
                <a:solidFill>
                  <a:srgbClr val="006600"/>
                </a:solidFill>
                <a:latin typeface="Lucida Sans Unicode" panose="020B0602030504020204" pitchFamily="34" charset="0"/>
                <a:cs typeface="Lucida Sans Unicode" panose="020B0602030504020204" pitchFamily="34" charset="0"/>
              </a:rPr>
              <a:t> </a:t>
            </a:r>
            <a:r>
              <a:rPr sz="2800" dirty="0">
                <a:solidFill>
                  <a:srgbClr val="006600"/>
                </a:solidFill>
                <a:latin typeface="Lucida Sans Unicode" panose="020B0602030504020204" pitchFamily="34" charset="0"/>
                <a:cs typeface="Lucida Sans Unicode" panose="020B0602030504020204" pitchFamily="34" charset="0"/>
              </a:rPr>
              <a:t>the</a:t>
            </a:r>
            <a:r>
              <a:rPr sz="2800" spc="-40" dirty="0">
                <a:solidFill>
                  <a:srgbClr val="006600"/>
                </a:solidFill>
                <a:latin typeface="Lucida Sans Unicode" panose="020B0602030504020204" pitchFamily="34" charset="0"/>
                <a:cs typeface="Lucida Sans Unicode" panose="020B0602030504020204" pitchFamily="34" charset="0"/>
              </a:rPr>
              <a:t> </a:t>
            </a:r>
            <a:r>
              <a:rPr sz="2800" dirty="0">
                <a:solidFill>
                  <a:srgbClr val="006600"/>
                </a:solidFill>
                <a:latin typeface="Lucida Sans Unicode" panose="020B0602030504020204" pitchFamily="34" charset="0"/>
                <a:cs typeface="Lucida Sans Unicode" panose="020B0602030504020204" pitchFamily="34" charset="0"/>
              </a:rPr>
              <a:t>type</a:t>
            </a:r>
            <a:r>
              <a:rPr sz="2800" spc="-40" dirty="0">
                <a:solidFill>
                  <a:srgbClr val="006600"/>
                </a:solidFill>
                <a:latin typeface="Lucida Sans Unicode" panose="020B0602030504020204" pitchFamily="34" charset="0"/>
                <a:cs typeface="Lucida Sans Unicode" panose="020B0602030504020204" pitchFamily="34" charset="0"/>
              </a:rPr>
              <a:t> </a:t>
            </a:r>
            <a:r>
              <a:rPr sz="2800" dirty="0">
                <a:solidFill>
                  <a:srgbClr val="006600"/>
                </a:solidFill>
                <a:latin typeface="Lucida Sans Unicode" panose="020B0602030504020204" pitchFamily="34" charset="0"/>
                <a:cs typeface="Lucida Sans Unicode" panose="020B0602030504020204" pitchFamily="34" charset="0"/>
              </a:rPr>
              <a:t>checking,</a:t>
            </a:r>
            <a:r>
              <a:rPr sz="2800" spc="-40" dirty="0">
                <a:solidFill>
                  <a:srgbClr val="006600"/>
                </a:solidFill>
                <a:latin typeface="Lucida Sans Unicode" panose="020B0602030504020204" pitchFamily="34" charset="0"/>
                <a:cs typeface="Lucida Sans Unicode" panose="020B0602030504020204" pitchFamily="34" charset="0"/>
              </a:rPr>
              <a:t> </a:t>
            </a:r>
            <a:r>
              <a:rPr sz="2800" dirty="0">
                <a:solidFill>
                  <a:srgbClr val="006600"/>
                </a:solidFill>
                <a:latin typeface="Lucida Sans Unicode" panose="020B0602030504020204" pitchFamily="34" charset="0"/>
                <a:cs typeface="Lucida Sans Unicode" panose="020B0602030504020204" pitchFamily="34" charset="0"/>
              </a:rPr>
              <a:t>the</a:t>
            </a:r>
            <a:r>
              <a:rPr sz="2800" spc="-40" dirty="0">
                <a:solidFill>
                  <a:srgbClr val="006600"/>
                </a:solidFill>
                <a:latin typeface="Lucida Sans Unicode" panose="020B0602030504020204" pitchFamily="34" charset="0"/>
                <a:cs typeface="Lucida Sans Unicode" panose="020B0602030504020204" pitchFamily="34" charset="0"/>
              </a:rPr>
              <a:t> </a:t>
            </a:r>
            <a:r>
              <a:rPr sz="2800" spc="-20" dirty="0">
                <a:solidFill>
                  <a:srgbClr val="006600"/>
                </a:solidFill>
                <a:latin typeface="Lucida Sans Unicode" panose="020B0602030504020204" pitchFamily="34" charset="0"/>
                <a:cs typeface="Lucida Sans Unicode" panose="020B0602030504020204" pitchFamily="34" charset="0"/>
              </a:rPr>
              <a:t>larger 	</a:t>
            </a:r>
            <a:r>
              <a:rPr sz="2800" dirty="0">
                <a:solidFill>
                  <a:srgbClr val="006600"/>
                </a:solidFill>
                <a:latin typeface="Lucida Sans Unicode" panose="020B0602030504020204" pitchFamily="34" charset="0"/>
                <a:cs typeface="Lucida Sans Unicode" panose="020B0602030504020204" pitchFamily="34" charset="0"/>
              </a:rPr>
              <a:t>the</a:t>
            </a:r>
            <a:r>
              <a:rPr sz="2800" spc="-40" dirty="0">
                <a:solidFill>
                  <a:srgbClr val="006600"/>
                </a:solidFill>
                <a:latin typeface="Lucida Sans Unicode" panose="020B0602030504020204" pitchFamily="34" charset="0"/>
                <a:cs typeface="Lucida Sans Unicode" panose="020B0602030504020204" pitchFamily="34" charset="0"/>
              </a:rPr>
              <a:t> </a:t>
            </a:r>
            <a:r>
              <a:rPr sz="2800" spc="-20" dirty="0">
                <a:solidFill>
                  <a:srgbClr val="006600"/>
                </a:solidFill>
                <a:latin typeface="Lucida Sans Unicode" panose="020B0602030504020204" pitchFamily="34" charset="0"/>
                <a:cs typeface="Lucida Sans Unicode" panose="020B0602030504020204" pitchFamily="34" charset="0"/>
              </a:rPr>
              <a:t>checklist</a:t>
            </a:r>
            <a:endParaRPr sz="2800" dirty="0">
              <a:latin typeface="Lucida Sans Unicode" panose="020B0602030504020204" pitchFamily="34" charset="0"/>
              <a:cs typeface="Lucida Sans Unicode" panose="020B0602030504020204" pitchFamily="34" charset="0"/>
            </a:endParaRPr>
          </a:p>
          <a:p>
            <a:pPr marL="364490" marR="267970" indent="-339090">
              <a:lnSpc>
                <a:spcPts val="3320"/>
              </a:lnSpc>
              <a:spcBef>
                <a:spcPts val="760"/>
              </a:spcBef>
              <a:buChar char="•"/>
              <a:tabLst>
                <a:tab pos="368300" algn="l"/>
              </a:tabLst>
            </a:pPr>
            <a:r>
              <a:rPr sz="2800" dirty="0">
                <a:solidFill>
                  <a:srgbClr val="006600"/>
                </a:solidFill>
                <a:latin typeface="Lucida Sans Unicode" panose="020B0602030504020204" pitchFamily="34" charset="0"/>
                <a:cs typeface="Lucida Sans Unicode" panose="020B0602030504020204" pitchFamily="34" charset="0"/>
              </a:rPr>
              <a:t>Examples:</a:t>
            </a:r>
            <a:r>
              <a:rPr sz="2800" spc="-90" dirty="0">
                <a:solidFill>
                  <a:srgbClr val="006600"/>
                </a:solidFill>
                <a:latin typeface="Lucida Sans Unicode" panose="020B0602030504020204" pitchFamily="34" charset="0"/>
                <a:cs typeface="Lucida Sans Unicode" panose="020B0602030504020204" pitchFamily="34" charset="0"/>
              </a:rPr>
              <a:t> </a:t>
            </a:r>
            <a:r>
              <a:rPr sz="2800" dirty="0">
                <a:solidFill>
                  <a:srgbClr val="006600"/>
                </a:solidFill>
                <a:latin typeface="Lucida Sans Unicode" panose="020B0602030504020204" pitchFamily="34" charset="0"/>
                <a:cs typeface="Lucida Sans Unicode" panose="020B0602030504020204" pitchFamily="34" charset="0"/>
              </a:rPr>
              <a:t>Initialization,</a:t>
            </a:r>
            <a:r>
              <a:rPr sz="2800" spc="-90" dirty="0">
                <a:solidFill>
                  <a:srgbClr val="006600"/>
                </a:solidFill>
                <a:latin typeface="Lucida Sans Unicode" panose="020B0602030504020204" pitchFamily="34" charset="0"/>
                <a:cs typeface="Lucida Sans Unicode" panose="020B0602030504020204" pitchFamily="34" charset="0"/>
              </a:rPr>
              <a:t> </a:t>
            </a:r>
            <a:r>
              <a:rPr sz="2800" dirty="0">
                <a:solidFill>
                  <a:srgbClr val="006600"/>
                </a:solidFill>
                <a:latin typeface="Lucida Sans Unicode" panose="020B0602030504020204" pitchFamily="34" charset="0"/>
                <a:cs typeface="Lucida Sans Unicode" panose="020B0602030504020204" pitchFamily="34" charset="0"/>
              </a:rPr>
              <a:t>loop</a:t>
            </a:r>
            <a:r>
              <a:rPr sz="2800" spc="-80" dirty="0">
                <a:solidFill>
                  <a:srgbClr val="006600"/>
                </a:solidFill>
                <a:latin typeface="Lucida Sans Unicode" panose="020B0602030504020204" pitchFamily="34" charset="0"/>
                <a:cs typeface="Lucida Sans Unicode" panose="020B0602030504020204" pitchFamily="34" charset="0"/>
              </a:rPr>
              <a:t> </a:t>
            </a:r>
            <a:r>
              <a:rPr sz="2800" spc="-20" dirty="0">
                <a:solidFill>
                  <a:srgbClr val="006600"/>
                </a:solidFill>
                <a:latin typeface="Lucida Sans Unicode" panose="020B0602030504020204" pitchFamily="34" charset="0"/>
                <a:cs typeface="Lucida Sans Unicode" panose="020B0602030504020204" pitchFamily="34" charset="0"/>
              </a:rPr>
              <a:t>termination, 	</a:t>
            </a:r>
            <a:r>
              <a:rPr sz="2800" dirty="0">
                <a:solidFill>
                  <a:srgbClr val="006600"/>
                </a:solidFill>
                <a:latin typeface="Lucida Sans Unicode" panose="020B0602030504020204" pitchFamily="34" charset="0"/>
                <a:cs typeface="Lucida Sans Unicode" panose="020B0602030504020204" pitchFamily="34" charset="0"/>
              </a:rPr>
              <a:t>array</a:t>
            </a:r>
            <a:r>
              <a:rPr sz="2800" spc="-80" dirty="0">
                <a:solidFill>
                  <a:srgbClr val="006600"/>
                </a:solidFill>
                <a:latin typeface="Lucida Sans Unicode" panose="020B0602030504020204" pitchFamily="34" charset="0"/>
                <a:cs typeface="Lucida Sans Unicode" panose="020B0602030504020204" pitchFamily="34" charset="0"/>
              </a:rPr>
              <a:t> </a:t>
            </a:r>
            <a:r>
              <a:rPr sz="2800" dirty="0">
                <a:solidFill>
                  <a:srgbClr val="006600"/>
                </a:solidFill>
                <a:latin typeface="Lucida Sans Unicode" panose="020B0602030504020204" pitchFamily="34" charset="0"/>
                <a:cs typeface="Lucida Sans Unicode" panose="020B0602030504020204" pitchFamily="34" charset="0"/>
              </a:rPr>
              <a:t>bounds,</a:t>
            </a:r>
            <a:r>
              <a:rPr sz="2800" spc="-60" dirty="0">
                <a:solidFill>
                  <a:srgbClr val="006600"/>
                </a:solidFill>
                <a:latin typeface="Lucida Sans Unicode" panose="020B0602030504020204" pitchFamily="34" charset="0"/>
                <a:cs typeface="Lucida Sans Unicode" panose="020B0602030504020204" pitchFamily="34" charset="0"/>
              </a:rPr>
              <a:t> </a:t>
            </a:r>
            <a:r>
              <a:rPr sz="2800" spc="-40" dirty="0">
                <a:solidFill>
                  <a:srgbClr val="006600"/>
                </a:solidFill>
                <a:latin typeface="Lucida Sans Unicode" panose="020B0602030504020204" pitchFamily="34" charset="0"/>
                <a:cs typeface="Lucida Sans Unicode" panose="020B0602030504020204" pitchFamily="34" charset="0"/>
              </a:rPr>
              <a:t>etc.</a:t>
            </a:r>
            <a:endParaRPr sz="2800" dirty="0">
              <a:latin typeface="Lucida Sans Unicode" panose="020B0602030504020204" pitchFamily="34" charset="0"/>
              <a:cs typeface="Lucida Sans Unicode" panose="020B0602030504020204" pitchFamily="34"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564975" y="285275"/>
            <a:ext cx="3978910" cy="579646"/>
          </a:xfrm>
          <a:prstGeom prst="rect">
            <a:avLst/>
          </a:prstGeom>
        </p:spPr>
        <p:txBody>
          <a:bodyPr vert="horz" wrap="square" lIns="0" tIns="25400" rIns="0" bIns="0" rtlCol="0">
            <a:spAutoFit/>
          </a:bodyPr>
          <a:lstStyle/>
          <a:p>
            <a:pPr marL="25400">
              <a:spcBef>
                <a:spcPts val="200"/>
              </a:spcBef>
            </a:pPr>
            <a:r>
              <a:rPr sz="3600" b="1" dirty="0">
                <a:solidFill>
                  <a:srgbClr val="000099"/>
                </a:solidFill>
                <a:latin typeface="Lucida Sans Unicode" panose="020B0602030504020204" pitchFamily="34" charset="0"/>
                <a:cs typeface="Lucida Sans Unicode" panose="020B0602030504020204" pitchFamily="34" charset="0"/>
              </a:rPr>
              <a:t>Inspection</a:t>
            </a:r>
            <a:r>
              <a:rPr sz="3600" b="1" spc="-130" dirty="0">
                <a:solidFill>
                  <a:srgbClr val="000099"/>
                </a:solidFill>
                <a:latin typeface="Lucida Sans Unicode" panose="020B0602030504020204" pitchFamily="34" charset="0"/>
                <a:cs typeface="Lucida Sans Unicode" panose="020B0602030504020204" pitchFamily="34" charset="0"/>
              </a:rPr>
              <a:t> </a:t>
            </a:r>
            <a:r>
              <a:rPr sz="3600" b="1" spc="-20" dirty="0">
                <a:solidFill>
                  <a:srgbClr val="000099"/>
                </a:solidFill>
                <a:latin typeface="Lucida Sans Unicode" panose="020B0602030504020204" pitchFamily="34" charset="0"/>
                <a:cs typeface="Lucida Sans Unicode" panose="020B0602030504020204" pitchFamily="34" charset="0"/>
              </a:rPr>
              <a:t>checks</a:t>
            </a:r>
            <a:endParaRPr sz="3600" dirty="0">
              <a:latin typeface="Lucida Sans Unicode" panose="020B0602030504020204" pitchFamily="34" charset="0"/>
              <a:cs typeface="Lucida Sans Unicode" panose="020B0602030504020204" pitchFamily="34" charset="0"/>
            </a:endParaRPr>
          </a:p>
        </p:txBody>
      </p:sp>
      <p:graphicFrame>
        <p:nvGraphicFramePr>
          <p:cNvPr id="7" name="object 7"/>
          <p:cNvGraphicFramePr>
            <a:graphicFrameLocks noGrp="1"/>
          </p:cNvGraphicFramePr>
          <p:nvPr>
            <p:extLst>
              <p:ext uri="{D42A27DB-BD31-4B8C-83A1-F6EECF244321}">
                <p14:modId xmlns:p14="http://schemas.microsoft.com/office/powerpoint/2010/main" val="2013241451"/>
              </p:ext>
            </p:extLst>
          </p:nvPr>
        </p:nvGraphicFramePr>
        <p:xfrm>
          <a:off x="357182" y="864921"/>
          <a:ext cx="8383268" cy="5016944"/>
        </p:xfrm>
        <a:graphic>
          <a:graphicData uri="http://schemas.openxmlformats.org/drawingml/2006/table">
            <a:tbl>
              <a:tblPr firstRow="1" bandRow="1">
                <a:tableStyleId>{2D5ABB26-0587-4C30-8999-92F81FD0307C}</a:tableStyleId>
              </a:tblPr>
              <a:tblGrid>
                <a:gridCol w="2402840">
                  <a:extLst>
                    <a:ext uri="{9D8B030D-6E8A-4147-A177-3AD203B41FA5}">
                      <a16:colId xmlns:a16="http://schemas.microsoft.com/office/drawing/2014/main" val="20000"/>
                    </a:ext>
                  </a:extLst>
                </a:gridCol>
                <a:gridCol w="5980428">
                  <a:extLst>
                    <a:ext uri="{9D8B030D-6E8A-4147-A177-3AD203B41FA5}">
                      <a16:colId xmlns:a16="http://schemas.microsoft.com/office/drawing/2014/main" val="20001"/>
                    </a:ext>
                  </a:extLst>
                </a:gridCol>
              </a:tblGrid>
              <a:tr h="306516">
                <a:tc>
                  <a:txBody>
                    <a:bodyPr/>
                    <a:lstStyle/>
                    <a:p>
                      <a:pPr marL="63500">
                        <a:lnSpc>
                          <a:spcPct val="100000"/>
                        </a:lnSpc>
                        <a:spcBef>
                          <a:spcPts val="25"/>
                        </a:spcBef>
                      </a:pPr>
                      <a:r>
                        <a:rPr sz="1900" b="1" spc="10" dirty="0">
                          <a:latin typeface="Times New Roman"/>
                          <a:cs typeface="Times New Roman"/>
                        </a:rPr>
                        <a:t>Fault</a:t>
                      </a:r>
                      <a:r>
                        <a:rPr sz="1900" b="1" spc="50" dirty="0">
                          <a:latin typeface="Times New Roman"/>
                          <a:cs typeface="Times New Roman"/>
                        </a:rPr>
                        <a:t> </a:t>
                      </a:r>
                      <a:r>
                        <a:rPr sz="1900" b="1" spc="-10" dirty="0">
                          <a:latin typeface="Times New Roman"/>
                          <a:cs typeface="Times New Roman"/>
                        </a:rPr>
                        <a:t>class</a:t>
                      </a:r>
                      <a:endParaRPr sz="1900" dirty="0">
                        <a:latin typeface="Times New Roman"/>
                        <a:cs typeface="Times New Roman"/>
                      </a:endParaRPr>
                    </a:p>
                  </a:txBody>
                  <a:tcPr marL="0" marR="0" marT="63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00">
                        <a:lnSpc>
                          <a:spcPct val="100000"/>
                        </a:lnSpc>
                        <a:spcBef>
                          <a:spcPts val="25"/>
                        </a:spcBef>
                      </a:pPr>
                      <a:r>
                        <a:rPr sz="1900" b="1" dirty="0">
                          <a:latin typeface="Times New Roman"/>
                          <a:cs typeface="Times New Roman"/>
                        </a:rPr>
                        <a:t>Inspection</a:t>
                      </a:r>
                      <a:r>
                        <a:rPr sz="1900" b="1" spc="204" dirty="0">
                          <a:latin typeface="Times New Roman"/>
                          <a:cs typeface="Times New Roman"/>
                        </a:rPr>
                        <a:t> </a:t>
                      </a:r>
                      <a:r>
                        <a:rPr sz="1900" b="1" spc="-10" dirty="0">
                          <a:latin typeface="Times New Roman"/>
                          <a:cs typeface="Times New Roman"/>
                        </a:rPr>
                        <a:t>check</a:t>
                      </a:r>
                      <a:endParaRPr sz="1900" dirty="0">
                        <a:latin typeface="Times New Roman"/>
                        <a:cs typeface="Times New Roman"/>
                      </a:endParaRPr>
                    </a:p>
                  </a:txBody>
                  <a:tcPr marL="0" marR="0" marT="63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r h="2586470">
                <a:tc>
                  <a:txBody>
                    <a:bodyPr/>
                    <a:lstStyle/>
                    <a:p>
                      <a:pPr marL="63500">
                        <a:lnSpc>
                          <a:spcPct val="100000"/>
                        </a:lnSpc>
                        <a:spcBef>
                          <a:spcPts val="25"/>
                        </a:spcBef>
                      </a:pPr>
                      <a:r>
                        <a:rPr sz="1900" dirty="0">
                          <a:latin typeface="Times New Roman"/>
                          <a:cs typeface="Times New Roman"/>
                        </a:rPr>
                        <a:t>Data</a:t>
                      </a:r>
                      <a:r>
                        <a:rPr sz="1900" spc="145" dirty="0">
                          <a:latin typeface="Times New Roman"/>
                          <a:cs typeface="Times New Roman"/>
                        </a:rPr>
                        <a:t> </a:t>
                      </a:r>
                      <a:r>
                        <a:rPr sz="1900" spc="-10" dirty="0">
                          <a:latin typeface="Times New Roman"/>
                          <a:cs typeface="Times New Roman"/>
                        </a:rPr>
                        <a:t>faults</a:t>
                      </a:r>
                      <a:endParaRPr sz="1900" dirty="0">
                        <a:latin typeface="Times New Roman"/>
                        <a:cs typeface="Times New Roman"/>
                      </a:endParaRPr>
                    </a:p>
                  </a:txBody>
                  <a:tcPr marL="0" marR="0" marT="63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00" marR="19685">
                        <a:lnSpc>
                          <a:spcPct val="100000"/>
                        </a:lnSpc>
                        <a:spcBef>
                          <a:spcPts val="115"/>
                        </a:spcBef>
                      </a:pPr>
                      <a:r>
                        <a:rPr sz="1900" spc="10" dirty="0">
                          <a:latin typeface="Times New Roman"/>
                          <a:cs typeface="Times New Roman"/>
                        </a:rPr>
                        <a:t>Are</a:t>
                      </a:r>
                      <a:r>
                        <a:rPr sz="1900" spc="-50" dirty="0">
                          <a:latin typeface="Times New Roman"/>
                          <a:cs typeface="Times New Roman"/>
                        </a:rPr>
                        <a:t> </a:t>
                      </a:r>
                      <a:r>
                        <a:rPr sz="1900" spc="10" dirty="0">
                          <a:latin typeface="Times New Roman"/>
                          <a:cs typeface="Times New Roman"/>
                        </a:rPr>
                        <a:t>all</a:t>
                      </a:r>
                      <a:r>
                        <a:rPr sz="1900" spc="40" dirty="0">
                          <a:latin typeface="Times New Roman"/>
                          <a:cs typeface="Times New Roman"/>
                        </a:rPr>
                        <a:t> </a:t>
                      </a:r>
                      <a:r>
                        <a:rPr sz="1900" spc="10" dirty="0">
                          <a:latin typeface="Times New Roman"/>
                          <a:cs typeface="Times New Roman"/>
                        </a:rPr>
                        <a:t>program</a:t>
                      </a:r>
                      <a:r>
                        <a:rPr sz="1900" spc="165" dirty="0">
                          <a:latin typeface="Times New Roman"/>
                          <a:cs typeface="Times New Roman"/>
                        </a:rPr>
                        <a:t> </a:t>
                      </a:r>
                      <a:r>
                        <a:rPr sz="1900" spc="10" dirty="0">
                          <a:latin typeface="Times New Roman"/>
                          <a:cs typeface="Times New Roman"/>
                        </a:rPr>
                        <a:t>variables</a:t>
                      </a:r>
                      <a:r>
                        <a:rPr sz="1900" spc="25" dirty="0">
                          <a:latin typeface="Times New Roman"/>
                          <a:cs typeface="Times New Roman"/>
                        </a:rPr>
                        <a:t> </a:t>
                      </a:r>
                      <a:r>
                        <a:rPr sz="1900" spc="10" dirty="0">
                          <a:latin typeface="Times New Roman"/>
                          <a:cs typeface="Times New Roman"/>
                        </a:rPr>
                        <a:t>initialised before</a:t>
                      </a:r>
                      <a:r>
                        <a:rPr sz="1900" spc="85" dirty="0">
                          <a:latin typeface="Times New Roman"/>
                          <a:cs typeface="Times New Roman"/>
                        </a:rPr>
                        <a:t> </a:t>
                      </a:r>
                      <a:r>
                        <a:rPr sz="1900" spc="10" dirty="0">
                          <a:latin typeface="Times New Roman"/>
                          <a:cs typeface="Times New Roman"/>
                        </a:rPr>
                        <a:t>their</a:t>
                      </a:r>
                      <a:r>
                        <a:rPr sz="1900" spc="260" dirty="0">
                          <a:latin typeface="Times New Roman"/>
                          <a:cs typeface="Times New Roman"/>
                        </a:rPr>
                        <a:t>  </a:t>
                      </a:r>
                      <a:r>
                        <a:rPr sz="1900" spc="-10" dirty="0">
                          <a:latin typeface="Times New Roman"/>
                          <a:cs typeface="Times New Roman"/>
                        </a:rPr>
                        <a:t>values </a:t>
                      </a:r>
                      <a:r>
                        <a:rPr sz="1900" dirty="0">
                          <a:latin typeface="Times New Roman"/>
                          <a:cs typeface="Times New Roman"/>
                        </a:rPr>
                        <a:t>are</a:t>
                      </a:r>
                      <a:r>
                        <a:rPr sz="1900" spc="-10" dirty="0">
                          <a:latin typeface="Times New Roman"/>
                          <a:cs typeface="Times New Roman"/>
                        </a:rPr>
                        <a:t> </a:t>
                      </a:r>
                      <a:r>
                        <a:rPr sz="1900" spc="-20" dirty="0">
                          <a:latin typeface="Times New Roman"/>
                          <a:cs typeface="Times New Roman"/>
                        </a:rPr>
                        <a:t>used?</a:t>
                      </a:r>
                      <a:endParaRPr sz="1900" dirty="0">
                        <a:latin typeface="Times New Roman"/>
                        <a:cs typeface="Times New Roman"/>
                      </a:endParaRPr>
                    </a:p>
                    <a:p>
                      <a:pPr marL="63500">
                        <a:lnSpc>
                          <a:spcPct val="100000"/>
                        </a:lnSpc>
                      </a:pPr>
                      <a:r>
                        <a:rPr sz="1900" dirty="0">
                          <a:latin typeface="Times New Roman"/>
                          <a:cs typeface="Times New Roman"/>
                        </a:rPr>
                        <a:t>Have</a:t>
                      </a:r>
                      <a:r>
                        <a:rPr sz="1900" spc="65" dirty="0">
                          <a:latin typeface="Times New Roman"/>
                          <a:cs typeface="Times New Roman"/>
                        </a:rPr>
                        <a:t> </a:t>
                      </a:r>
                      <a:r>
                        <a:rPr sz="1900" dirty="0">
                          <a:latin typeface="Times New Roman"/>
                          <a:cs typeface="Times New Roman"/>
                        </a:rPr>
                        <a:t>all</a:t>
                      </a:r>
                      <a:r>
                        <a:rPr sz="1900" spc="20" dirty="0">
                          <a:latin typeface="Times New Roman"/>
                          <a:cs typeface="Times New Roman"/>
                        </a:rPr>
                        <a:t> </a:t>
                      </a:r>
                      <a:r>
                        <a:rPr sz="1900" spc="-10" dirty="0">
                          <a:latin typeface="Times New Roman"/>
                          <a:cs typeface="Times New Roman"/>
                        </a:rPr>
                        <a:t>co</a:t>
                      </a:r>
                      <a:r>
                        <a:rPr sz="1900" spc="-120" dirty="0">
                          <a:latin typeface="Times New Roman"/>
                          <a:cs typeface="Times New Roman"/>
                        </a:rPr>
                        <a:t> </a:t>
                      </a:r>
                      <a:r>
                        <a:rPr sz="1900" spc="-10" dirty="0">
                          <a:latin typeface="Times New Roman"/>
                          <a:cs typeface="Times New Roman"/>
                        </a:rPr>
                        <a:t>nstan</a:t>
                      </a:r>
                      <a:r>
                        <a:rPr sz="1900" spc="-120" dirty="0">
                          <a:latin typeface="Times New Roman"/>
                          <a:cs typeface="Times New Roman"/>
                        </a:rPr>
                        <a:t> </a:t>
                      </a:r>
                      <a:r>
                        <a:rPr sz="1900" dirty="0">
                          <a:latin typeface="Times New Roman"/>
                          <a:cs typeface="Times New Roman"/>
                        </a:rPr>
                        <a:t>ts</a:t>
                      </a:r>
                      <a:r>
                        <a:rPr sz="1900" spc="125" dirty="0">
                          <a:latin typeface="Times New Roman"/>
                          <a:cs typeface="Times New Roman"/>
                        </a:rPr>
                        <a:t> </a:t>
                      </a:r>
                      <a:r>
                        <a:rPr sz="1900" dirty="0">
                          <a:latin typeface="Times New Roman"/>
                          <a:cs typeface="Times New Roman"/>
                        </a:rPr>
                        <a:t>been</a:t>
                      </a:r>
                      <a:r>
                        <a:rPr sz="1900" spc="120" dirty="0">
                          <a:latin typeface="Times New Roman"/>
                          <a:cs typeface="Times New Roman"/>
                        </a:rPr>
                        <a:t> </a:t>
                      </a:r>
                      <a:r>
                        <a:rPr sz="1900" spc="-10" dirty="0">
                          <a:latin typeface="Times New Roman"/>
                          <a:cs typeface="Times New Roman"/>
                        </a:rPr>
                        <a:t>named?</a:t>
                      </a:r>
                      <a:endParaRPr sz="1900" dirty="0">
                        <a:latin typeface="Times New Roman"/>
                        <a:cs typeface="Times New Roman"/>
                      </a:endParaRPr>
                    </a:p>
                    <a:p>
                      <a:pPr marL="63500" marR="108585">
                        <a:lnSpc>
                          <a:spcPct val="100000"/>
                        </a:lnSpc>
                        <a:spcBef>
                          <a:spcPts val="50"/>
                        </a:spcBef>
                      </a:pPr>
                      <a:r>
                        <a:rPr sz="1900" spc="10" dirty="0">
                          <a:latin typeface="Times New Roman"/>
                          <a:cs typeface="Times New Roman"/>
                        </a:rPr>
                        <a:t>Should</a:t>
                      </a:r>
                      <a:r>
                        <a:rPr sz="1900" spc="105" dirty="0">
                          <a:latin typeface="Times New Roman"/>
                          <a:cs typeface="Times New Roman"/>
                        </a:rPr>
                        <a:t> </a:t>
                      </a:r>
                      <a:r>
                        <a:rPr sz="1900" spc="10" dirty="0">
                          <a:latin typeface="Times New Roman"/>
                          <a:cs typeface="Times New Roman"/>
                        </a:rPr>
                        <a:t>the</a:t>
                      </a:r>
                      <a:r>
                        <a:rPr sz="1900" spc="60" dirty="0">
                          <a:latin typeface="Times New Roman"/>
                          <a:cs typeface="Times New Roman"/>
                        </a:rPr>
                        <a:t> </a:t>
                      </a:r>
                      <a:r>
                        <a:rPr sz="1900" spc="10" dirty="0">
                          <a:latin typeface="Times New Roman"/>
                          <a:cs typeface="Times New Roman"/>
                        </a:rPr>
                        <a:t>lower</a:t>
                      </a:r>
                      <a:r>
                        <a:rPr sz="1900" spc="65" dirty="0">
                          <a:latin typeface="Times New Roman"/>
                          <a:cs typeface="Times New Roman"/>
                        </a:rPr>
                        <a:t> </a:t>
                      </a:r>
                      <a:r>
                        <a:rPr sz="1900" spc="10" dirty="0">
                          <a:latin typeface="Times New Roman"/>
                          <a:cs typeface="Times New Roman"/>
                        </a:rPr>
                        <a:t>bound</a:t>
                      </a:r>
                      <a:r>
                        <a:rPr sz="1900" spc="-10" dirty="0">
                          <a:latin typeface="Times New Roman"/>
                          <a:cs typeface="Times New Roman"/>
                        </a:rPr>
                        <a:t> </a:t>
                      </a:r>
                      <a:r>
                        <a:rPr sz="1900" spc="10" dirty="0">
                          <a:latin typeface="Times New Roman"/>
                          <a:cs typeface="Times New Roman"/>
                        </a:rPr>
                        <a:t>of</a:t>
                      </a:r>
                      <a:r>
                        <a:rPr sz="1900" spc="65" dirty="0">
                          <a:latin typeface="Times New Roman"/>
                          <a:cs typeface="Times New Roman"/>
                        </a:rPr>
                        <a:t> </a:t>
                      </a:r>
                      <a:r>
                        <a:rPr sz="1900" spc="10" dirty="0">
                          <a:latin typeface="Times New Roman"/>
                          <a:cs typeface="Times New Roman"/>
                        </a:rPr>
                        <a:t>arrays</a:t>
                      </a:r>
                      <a:r>
                        <a:rPr sz="1900" spc="-85" dirty="0">
                          <a:latin typeface="Times New Roman"/>
                          <a:cs typeface="Times New Roman"/>
                        </a:rPr>
                        <a:t> </a:t>
                      </a:r>
                      <a:r>
                        <a:rPr sz="1900" spc="10" dirty="0">
                          <a:latin typeface="Times New Roman"/>
                          <a:cs typeface="Times New Roman"/>
                        </a:rPr>
                        <a:t>be</a:t>
                      </a:r>
                      <a:r>
                        <a:rPr sz="1900" spc="60" dirty="0">
                          <a:latin typeface="Times New Roman"/>
                          <a:cs typeface="Times New Roman"/>
                        </a:rPr>
                        <a:t> </a:t>
                      </a:r>
                      <a:r>
                        <a:rPr sz="1900" spc="10" dirty="0">
                          <a:latin typeface="Times New Roman"/>
                          <a:cs typeface="Times New Roman"/>
                        </a:rPr>
                        <a:t>0,</a:t>
                      </a:r>
                      <a:r>
                        <a:rPr sz="1900" spc="50" dirty="0">
                          <a:latin typeface="Times New Roman"/>
                          <a:cs typeface="Times New Roman"/>
                        </a:rPr>
                        <a:t> </a:t>
                      </a:r>
                      <a:r>
                        <a:rPr sz="1900" spc="10" dirty="0">
                          <a:latin typeface="Times New Roman"/>
                          <a:cs typeface="Times New Roman"/>
                        </a:rPr>
                        <a:t>1,</a:t>
                      </a:r>
                      <a:r>
                        <a:rPr sz="1900" spc="50" dirty="0">
                          <a:latin typeface="Times New Roman"/>
                          <a:cs typeface="Times New Roman"/>
                        </a:rPr>
                        <a:t> </a:t>
                      </a:r>
                      <a:r>
                        <a:rPr sz="1900" spc="10" dirty="0">
                          <a:latin typeface="Times New Roman"/>
                          <a:cs typeface="Times New Roman"/>
                        </a:rPr>
                        <a:t>or</a:t>
                      </a:r>
                      <a:r>
                        <a:rPr sz="1900" spc="70" dirty="0">
                          <a:latin typeface="Times New Roman"/>
                          <a:cs typeface="Times New Roman"/>
                        </a:rPr>
                        <a:t> </a:t>
                      </a:r>
                      <a:r>
                        <a:rPr sz="1900" spc="10" dirty="0">
                          <a:latin typeface="Times New Roman"/>
                          <a:cs typeface="Times New Roman"/>
                        </a:rPr>
                        <a:t>somethin</a:t>
                      </a:r>
                      <a:r>
                        <a:rPr sz="1900" spc="-125" dirty="0">
                          <a:latin typeface="Times New Roman"/>
                          <a:cs typeface="Times New Roman"/>
                        </a:rPr>
                        <a:t> </a:t>
                      </a:r>
                      <a:r>
                        <a:rPr sz="1900" spc="-50" dirty="0">
                          <a:latin typeface="Times New Roman"/>
                          <a:cs typeface="Times New Roman"/>
                        </a:rPr>
                        <a:t>g</a:t>
                      </a:r>
                      <a:r>
                        <a:rPr sz="1900" spc="-10" dirty="0">
                          <a:latin typeface="Times New Roman"/>
                          <a:cs typeface="Times New Roman"/>
                        </a:rPr>
                        <a:t> else?</a:t>
                      </a:r>
                      <a:endParaRPr sz="1900" dirty="0">
                        <a:latin typeface="Times New Roman"/>
                        <a:cs typeface="Times New Roman"/>
                      </a:endParaRPr>
                    </a:p>
                    <a:p>
                      <a:pPr marL="63500">
                        <a:lnSpc>
                          <a:spcPct val="100000"/>
                        </a:lnSpc>
                      </a:pPr>
                      <a:r>
                        <a:rPr sz="1900" dirty="0">
                          <a:latin typeface="Times New Roman"/>
                          <a:cs typeface="Times New Roman"/>
                        </a:rPr>
                        <a:t>Should</a:t>
                      </a:r>
                      <a:r>
                        <a:rPr sz="1900" spc="155" dirty="0">
                          <a:latin typeface="Times New Roman"/>
                          <a:cs typeface="Times New Roman"/>
                        </a:rPr>
                        <a:t> </a:t>
                      </a:r>
                      <a:r>
                        <a:rPr sz="1900" dirty="0">
                          <a:latin typeface="Times New Roman"/>
                          <a:cs typeface="Times New Roman"/>
                        </a:rPr>
                        <a:t>the</a:t>
                      </a:r>
                      <a:r>
                        <a:rPr sz="1900" spc="105" dirty="0">
                          <a:latin typeface="Times New Roman"/>
                          <a:cs typeface="Times New Roman"/>
                        </a:rPr>
                        <a:t> </a:t>
                      </a:r>
                      <a:r>
                        <a:rPr sz="1900" dirty="0">
                          <a:latin typeface="Times New Roman"/>
                          <a:cs typeface="Times New Roman"/>
                        </a:rPr>
                        <a:t>upper</a:t>
                      </a:r>
                      <a:r>
                        <a:rPr sz="1900" spc="110" dirty="0">
                          <a:latin typeface="Times New Roman"/>
                          <a:cs typeface="Times New Roman"/>
                        </a:rPr>
                        <a:t> </a:t>
                      </a:r>
                      <a:r>
                        <a:rPr sz="1900" dirty="0">
                          <a:latin typeface="Times New Roman"/>
                          <a:cs typeface="Times New Roman"/>
                        </a:rPr>
                        <a:t>bound</a:t>
                      </a:r>
                      <a:r>
                        <a:rPr sz="1900" spc="25" dirty="0">
                          <a:latin typeface="Times New Roman"/>
                          <a:cs typeface="Times New Roman"/>
                        </a:rPr>
                        <a:t> </a:t>
                      </a:r>
                      <a:r>
                        <a:rPr sz="1900" dirty="0">
                          <a:latin typeface="Times New Roman"/>
                          <a:cs typeface="Times New Roman"/>
                        </a:rPr>
                        <a:t>of</a:t>
                      </a:r>
                      <a:r>
                        <a:rPr sz="1900" spc="114" dirty="0">
                          <a:latin typeface="Times New Roman"/>
                          <a:cs typeface="Times New Roman"/>
                        </a:rPr>
                        <a:t> </a:t>
                      </a:r>
                      <a:r>
                        <a:rPr sz="1900" dirty="0">
                          <a:latin typeface="Times New Roman"/>
                          <a:cs typeface="Times New Roman"/>
                        </a:rPr>
                        <a:t>arrays</a:t>
                      </a:r>
                      <a:r>
                        <a:rPr sz="1900" spc="170" dirty="0">
                          <a:latin typeface="Times New Roman"/>
                          <a:cs typeface="Times New Roman"/>
                        </a:rPr>
                        <a:t> </a:t>
                      </a:r>
                      <a:r>
                        <a:rPr sz="1900" spc="-40" dirty="0">
                          <a:latin typeface="Times New Roman"/>
                          <a:cs typeface="Times New Roman"/>
                        </a:rPr>
                        <a:t>be</a:t>
                      </a:r>
                      <a:r>
                        <a:rPr sz="1900" dirty="0">
                          <a:latin typeface="Times New Roman"/>
                          <a:cs typeface="Times New Roman"/>
                        </a:rPr>
                        <a:t> equal</a:t>
                      </a:r>
                      <a:r>
                        <a:rPr sz="1900" spc="50" dirty="0">
                          <a:latin typeface="Times New Roman"/>
                          <a:cs typeface="Times New Roman"/>
                        </a:rPr>
                        <a:t> </a:t>
                      </a:r>
                      <a:r>
                        <a:rPr sz="1900" dirty="0">
                          <a:latin typeface="Times New Roman"/>
                          <a:cs typeface="Times New Roman"/>
                        </a:rPr>
                        <a:t>to</a:t>
                      </a:r>
                      <a:r>
                        <a:rPr sz="1900" spc="155" dirty="0">
                          <a:latin typeface="Times New Roman"/>
                          <a:cs typeface="Times New Roman"/>
                        </a:rPr>
                        <a:t> </a:t>
                      </a:r>
                      <a:r>
                        <a:rPr sz="1900" dirty="0">
                          <a:latin typeface="Times New Roman"/>
                          <a:cs typeface="Times New Roman"/>
                        </a:rPr>
                        <a:t>the</a:t>
                      </a:r>
                      <a:r>
                        <a:rPr sz="1900" spc="-30" dirty="0">
                          <a:latin typeface="Times New Roman"/>
                          <a:cs typeface="Times New Roman"/>
                        </a:rPr>
                        <a:t> </a:t>
                      </a:r>
                      <a:r>
                        <a:rPr sz="1900" dirty="0">
                          <a:latin typeface="Times New Roman"/>
                          <a:cs typeface="Times New Roman"/>
                        </a:rPr>
                        <a:t>size</a:t>
                      </a:r>
                      <a:r>
                        <a:rPr sz="1900" spc="95" dirty="0">
                          <a:latin typeface="Times New Roman"/>
                          <a:cs typeface="Times New Roman"/>
                        </a:rPr>
                        <a:t> </a:t>
                      </a:r>
                      <a:r>
                        <a:rPr sz="1900" spc="-25" dirty="0">
                          <a:latin typeface="Times New Roman"/>
                          <a:cs typeface="Times New Roman"/>
                        </a:rPr>
                        <a:t>of</a:t>
                      </a:r>
                      <a:endParaRPr sz="1900" dirty="0">
                        <a:latin typeface="Times New Roman"/>
                        <a:cs typeface="Times New Roman"/>
                      </a:endParaRPr>
                    </a:p>
                    <a:p>
                      <a:pPr marL="63500">
                        <a:lnSpc>
                          <a:spcPct val="100000"/>
                        </a:lnSpc>
                      </a:pPr>
                      <a:r>
                        <a:rPr sz="1900" dirty="0">
                          <a:latin typeface="Times New Roman"/>
                          <a:cs typeface="Times New Roman"/>
                        </a:rPr>
                        <a:t>the</a:t>
                      </a:r>
                      <a:r>
                        <a:rPr sz="1900" spc="-60" dirty="0">
                          <a:latin typeface="Times New Roman"/>
                          <a:cs typeface="Times New Roman"/>
                        </a:rPr>
                        <a:t> </a:t>
                      </a:r>
                      <a:r>
                        <a:rPr sz="1900" dirty="0">
                          <a:latin typeface="Times New Roman"/>
                          <a:cs typeface="Times New Roman"/>
                        </a:rPr>
                        <a:t>a</a:t>
                      </a:r>
                      <a:r>
                        <a:rPr sz="1900" spc="-55" dirty="0">
                          <a:latin typeface="Times New Roman"/>
                          <a:cs typeface="Times New Roman"/>
                        </a:rPr>
                        <a:t> </a:t>
                      </a:r>
                      <a:r>
                        <a:rPr sz="1900" dirty="0">
                          <a:latin typeface="Times New Roman"/>
                          <a:cs typeface="Times New Roman"/>
                        </a:rPr>
                        <a:t>rray</a:t>
                      </a:r>
                      <a:r>
                        <a:rPr sz="1900" spc="120" dirty="0">
                          <a:latin typeface="Times New Roman"/>
                          <a:cs typeface="Times New Roman"/>
                        </a:rPr>
                        <a:t> </a:t>
                      </a:r>
                      <a:r>
                        <a:rPr sz="1900" dirty="0">
                          <a:latin typeface="Times New Roman"/>
                          <a:cs typeface="Times New Roman"/>
                        </a:rPr>
                        <a:t>or</a:t>
                      </a:r>
                      <a:r>
                        <a:rPr sz="1900" spc="-40" dirty="0">
                          <a:latin typeface="Times New Roman"/>
                          <a:cs typeface="Times New Roman"/>
                        </a:rPr>
                        <a:t> </a:t>
                      </a:r>
                      <a:r>
                        <a:rPr sz="1900" dirty="0">
                          <a:latin typeface="Times New Roman"/>
                          <a:cs typeface="Times New Roman"/>
                        </a:rPr>
                        <a:t>Size</a:t>
                      </a:r>
                      <a:r>
                        <a:rPr sz="1900" spc="185" dirty="0">
                          <a:latin typeface="Times New Roman"/>
                          <a:cs typeface="Times New Roman"/>
                        </a:rPr>
                        <a:t> </a:t>
                      </a:r>
                      <a:r>
                        <a:rPr sz="1900" spc="-20" dirty="0">
                          <a:latin typeface="Times New Roman"/>
                          <a:cs typeface="Times New Roman"/>
                        </a:rPr>
                        <a:t>-</a:t>
                      </a:r>
                      <a:r>
                        <a:rPr sz="1900" spc="-25" dirty="0">
                          <a:latin typeface="Times New Roman"/>
                          <a:cs typeface="Times New Roman"/>
                        </a:rPr>
                        <a:t>1?</a:t>
                      </a:r>
                      <a:endParaRPr sz="1900" dirty="0">
                        <a:latin typeface="Times New Roman"/>
                        <a:cs typeface="Times New Roman"/>
                      </a:endParaRPr>
                    </a:p>
                    <a:p>
                      <a:pPr marL="63500" marR="186690">
                        <a:lnSpc>
                          <a:spcPct val="100000"/>
                        </a:lnSpc>
                      </a:pPr>
                      <a:r>
                        <a:rPr sz="1900" spc="50" dirty="0">
                          <a:latin typeface="Times New Roman"/>
                          <a:cs typeface="Times New Roman"/>
                        </a:rPr>
                        <a:t>If</a:t>
                      </a:r>
                      <a:r>
                        <a:rPr sz="1900" spc="-30" dirty="0">
                          <a:latin typeface="Times New Roman"/>
                          <a:cs typeface="Times New Roman"/>
                        </a:rPr>
                        <a:t> </a:t>
                      </a:r>
                      <a:r>
                        <a:rPr sz="1900" dirty="0">
                          <a:latin typeface="Times New Roman"/>
                          <a:cs typeface="Times New Roman"/>
                        </a:rPr>
                        <a:t>character</a:t>
                      </a:r>
                      <a:r>
                        <a:rPr sz="1900" spc="-30" dirty="0">
                          <a:latin typeface="Times New Roman"/>
                          <a:cs typeface="Times New Roman"/>
                        </a:rPr>
                        <a:t> </a:t>
                      </a:r>
                      <a:r>
                        <a:rPr sz="1900" dirty="0">
                          <a:latin typeface="Times New Roman"/>
                          <a:cs typeface="Times New Roman"/>
                        </a:rPr>
                        <a:t>strin</a:t>
                      </a:r>
                      <a:r>
                        <a:rPr sz="1900" spc="-114" dirty="0">
                          <a:latin typeface="Times New Roman"/>
                          <a:cs typeface="Times New Roman"/>
                        </a:rPr>
                        <a:t> </a:t>
                      </a:r>
                      <a:r>
                        <a:rPr sz="1900" spc="-35" dirty="0">
                          <a:latin typeface="Times New Roman"/>
                          <a:cs typeface="Times New Roman"/>
                        </a:rPr>
                        <a:t>gs</a:t>
                      </a:r>
                      <a:r>
                        <a:rPr sz="1900" spc="20" dirty="0">
                          <a:latin typeface="Times New Roman"/>
                          <a:cs typeface="Times New Roman"/>
                        </a:rPr>
                        <a:t> </a:t>
                      </a:r>
                      <a:r>
                        <a:rPr sz="1900" dirty="0">
                          <a:latin typeface="Times New Roman"/>
                          <a:cs typeface="Times New Roman"/>
                        </a:rPr>
                        <a:t>are</a:t>
                      </a:r>
                      <a:r>
                        <a:rPr sz="1900" spc="305" dirty="0">
                          <a:latin typeface="Times New Roman"/>
                          <a:cs typeface="Times New Roman"/>
                        </a:rPr>
                        <a:t>  </a:t>
                      </a:r>
                      <a:r>
                        <a:rPr sz="1900" dirty="0">
                          <a:latin typeface="Times New Roman"/>
                          <a:cs typeface="Times New Roman"/>
                        </a:rPr>
                        <a:t>used,</a:t>
                      </a:r>
                      <a:r>
                        <a:rPr sz="1900" spc="70" dirty="0">
                          <a:latin typeface="Times New Roman"/>
                          <a:cs typeface="Times New Roman"/>
                        </a:rPr>
                        <a:t> </a:t>
                      </a:r>
                      <a:r>
                        <a:rPr sz="1900" dirty="0">
                          <a:latin typeface="Times New Roman"/>
                          <a:cs typeface="Times New Roman"/>
                        </a:rPr>
                        <a:t>is</a:t>
                      </a:r>
                      <a:r>
                        <a:rPr sz="1900" spc="140" dirty="0">
                          <a:latin typeface="Times New Roman"/>
                          <a:cs typeface="Times New Roman"/>
                        </a:rPr>
                        <a:t> </a:t>
                      </a:r>
                      <a:r>
                        <a:rPr sz="1900" dirty="0">
                          <a:latin typeface="Times New Roman"/>
                          <a:cs typeface="Times New Roman"/>
                        </a:rPr>
                        <a:t>a</a:t>
                      </a:r>
                      <a:r>
                        <a:rPr sz="1900" spc="85" dirty="0">
                          <a:latin typeface="Times New Roman"/>
                          <a:cs typeface="Times New Roman"/>
                        </a:rPr>
                        <a:t> </a:t>
                      </a:r>
                      <a:r>
                        <a:rPr sz="1900" dirty="0">
                          <a:latin typeface="Times New Roman"/>
                          <a:cs typeface="Times New Roman"/>
                        </a:rPr>
                        <a:t>delimiter</a:t>
                      </a:r>
                      <a:r>
                        <a:rPr sz="1900" spc="90" dirty="0">
                          <a:latin typeface="Times New Roman"/>
                          <a:cs typeface="Times New Roman"/>
                        </a:rPr>
                        <a:t> </a:t>
                      </a:r>
                      <a:r>
                        <a:rPr sz="1900" dirty="0">
                          <a:latin typeface="Times New Roman"/>
                          <a:cs typeface="Times New Roman"/>
                        </a:rPr>
                        <a:t>exp</a:t>
                      </a:r>
                      <a:r>
                        <a:rPr sz="1900" spc="-120" dirty="0">
                          <a:latin typeface="Times New Roman"/>
                          <a:cs typeface="Times New Roman"/>
                        </a:rPr>
                        <a:t> </a:t>
                      </a:r>
                      <a:r>
                        <a:rPr sz="1900" spc="-10" dirty="0">
                          <a:latin typeface="Times New Roman"/>
                          <a:cs typeface="Times New Roman"/>
                        </a:rPr>
                        <a:t>licitly assigned?</a:t>
                      </a:r>
                      <a:endParaRPr sz="1900" dirty="0">
                        <a:latin typeface="Times New Roman"/>
                        <a:cs typeface="Times New Roman"/>
                      </a:endParaRPr>
                    </a:p>
                  </a:txBody>
                  <a:tcPr marL="0" marR="0" marT="292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1149107">
                <a:tc>
                  <a:txBody>
                    <a:bodyPr/>
                    <a:lstStyle/>
                    <a:p>
                      <a:pPr marL="63500">
                        <a:lnSpc>
                          <a:spcPct val="100000"/>
                        </a:lnSpc>
                        <a:spcBef>
                          <a:spcPts val="30"/>
                        </a:spcBef>
                      </a:pPr>
                      <a:r>
                        <a:rPr sz="1900" dirty="0">
                          <a:latin typeface="Times New Roman"/>
                          <a:cs typeface="Times New Roman"/>
                        </a:rPr>
                        <a:t>Control</a:t>
                      </a:r>
                      <a:r>
                        <a:rPr sz="1900" spc="150" dirty="0">
                          <a:latin typeface="Times New Roman"/>
                          <a:cs typeface="Times New Roman"/>
                        </a:rPr>
                        <a:t> </a:t>
                      </a:r>
                      <a:r>
                        <a:rPr sz="1900" spc="-10" dirty="0">
                          <a:latin typeface="Times New Roman"/>
                          <a:cs typeface="Times New Roman"/>
                        </a:rPr>
                        <a:t>faults</a:t>
                      </a:r>
                      <a:endParaRPr sz="1900">
                        <a:latin typeface="Times New Roman"/>
                        <a:cs typeface="Times New Roman"/>
                      </a:endParaRPr>
                    </a:p>
                  </a:txBody>
                  <a:tcPr marL="0" marR="0" marT="762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00" marR="55244">
                        <a:lnSpc>
                          <a:spcPct val="100000"/>
                        </a:lnSpc>
                        <a:spcBef>
                          <a:spcPts val="114"/>
                        </a:spcBef>
                      </a:pPr>
                      <a:r>
                        <a:rPr sz="1900" spc="10" dirty="0">
                          <a:latin typeface="Times New Roman"/>
                          <a:cs typeface="Times New Roman"/>
                        </a:rPr>
                        <a:t>For</a:t>
                      </a:r>
                      <a:r>
                        <a:rPr sz="1900" spc="110" dirty="0">
                          <a:latin typeface="Times New Roman"/>
                          <a:cs typeface="Times New Roman"/>
                        </a:rPr>
                        <a:t> </a:t>
                      </a:r>
                      <a:r>
                        <a:rPr sz="1900" spc="10" dirty="0">
                          <a:latin typeface="Times New Roman"/>
                          <a:cs typeface="Times New Roman"/>
                        </a:rPr>
                        <a:t>each</a:t>
                      </a:r>
                      <a:r>
                        <a:rPr sz="1900" spc="25" dirty="0">
                          <a:latin typeface="Times New Roman"/>
                          <a:cs typeface="Times New Roman"/>
                        </a:rPr>
                        <a:t> </a:t>
                      </a:r>
                      <a:r>
                        <a:rPr sz="1900" spc="10" dirty="0">
                          <a:latin typeface="Times New Roman"/>
                          <a:cs typeface="Times New Roman"/>
                        </a:rPr>
                        <a:t>conditional</a:t>
                      </a:r>
                      <a:r>
                        <a:rPr sz="1900" spc="45" dirty="0">
                          <a:latin typeface="Times New Roman"/>
                          <a:cs typeface="Times New Roman"/>
                        </a:rPr>
                        <a:t> </a:t>
                      </a:r>
                      <a:r>
                        <a:rPr sz="1900" spc="10" dirty="0">
                          <a:latin typeface="Times New Roman"/>
                          <a:cs typeface="Times New Roman"/>
                        </a:rPr>
                        <a:t>statement,</a:t>
                      </a:r>
                      <a:r>
                        <a:rPr sz="1900" spc="90" dirty="0">
                          <a:latin typeface="Times New Roman"/>
                          <a:cs typeface="Times New Roman"/>
                        </a:rPr>
                        <a:t> </a:t>
                      </a:r>
                      <a:r>
                        <a:rPr sz="1900" spc="10" dirty="0">
                          <a:latin typeface="Times New Roman"/>
                          <a:cs typeface="Times New Roman"/>
                        </a:rPr>
                        <a:t>is</a:t>
                      </a:r>
                      <a:r>
                        <a:rPr sz="1900" spc="35" dirty="0">
                          <a:latin typeface="Times New Roman"/>
                          <a:cs typeface="Times New Roman"/>
                        </a:rPr>
                        <a:t> </a:t>
                      </a:r>
                      <a:r>
                        <a:rPr sz="1900" spc="10" dirty="0">
                          <a:latin typeface="Times New Roman"/>
                          <a:cs typeface="Times New Roman"/>
                        </a:rPr>
                        <a:t>the</a:t>
                      </a:r>
                      <a:r>
                        <a:rPr sz="1900" spc="95" dirty="0">
                          <a:latin typeface="Times New Roman"/>
                          <a:cs typeface="Times New Roman"/>
                        </a:rPr>
                        <a:t> </a:t>
                      </a:r>
                      <a:r>
                        <a:rPr sz="1900" spc="10" dirty="0">
                          <a:latin typeface="Times New Roman"/>
                          <a:cs typeface="Times New Roman"/>
                        </a:rPr>
                        <a:t>condition</a:t>
                      </a:r>
                      <a:r>
                        <a:rPr sz="1900" spc="20" dirty="0">
                          <a:latin typeface="Times New Roman"/>
                          <a:cs typeface="Times New Roman"/>
                        </a:rPr>
                        <a:t> </a:t>
                      </a:r>
                      <a:r>
                        <a:rPr sz="1900" spc="-10" dirty="0">
                          <a:latin typeface="Times New Roman"/>
                          <a:cs typeface="Times New Roman"/>
                        </a:rPr>
                        <a:t>correct? </a:t>
                      </a:r>
                      <a:r>
                        <a:rPr sz="1900" spc="50" dirty="0">
                          <a:latin typeface="Times New Roman"/>
                          <a:cs typeface="Times New Roman"/>
                        </a:rPr>
                        <a:t>Is</a:t>
                      </a:r>
                      <a:r>
                        <a:rPr sz="1900" spc="-95" dirty="0">
                          <a:latin typeface="Times New Roman"/>
                          <a:cs typeface="Times New Roman"/>
                        </a:rPr>
                        <a:t> </a:t>
                      </a:r>
                      <a:r>
                        <a:rPr sz="1900" dirty="0">
                          <a:latin typeface="Times New Roman"/>
                          <a:cs typeface="Times New Roman"/>
                        </a:rPr>
                        <a:t>each</a:t>
                      </a:r>
                      <a:r>
                        <a:rPr sz="1900" spc="35" dirty="0">
                          <a:latin typeface="Times New Roman"/>
                          <a:cs typeface="Times New Roman"/>
                        </a:rPr>
                        <a:t> </a:t>
                      </a:r>
                      <a:r>
                        <a:rPr sz="1900" dirty="0">
                          <a:latin typeface="Times New Roman"/>
                          <a:cs typeface="Times New Roman"/>
                        </a:rPr>
                        <a:t>loop</a:t>
                      </a:r>
                      <a:r>
                        <a:rPr sz="1900" spc="170" dirty="0">
                          <a:latin typeface="Times New Roman"/>
                          <a:cs typeface="Times New Roman"/>
                        </a:rPr>
                        <a:t> </a:t>
                      </a:r>
                      <a:r>
                        <a:rPr sz="1900" dirty="0">
                          <a:latin typeface="Times New Roman"/>
                          <a:cs typeface="Times New Roman"/>
                        </a:rPr>
                        <a:t>certain</a:t>
                      </a:r>
                      <a:r>
                        <a:rPr sz="1900" spc="35" dirty="0">
                          <a:latin typeface="Times New Roman"/>
                          <a:cs typeface="Times New Roman"/>
                        </a:rPr>
                        <a:t> </a:t>
                      </a:r>
                      <a:r>
                        <a:rPr sz="1900" dirty="0">
                          <a:latin typeface="Times New Roman"/>
                          <a:cs typeface="Times New Roman"/>
                        </a:rPr>
                        <a:t>to</a:t>
                      </a:r>
                      <a:r>
                        <a:rPr sz="1900" spc="170" dirty="0">
                          <a:latin typeface="Times New Roman"/>
                          <a:cs typeface="Times New Roman"/>
                        </a:rPr>
                        <a:t> </a:t>
                      </a:r>
                      <a:r>
                        <a:rPr sz="1900" spc="-10" dirty="0">
                          <a:latin typeface="Times New Roman"/>
                          <a:cs typeface="Times New Roman"/>
                        </a:rPr>
                        <a:t>terminate?</a:t>
                      </a:r>
                      <a:endParaRPr sz="1900" dirty="0">
                        <a:latin typeface="Times New Roman"/>
                        <a:cs typeface="Times New Roman"/>
                      </a:endParaRPr>
                    </a:p>
                    <a:p>
                      <a:pPr marL="63500">
                        <a:lnSpc>
                          <a:spcPct val="100000"/>
                        </a:lnSpc>
                      </a:pPr>
                      <a:r>
                        <a:rPr sz="1900" spc="10" dirty="0">
                          <a:latin typeface="Times New Roman"/>
                          <a:cs typeface="Times New Roman"/>
                        </a:rPr>
                        <a:t>Are</a:t>
                      </a:r>
                      <a:r>
                        <a:rPr sz="1900" spc="-55" dirty="0">
                          <a:latin typeface="Times New Roman"/>
                          <a:cs typeface="Times New Roman"/>
                        </a:rPr>
                        <a:t> </a:t>
                      </a:r>
                      <a:r>
                        <a:rPr sz="1900" spc="10" dirty="0">
                          <a:latin typeface="Times New Roman"/>
                          <a:cs typeface="Times New Roman"/>
                        </a:rPr>
                        <a:t>compound</a:t>
                      </a:r>
                      <a:r>
                        <a:rPr sz="1900" spc="5" dirty="0">
                          <a:latin typeface="Times New Roman"/>
                          <a:cs typeface="Times New Roman"/>
                        </a:rPr>
                        <a:t> </a:t>
                      </a:r>
                      <a:r>
                        <a:rPr sz="1900" spc="10" dirty="0">
                          <a:latin typeface="Times New Roman"/>
                          <a:cs typeface="Times New Roman"/>
                        </a:rPr>
                        <a:t>s</a:t>
                      </a:r>
                      <a:r>
                        <a:rPr sz="1900" spc="-105" dirty="0">
                          <a:latin typeface="Times New Roman"/>
                          <a:cs typeface="Times New Roman"/>
                        </a:rPr>
                        <a:t> </a:t>
                      </a:r>
                      <a:r>
                        <a:rPr sz="1900" spc="10" dirty="0">
                          <a:latin typeface="Times New Roman"/>
                          <a:cs typeface="Times New Roman"/>
                        </a:rPr>
                        <a:t>tatements</a:t>
                      </a:r>
                      <a:r>
                        <a:rPr sz="1900" spc="140" dirty="0">
                          <a:latin typeface="Times New Roman"/>
                          <a:cs typeface="Times New Roman"/>
                        </a:rPr>
                        <a:t> </a:t>
                      </a:r>
                      <a:r>
                        <a:rPr sz="1900" spc="10" dirty="0">
                          <a:latin typeface="Times New Roman"/>
                          <a:cs typeface="Times New Roman"/>
                        </a:rPr>
                        <a:t>correctly</a:t>
                      </a:r>
                      <a:r>
                        <a:rPr sz="1900" spc="130" dirty="0">
                          <a:latin typeface="Times New Roman"/>
                          <a:cs typeface="Times New Roman"/>
                        </a:rPr>
                        <a:t> </a:t>
                      </a:r>
                      <a:r>
                        <a:rPr sz="1900" spc="-10" dirty="0">
                          <a:latin typeface="Times New Roman"/>
                          <a:cs typeface="Times New Roman"/>
                        </a:rPr>
                        <a:t>bracketed?</a:t>
                      </a:r>
                      <a:endParaRPr sz="1900" dirty="0">
                        <a:latin typeface="Times New Roman"/>
                        <a:cs typeface="Times New Roman"/>
                      </a:endParaRPr>
                    </a:p>
                    <a:p>
                      <a:pPr marL="63500">
                        <a:lnSpc>
                          <a:spcPct val="100000"/>
                        </a:lnSpc>
                      </a:pPr>
                      <a:r>
                        <a:rPr sz="1900" spc="55" dirty="0">
                          <a:latin typeface="Times New Roman"/>
                          <a:cs typeface="Times New Roman"/>
                        </a:rPr>
                        <a:t>In</a:t>
                      </a:r>
                      <a:r>
                        <a:rPr sz="1900" spc="-15" dirty="0">
                          <a:latin typeface="Times New Roman"/>
                          <a:cs typeface="Times New Roman"/>
                        </a:rPr>
                        <a:t> </a:t>
                      </a:r>
                      <a:r>
                        <a:rPr sz="1900" spc="10" dirty="0">
                          <a:latin typeface="Times New Roman"/>
                          <a:cs typeface="Times New Roman"/>
                        </a:rPr>
                        <a:t>case</a:t>
                      </a:r>
                      <a:r>
                        <a:rPr sz="1900" spc="-60" dirty="0">
                          <a:latin typeface="Times New Roman"/>
                          <a:cs typeface="Times New Roman"/>
                        </a:rPr>
                        <a:t> </a:t>
                      </a:r>
                      <a:r>
                        <a:rPr sz="1900" spc="10" dirty="0">
                          <a:latin typeface="Times New Roman"/>
                          <a:cs typeface="Times New Roman"/>
                        </a:rPr>
                        <a:t>s</a:t>
                      </a:r>
                      <a:r>
                        <a:rPr sz="1900" spc="-114" dirty="0">
                          <a:latin typeface="Times New Roman"/>
                          <a:cs typeface="Times New Roman"/>
                        </a:rPr>
                        <a:t> </a:t>
                      </a:r>
                      <a:r>
                        <a:rPr sz="1900" spc="10" dirty="0">
                          <a:latin typeface="Times New Roman"/>
                          <a:cs typeface="Times New Roman"/>
                        </a:rPr>
                        <a:t>tatements,</a:t>
                      </a:r>
                      <a:r>
                        <a:rPr sz="1900" spc="45" dirty="0">
                          <a:latin typeface="Times New Roman"/>
                          <a:cs typeface="Times New Roman"/>
                        </a:rPr>
                        <a:t> </a:t>
                      </a:r>
                      <a:r>
                        <a:rPr sz="1900" spc="10" dirty="0">
                          <a:latin typeface="Times New Roman"/>
                          <a:cs typeface="Times New Roman"/>
                        </a:rPr>
                        <a:t>are</a:t>
                      </a:r>
                      <a:r>
                        <a:rPr sz="1900" spc="165" dirty="0">
                          <a:latin typeface="Times New Roman"/>
                          <a:cs typeface="Times New Roman"/>
                        </a:rPr>
                        <a:t> </a:t>
                      </a:r>
                      <a:r>
                        <a:rPr sz="1900" spc="10" dirty="0">
                          <a:latin typeface="Times New Roman"/>
                          <a:cs typeface="Times New Roman"/>
                        </a:rPr>
                        <a:t>all possible</a:t>
                      </a:r>
                      <a:r>
                        <a:rPr sz="1900" spc="55" dirty="0">
                          <a:latin typeface="Times New Roman"/>
                          <a:cs typeface="Times New Roman"/>
                        </a:rPr>
                        <a:t> </a:t>
                      </a:r>
                      <a:r>
                        <a:rPr sz="1900" spc="10" dirty="0">
                          <a:latin typeface="Times New Roman"/>
                          <a:cs typeface="Times New Roman"/>
                        </a:rPr>
                        <a:t>cases</a:t>
                      </a:r>
                      <a:r>
                        <a:rPr sz="1900" spc="5" dirty="0">
                          <a:latin typeface="Times New Roman"/>
                          <a:cs typeface="Times New Roman"/>
                        </a:rPr>
                        <a:t> </a:t>
                      </a:r>
                      <a:r>
                        <a:rPr sz="1900" spc="10" dirty="0">
                          <a:latin typeface="Times New Roman"/>
                          <a:cs typeface="Times New Roman"/>
                        </a:rPr>
                        <a:t>accounted</a:t>
                      </a:r>
                      <a:r>
                        <a:rPr sz="1900" spc="-15" dirty="0">
                          <a:latin typeface="Times New Roman"/>
                          <a:cs typeface="Times New Roman"/>
                        </a:rPr>
                        <a:t> </a:t>
                      </a:r>
                      <a:r>
                        <a:rPr sz="1900" spc="-20" dirty="0">
                          <a:latin typeface="Times New Roman"/>
                          <a:cs typeface="Times New Roman"/>
                        </a:rPr>
                        <a:t>for?</a:t>
                      </a:r>
                      <a:endParaRPr sz="1900" dirty="0">
                        <a:latin typeface="Times New Roman"/>
                        <a:cs typeface="Times New Roman"/>
                      </a:endParaRPr>
                    </a:p>
                  </a:txBody>
                  <a:tcPr marL="0" marR="0" marT="29208"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r h="867374">
                <a:tc>
                  <a:txBody>
                    <a:bodyPr/>
                    <a:lstStyle/>
                    <a:p>
                      <a:pPr marL="63500">
                        <a:lnSpc>
                          <a:spcPct val="100000"/>
                        </a:lnSpc>
                        <a:spcBef>
                          <a:spcPts val="25"/>
                        </a:spcBef>
                      </a:pPr>
                      <a:r>
                        <a:rPr sz="1900" spc="10" dirty="0">
                          <a:latin typeface="Times New Roman"/>
                          <a:cs typeface="Times New Roman"/>
                        </a:rPr>
                        <a:t>Input/output</a:t>
                      </a:r>
                      <a:r>
                        <a:rPr sz="1900" spc="125" dirty="0">
                          <a:latin typeface="Times New Roman"/>
                          <a:cs typeface="Times New Roman"/>
                        </a:rPr>
                        <a:t> </a:t>
                      </a:r>
                      <a:r>
                        <a:rPr sz="1900" spc="-10" dirty="0">
                          <a:latin typeface="Times New Roman"/>
                          <a:cs typeface="Times New Roman"/>
                        </a:rPr>
                        <a:t>faults</a:t>
                      </a:r>
                      <a:endParaRPr sz="1900">
                        <a:latin typeface="Times New Roman"/>
                        <a:cs typeface="Times New Roman"/>
                      </a:endParaRPr>
                    </a:p>
                  </a:txBody>
                  <a:tcPr marL="0" marR="0" marT="6350" marB="0">
                    <a:lnL w="12700">
                      <a:solidFill>
                        <a:srgbClr val="000000"/>
                      </a:solidFill>
                      <a:prstDash val="solid"/>
                    </a:lnL>
                    <a:lnR w="12700">
                      <a:solidFill>
                        <a:srgbClr val="000000"/>
                      </a:solidFill>
                      <a:prstDash val="solid"/>
                    </a:lnR>
                    <a:lnT w="12700">
                      <a:solidFill>
                        <a:srgbClr val="000000"/>
                      </a:solidFill>
                      <a:prstDash val="solid"/>
                    </a:lnT>
                    <a:lnB w="9525">
                      <a:solidFill>
                        <a:srgbClr val="000000"/>
                      </a:solidFill>
                      <a:prstDash val="solid"/>
                    </a:lnB>
                  </a:tcPr>
                </a:tc>
                <a:tc>
                  <a:txBody>
                    <a:bodyPr/>
                    <a:lstStyle/>
                    <a:p>
                      <a:pPr marL="63500">
                        <a:lnSpc>
                          <a:spcPct val="100000"/>
                        </a:lnSpc>
                        <a:spcBef>
                          <a:spcPts val="25"/>
                        </a:spcBef>
                      </a:pPr>
                      <a:r>
                        <a:rPr sz="1900" dirty="0">
                          <a:latin typeface="Times New Roman"/>
                          <a:cs typeface="Times New Roman"/>
                        </a:rPr>
                        <a:t>Are all</a:t>
                      </a:r>
                      <a:r>
                        <a:rPr sz="1900" spc="100" dirty="0">
                          <a:latin typeface="Times New Roman"/>
                          <a:cs typeface="Times New Roman"/>
                        </a:rPr>
                        <a:t> </a:t>
                      </a:r>
                      <a:r>
                        <a:rPr sz="1900" dirty="0">
                          <a:latin typeface="Times New Roman"/>
                          <a:cs typeface="Times New Roman"/>
                        </a:rPr>
                        <a:t>input</a:t>
                      </a:r>
                      <a:r>
                        <a:rPr sz="1900" spc="105" dirty="0">
                          <a:latin typeface="Times New Roman"/>
                          <a:cs typeface="Times New Roman"/>
                        </a:rPr>
                        <a:t> </a:t>
                      </a:r>
                      <a:r>
                        <a:rPr sz="1900" dirty="0">
                          <a:latin typeface="Times New Roman"/>
                          <a:cs typeface="Times New Roman"/>
                        </a:rPr>
                        <a:t>variables</a:t>
                      </a:r>
                      <a:r>
                        <a:rPr sz="1900" spc="240" dirty="0">
                          <a:latin typeface="Times New Roman"/>
                          <a:cs typeface="Times New Roman"/>
                        </a:rPr>
                        <a:t> </a:t>
                      </a:r>
                      <a:r>
                        <a:rPr sz="1900" spc="-20" dirty="0">
                          <a:latin typeface="Times New Roman"/>
                          <a:cs typeface="Times New Roman"/>
                        </a:rPr>
                        <a:t>used?</a:t>
                      </a:r>
                      <a:endParaRPr sz="1900" dirty="0">
                        <a:latin typeface="Times New Roman"/>
                        <a:cs typeface="Times New Roman"/>
                      </a:endParaRPr>
                    </a:p>
                    <a:p>
                      <a:pPr marL="63500" marR="52069">
                        <a:lnSpc>
                          <a:spcPct val="100000"/>
                        </a:lnSpc>
                      </a:pPr>
                      <a:r>
                        <a:rPr sz="1900" spc="10" dirty="0">
                          <a:latin typeface="Times New Roman"/>
                          <a:cs typeface="Times New Roman"/>
                        </a:rPr>
                        <a:t>Are</a:t>
                      </a:r>
                      <a:r>
                        <a:rPr sz="1900" spc="-40" dirty="0">
                          <a:latin typeface="Times New Roman"/>
                          <a:cs typeface="Times New Roman"/>
                        </a:rPr>
                        <a:t> </a:t>
                      </a:r>
                      <a:r>
                        <a:rPr sz="1900" spc="10" dirty="0">
                          <a:latin typeface="Times New Roman"/>
                          <a:cs typeface="Times New Roman"/>
                        </a:rPr>
                        <a:t>all</a:t>
                      </a:r>
                      <a:r>
                        <a:rPr sz="1900" spc="50" dirty="0">
                          <a:latin typeface="Times New Roman"/>
                          <a:cs typeface="Times New Roman"/>
                        </a:rPr>
                        <a:t> </a:t>
                      </a:r>
                      <a:r>
                        <a:rPr sz="1900" spc="10" dirty="0">
                          <a:latin typeface="Times New Roman"/>
                          <a:cs typeface="Times New Roman"/>
                        </a:rPr>
                        <a:t>output</a:t>
                      </a:r>
                      <a:r>
                        <a:rPr sz="1900" spc="50" dirty="0">
                          <a:latin typeface="Times New Roman"/>
                          <a:cs typeface="Times New Roman"/>
                        </a:rPr>
                        <a:t> </a:t>
                      </a:r>
                      <a:r>
                        <a:rPr sz="1900" spc="10" dirty="0">
                          <a:latin typeface="Times New Roman"/>
                          <a:cs typeface="Times New Roman"/>
                        </a:rPr>
                        <a:t>variables</a:t>
                      </a:r>
                      <a:r>
                        <a:rPr sz="1900" spc="170" dirty="0">
                          <a:latin typeface="Times New Roman"/>
                          <a:cs typeface="Times New Roman"/>
                        </a:rPr>
                        <a:t> </a:t>
                      </a:r>
                      <a:r>
                        <a:rPr sz="1900" spc="10" dirty="0">
                          <a:latin typeface="Times New Roman"/>
                          <a:cs typeface="Times New Roman"/>
                        </a:rPr>
                        <a:t>assigned</a:t>
                      </a:r>
                      <a:r>
                        <a:rPr sz="1900" spc="-85" dirty="0">
                          <a:latin typeface="Times New Roman"/>
                          <a:cs typeface="Times New Roman"/>
                        </a:rPr>
                        <a:t> </a:t>
                      </a:r>
                      <a:r>
                        <a:rPr sz="1900" spc="10" dirty="0">
                          <a:latin typeface="Times New Roman"/>
                          <a:cs typeface="Times New Roman"/>
                        </a:rPr>
                        <a:t>a</a:t>
                      </a:r>
                      <a:r>
                        <a:rPr sz="1900" spc="105" dirty="0">
                          <a:latin typeface="Times New Roman"/>
                          <a:cs typeface="Times New Roman"/>
                        </a:rPr>
                        <a:t> </a:t>
                      </a:r>
                      <a:r>
                        <a:rPr sz="1900" spc="10" dirty="0">
                          <a:latin typeface="Times New Roman"/>
                          <a:cs typeface="Times New Roman"/>
                        </a:rPr>
                        <a:t>value</a:t>
                      </a:r>
                      <a:r>
                        <a:rPr sz="1900" spc="95" dirty="0">
                          <a:latin typeface="Times New Roman"/>
                          <a:cs typeface="Times New Roman"/>
                        </a:rPr>
                        <a:t> </a:t>
                      </a:r>
                      <a:r>
                        <a:rPr sz="1900" spc="10" dirty="0">
                          <a:latin typeface="Times New Roman"/>
                          <a:cs typeface="Times New Roman"/>
                        </a:rPr>
                        <a:t>before</a:t>
                      </a:r>
                      <a:r>
                        <a:rPr sz="1900" spc="105" dirty="0">
                          <a:latin typeface="Times New Roman"/>
                          <a:cs typeface="Times New Roman"/>
                        </a:rPr>
                        <a:t> </a:t>
                      </a:r>
                      <a:r>
                        <a:rPr sz="1900" spc="10" dirty="0">
                          <a:latin typeface="Times New Roman"/>
                          <a:cs typeface="Times New Roman"/>
                        </a:rPr>
                        <a:t>they</a:t>
                      </a:r>
                      <a:r>
                        <a:rPr sz="1900" spc="20" dirty="0">
                          <a:latin typeface="Times New Roman"/>
                          <a:cs typeface="Times New Roman"/>
                        </a:rPr>
                        <a:t> </a:t>
                      </a:r>
                      <a:r>
                        <a:rPr sz="1900" spc="-25" dirty="0">
                          <a:latin typeface="Times New Roman"/>
                          <a:cs typeface="Times New Roman"/>
                        </a:rPr>
                        <a:t>are </a:t>
                      </a:r>
                      <a:r>
                        <a:rPr sz="1900" spc="-10" dirty="0">
                          <a:latin typeface="Times New Roman"/>
                          <a:cs typeface="Times New Roman"/>
                        </a:rPr>
                        <a:t>output?</a:t>
                      </a:r>
                      <a:endParaRPr sz="1900" dirty="0">
                        <a:latin typeface="Times New Roman"/>
                        <a:cs typeface="Times New Roman"/>
                      </a:endParaRPr>
                    </a:p>
                  </a:txBody>
                  <a:tcPr marL="0" marR="0" marT="6350" marB="0">
                    <a:lnL w="12700">
                      <a:solidFill>
                        <a:srgbClr val="000000"/>
                      </a:solidFill>
                      <a:prstDash val="solid"/>
                    </a:lnL>
                    <a:lnR w="12700">
                      <a:solidFill>
                        <a:srgbClr val="000000"/>
                      </a:solidFill>
                      <a:prstDash val="solid"/>
                    </a:lnR>
                    <a:lnT w="12700">
                      <a:solidFill>
                        <a:srgbClr val="000000"/>
                      </a:solidFill>
                      <a:prstDash val="solid"/>
                    </a:lnT>
                    <a:lnB w="9525">
                      <a:solidFill>
                        <a:srgbClr val="000000"/>
                      </a:solidFill>
                      <a:prstDash val="solid"/>
                    </a:lnB>
                  </a:tcPr>
                </a:tc>
                <a:extLst>
                  <a:ext uri="{0D108BD9-81ED-4DB2-BD59-A6C34878D82A}">
                    <a16:rowId xmlns:a16="http://schemas.microsoft.com/office/drawing/2014/main" val="10003"/>
                  </a:ext>
                </a:extLst>
              </a:tr>
            </a:tbl>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22964" y="-71106"/>
            <a:ext cx="8135620" cy="1667123"/>
          </a:xfrm>
          <a:prstGeom prst="rect">
            <a:avLst/>
          </a:prstGeom>
        </p:spPr>
        <p:txBody>
          <a:bodyPr vert="horz" wrap="square" lIns="0" tIns="0" rIns="0" bIns="0" rtlCol="0">
            <a:spAutoFit/>
          </a:bodyPr>
          <a:lstStyle/>
          <a:p>
            <a:pPr marL="2401570">
              <a:lnSpc>
                <a:spcPts val="1788"/>
              </a:lnSpc>
            </a:pPr>
            <a:r>
              <a:rPr sz="1900" spc="100" dirty="0">
                <a:latin typeface="Times New Roman"/>
                <a:cs typeface="Times New Roman"/>
              </a:rPr>
              <a:t>Is</a:t>
            </a:r>
            <a:r>
              <a:rPr sz="1900" spc="-190" dirty="0">
                <a:latin typeface="Times New Roman"/>
                <a:cs typeface="Times New Roman"/>
              </a:rPr>
              <a:t> </a:t>
            </a:r>
            <a:r>
              <a:rPr sz="1900" dirty="0">
                <a:latin typeface="Times New Roman"/>
                <a:cs typeface="Times New Roman"/>
              </a:rPr>
              <a:t>each</a:t>
            </a:r>
            <a:r>
              <a:rPr sz="1900" spc="70" dirty="0">
                <a:latin typeface="Times New Roman"/>
                <a:cs typeface="Times New Roman"/>
              </a:rPr>
              <a:t> </a:t>
            </a:r>
            <a:r>
              <a:rPr sz="1900" dirty="0">
                <a:latin typeface="Times New Roman"/>
                <a:cs typeface="Times New Roman"/>
              </a:rPr>
              <a:t>loop</a:t>
            </a:r>
            <a:r>
              <a:rPr sz="1900" spc="340" dirty="0">
                <a:latin typeface="Times New Roman"/>
                <a:cs typeface="Times New Roman"/>
              </a:rPr>
              <a:t> </a:t>
            </a:r>
            <a:r>
              <a:rPr sz="1900" dirty="0">
                <a:latin typeface="Times New Roman"/>
                <a:cs typeface="Times New Roman"/>
              </a:rPr>
              <a:t>certain</a:t>
            </a:r>
            <a:r>
              <a:rPr sz="1900" spc="70" dirty="0">
                <a:latin typeface="Times New Roman"/>
                <a:cs typeface="Times New Roman"/>
              </a:rPr>
              <a:t> </a:t>
            </a:r>
            <a:r>
              <a:rPr sz="1900" dirty="0">
                <a:latin typeface="Times New Roman"/>
                <a:cs typeface="Times New Roman"/>
              </a:rPr>
              <a:t>to</a:t>
            </a:r>
            <a:r>
              <a:rPr sz="1900" spc="340" dirty="0">
                <a:latin typeface="Times New Roman"/>
                <a:cs typeface="Times New Roman"/>
              </a:rPr>
              <a:t> </a:t>
            </a:r>
            <a:r>
              <a:rPr sz="1900" spc="-20" dirty="0">
                <a:latin typeface="Times New Roman"/>
                <a:cs typeface="Times New Roman"/>
              </a:rPr>
              <a:t>terminate?</a:t>
            </a:r>
            <a:endParaRPr sz="1900">
              <a:latin typeface="Times New Roman"/>
              <a:cs typeface="Times New Roman"/>
            </a:endParaRPr>
          </a:p>
          <a:p>
            <a:pPr marL="2401570">
              <a:lnSpc>
                <a:spcPts val="2150"/>
              </a:lnSpc>
            </a:pPr>
            <a:r>
              <a:rPr sz="1900" spc="20" dirty="0">
                <a:latin typeface="Times New Roman"/>
                <a:cs typeface="Times New Roman"/>
              </a:rPr>
              <a:t>Are</a:t>
            </a:r>
            <a:r>
              <a:rPr sz="1900" spc="-110" dirty="0">
                <a:latin typeface="Times New Roman"/>
                <a:cs typeface="Times New Roman"/>
              </a:rPr>
              <a:t> </a:t>
            </a:r>
            <a:r>
              <a:rPr sz="1900" spc="20" dirty="0">
                <a:latin typeface="Times New Roman"/>
                <a:cs typeface="Times New Roman"/>
              </a:rPr>
              <a:t>compound</a:t>
            </a:r>
            <a:r>
              <a:rPr sz="1900" spc="10" dirty="0">
                <a:latin typeface="Times New Roman"/>
                <a:cs typeface="Times New Roman"/>
              </a:rPr>
              <a:t> </a:t>
            </a:r>
            <a:r>
              <a:rPr sz="1900" spc="20" dirty="0">
                <a:latin typeface="Times New Roman"/>
                <a:cs typeface="Times New Roman"/>
              </a:rPr>
              <a:t>s</a:t>
            </a:r>
            <a:r>
              <a:rPr sz="1900" spc="-210" dirty="0">
                <a:latin typeface="Times New Roman"/>
                <a:cs typeface="Times New Roman"/>
              </a:rPr>
              <a:t> </a:t>
            </a:r>
            <a:r>
              <a:rPr sz="1900" spc="20" dirty="0">
                <a:latin typeface="Times New Roman"/>
                <a:cs typeface="Times New Roman"/>
              </a:rPr>
              <a:t>tatements</a:t>
            </a:r>
            <a:r>
              <a:rPr sz="1900" spc="280" dirty="0">
                <a:latin typeface="Times New Roman"/>
                <a:cs typeface="Times New Roman"/>
              </a:rPr>
              <a:t> </a:t>
            </a:r>
            <a:r>
              <a:rPr sz="1900" spc="20" dirty="0">
                <a:latin typeface="Times New Roman"/>
                <a:cs typeface="Times New Roman"/>
              </a:rPr>
              <a:t>correctly</a:t>
            </a:r>
            <a:r>
              <a:rPr sz="1900" spc="260" dirty="0">
                <a:latin typeface="Times New Roman"/>
                <a:cs typeface="Times New Roman"/>
              </a:rPr>
              <a:t> </a:t>
            </a:r>
            <a:r>
              <a:rPr sz="1900" spc="-20" dirty="0">
                <a:latin typeface="Times New Roman"/>
                <a:cs typeface="Times New Roman"/>
              </a:rPr>
              <a:t>bracketed?</a:t>
            </a:r>
            <a:endParaRPr sz="1900">
              <a:latin typeface="Times New Roman"/>
              <a:cs typeface="Times New Roman"/>
            </a:endParaRPr>
          </a:p>
          <a:p>
            <a:pPr marL="2401570">
              <a:lnSpc>
                <a:spcPts val="2220"/>
              </a:lnSpc>
            </a:pPr>
            <a:r>
              <a:rPr sz="1900" spc="110" dirty="0">
                <a:latin typeface="Times New Roman"/>
                <a:cs typeface="Times New Roman"/>
              </a:rPr>
              <a:t>In</a:t>
            </a:r>
            <a:r>
              <a:rPr sz="1900" spc="-30" dirty="0">
                <a:latin typeface="Times New Roman"/>
                <a:cs typeface="Times New Roman"/>
              </a:rPr>
              <a:t> </a:t>
            </a:r>
            <a:r>
              <a:rPr sz="1900" spc="20" dirty="0">
                <a:latin typeface="Times New Roman"/>
                <a:cs typeface="Times New Roman"/>
              </a:rPr>
              <a:t>case</a:t>
            </a:r>
            <a:r>
              <a:rPr sz="1900" spc="-120" dirty="0">
                <a:latin typeface="Times New Roman"/>
                <a:cs typeface="Times New Roman"/>
              </a:rPr>
              <a:t> </a:t>
            </a:r>
            <a:r>
              <a:rPr sz="1900" spc="20" dirty="0">
                <a:latin typeface="Times New Roman"/>
                <a:cs typeface="Times New Roman"/>
              </a:rPr>
              <a:t>s</a:t>
            </a:r>
            <a:r>
              <a:rPr sz="1900" spc="-228" dirty="0">
                <a:latin typeface="Times New Roman"/>
                <a:cs typeface="Times New Roman"/>
              </a:rPr>
              <a:t> </a:t>
            </a:r>
            <a:r>
              <a:rPr sz="1900" spc="20" dirty="0">
                <a:latin typeface="Times New Roman"/>
                <a:cs typeface="Times New Roman"/>
              </a:rPr>
              <a:t>tatements,</a:t>
            </a:r>
            <a:r>
              <a:rPr sz="1900" spc="90" dirty="0">
                <a:latin typeface="Times New Roman"/>
                <a:cs typeface="Times New Roman"/>
              </a:rPr>
              <a:t> </a:t>
            </a:r>
            <a:r>
              <a:rPr sz="1900" spc="20" dirty="0">
                <a:latin typeface="Times New Roman"/>
                <a:cs typeface="Times New Roman"/>
              </a:rPr>
              <a:t>are</a:t>
            </a:r>
            <a:r>
              <a:rPr sz="1900" spc="330" dirty="0">
                <a:latin typeface="Times New Roman"/>
                <a:cs typeface="Times New Roman"/>
              </a:rPr>
              <a:t> </a:t>
            </a:r>
            <a:r>
              <a:rPr sz="1900" spc="20" dirty="0">
                <a:latin typeface="Times New Roman"/>
                <a:cs typeface="Times New Roman"/>
              </a:rPr>
              <a:t>all possible</a:t>
            </a:r>
            <a:r>
              <a:rPr sz="1900" spc="110" dirty="0">
                <a:latin typeface="Times New Roman"/>
                <a:cs typeface="Times New Roman"/>
              </a:rPr>
              <a:t> </a:t>
            </a:r>
            <a:r>
              <a:rPr sz="1900" spc="20" dirty="0">
                <a:latin typeface="Times New Roman"/>
                <a:cs typeface="Times New Roman"/>
              </a:rPr>
              <a:t>cases</a:t>
            </a:r>
            <a:r>
              <a:rPr sz="1900" spc="10" dirty="0">
                <a:latin typeface="Times New Roman"/>
                <a:cs typeface="Times New Roman"/>
              </a:rPr>
              <a:t> </a:t>
            </a:r>
            <a:r>
              <a:rPr sz="1900" spc="20" dirty="0">
                <a:latin typeface="Times New Roman"/>
                <a:cs typeface="Times New Roman"/>
              </a:rPr>
              <a:t>accounted</a:t>
            </a:r>
            <a:r>
              <a:rPr sz="1900" spc="-30" dirty="0">
                <a:latin typeface="Times New Roman"/>
                <a:cs typeface="Times New Roman"/>
              </a:rPr>
              <a:t> </a:t>
            </a:r>
            <a:r>
              <a:rPr sz="1900" spc="-40" dirty="0">
                <a:latin typeface="Times New Roman"/>
                <a:cs typeface="Times New Roman"/>
              </a:rPr>
              <a:t>for?</a:t>
            </a:r>
            <a:endParaRPr sz="1900">
              <a:latin typeface="Times New Roman"/>
              <a:cs typeface="Times New Roman"/>
            </a:endParaRPr>
          </a:p>
          <a:p>
            <a:pPr>
              <a:lnSpc>
                <a:spcPts val="2220"/>
              </a:lnSpc>
              <a:spcBef>
                <a:spcPts val="70"/>
              </a:spcBef>
              <a:tabLst>
                <a:tab pos="2401570" algn="l"/>
              </a:tabLst>
            </a:pPr>
            <a:r>
              <a:rPr sz="1900" spc="20" dirty="0">
                <a:latin typeface="Times New Roman"/>
                <a:cs typeface="Times New Roman"/>
              </a:rPr>
              <a:t>Input/output</a:t>
            </a:r>
            <a:r>
              <a:rPr sz="1900" spc="250" dirty="0">
                <a:latin typeface="Times New Roman"/>
                <a:cs typeface="Times New Roman"/>
              </a:rPr>
              <a:t> </a:t>
            </a:r>
            <a:r>
              <a:rPr sz="1900" spc="-20" dirty="0">
                <a:latin typeface="Times New Roman"/>
                <a:cs typeface="Times New Roman"/>
              </a:rPr>
              <a:t>faults</a:t>
            </a:r>
            <a:r>
              <a:rPr sz="1900" dirty="0">
                <a:latin typeface="Times New Roman"/>
                <a:cs typeface="Times New Roman"/>
              </a:rPr>
              <a:t>	Are all</a:t>
            </a:r>
            <a:r>
              <a:rPr sz="1900" spc="200" dirty="0">
                <a:latin typeface="Times New Roman"/>
                <a:cs typeface="Times New Roman"/>
              </a:rPr>
              <a:t> </a:t>
            </a:r>
            <a:r>
              <a:rPr sz="1900" dirty="0">
                <a:latin typeface="Times New Roman"/>
                <a:cs typeface="Times New Roman"/>
              </a:rPr>
              <a:t>input</a:t>
            </a:r>
            <a:r>
              <a:rPr sz="1900" spc="210" dirty="0">
                <a:latin typeface="Times New Roman"/>
                <a:cs typeface="Times New Roman"/>
              </a:rPr>
              <a:t> </a:t>
            </a:r>
            <a:r>
              <a:rPr sz="1900" dirty="0">
                <a:latin typeface="Times New Roman"/>
                <a:cs typeface="Times New Roman"/>
              </a:rPr>
              <a:t>variables</a:t>
            </a:r>
            <a:r>
              <a:rPr sz="1900" spc="480" dirty="0">
                <a:latin typeface="Times New Roman"/>
                <a:cs typeface="Times New Roman"/>
              </a:rPr>
              <a:t> </a:t>
            </a:r>
            <a:r>
              <a:rPr sz="1900" spc="-40" dirty="0">
                <a:latin typeface="Times New Roman"/>
                <a:cs typeface="Times New Roman"/>
              </a:rPr>
              <a:t>used?</a:t>
            </a:r>
            <a:endParaRPr sz="1900">
              <a:latin typeface="Times New Roman"/>
              <a:cs typeface="Times New Roman"/>
            </a:endParaRPr>
          </a:p>
          <a:p>
            <a:pPr marL="2401570">
              <a:lnSpc>
                <a:spcPts val="2160"/>
              </a:lnSpc>
              <a:spcBef>
                <a:spcPts val="110"/>
              </a:spcBef>
            </a:pPr>
            <a:r>
              <a:rPr sz="1900" spc="20" dirty="0">
                <a:latin typeface="Times New Roman"/>
                <a:cs typeface="Times New Roman"/>
              </a:rPr>
              <a:t>Are</a:t>
            </a:r>
            <a:r>
              <a:rPr sz="1900" spc="-80" dirty="0">
                <a:latin typeface="Times New Roman"/>
                <a:cs typeface="Times New Roman"/>
              </a:rPr>
              <a:t> </a:t>
            </a:r>
            <a:r>
              <a:rPr sz="1900" spc="20" dirty="0">
                <a:latin typeface="Times New Roman"/>
                <a:cs typeface="Times New Roman"/>
              </a:rPr>
              <a:t>all</a:t>
            </a:r>
            <a:r>
              <a:rPr sz="1900" spc="100" dirty="0">
                <a:latin typeface="Times New Roman"/>
                <a:cs typeface="Times New Roman"/>
              </a:rPr>
              <a:t> </a:t>
            </a:r>
            <a:r>
              <a:rPr sz="1900" spc="20" dirty="0">
                <a:latin typeface="Times New Roman"/>
                <a:cs typeface="Times New Roman"/>
              </a:rPr>
              <a:t>output</a:t>
            </a:r>
            <a:r>
              <a:rPr sz="1900" spc="100" dirty="0">
                <a:latin typeface="Times New Roman"/>
                <a:cs typeface="Times New Roman"/>
              </a:rPr>
              <a:t> </a:t>
            </a:r>
            <a:r>
              <a:rPr sz="1900" spc="20" dirty="0">
                <a:latin typeface="Times New Roman"/>
                <a:cs typeface="Times New Roman"/>
              </a:rPr>
              <a:t>variables</a:t>
            </a:r>
            <a:r>
              <a:rPr sz="1900" spc="340" dirty="0">
                <a:latin typeface="Times New Roman"/>
                <a:cs typeface="Times New Roman"/>
              </a:rPr>
              <a:t> </a:t>
            </a:r>
            <a:r>
              <a:rPr sz="1900" spc="20" dirty="0">
                <a:latin typeface="Times New Roman"/>
                <a:cs typeface="Times New Roman"/>
              </a:rPr>
              <a:t>assigned</a:t>
            </a:r>
            <a:r>
              <a:rPr sz="1900" spc="-170" dirty="0">
                <a:latin typeface="Times New Roman"/>
                <a:cs typeface="Times New Roman"/>
              </a:rPr>
              <a:t> </a:t>
            </a:r>
            <a:r>
              <a:rPr sz="1900" spc="20" dirty="0">
                <a:latin typeface="Times New Roman"/>
                <a:cs typeface="Times New Roman"/>
              </a:rPr>
              <a:t>a</a:t>
            </a:r>
            <a:r>
              <a:rPr sz="1900" spc="210" dirty="0">
                <a:latin typeface="Times New Roman"/>
                <a:cs typeface="Times New Roman"/>
              </a:rPr>
              <a:t> </a:t>
            </a:r>
            <a:r>
              <a:rPr sz="1900" spc="20" dirty="0">
                <a:latin typeface="Times New Roman"/>
                <a:cs typeface="Times New Roman"/>
              </a:rPr>
              <a:t>value</a:t>
            </a:r>
            <a:r>
              <a:rPr sz="1900" spc="190" dirty="0">
                <a:latin typeface="Times New Roman"/>
                <a:cs typeface="Times New Roman"/>
              </a:rPr>
              <a:t> </a:t>
            </a:r>
            <a:r>
              <a:rPr sz="1900" spc="20" dirty="0">
                <a:latin typeface="Times New Roman"/>
                <a:cs typeface="Times New Roman"/>
              </a:rPr>
              <a:t>before</a:t>
            </a:r>
            <a:r>
              <a:rPr sz="1900" spc="210" dirty="0">
                <a:latin typeface="Times New Roman"/>
                <a:cs typeface="Times New Roman"/>
              </a:rPr>
              <a:t> </a:t>
            </a:r>
            <a:r>
              <a:rPr sz="1900" spc="20" dirty="0">
                <a:latin typeface="Times New Roman"/>
                <a:cs typeface="Times New Roman"/>
              </a:rPr>
              <a:t>they</a:t>
            </a:r>
            <a:r>
              <a:rPr sz="1900" spc="40" dirty="0">
                <a:latin typeface="Times New Roman"/>
                <a:cs typeface="Times New Roman"/>
              </a:rPr>
              <a:t> </a:t>
            </a:r>
            <a:r>
              <a:rPr sz="1900" spc="-50" dirty="0">
                <a:latin typeface="Times New Roman"/>
                <a:cs typeface="Times New Roman"/>
              </a:rPr>
              <a:t>are </a:t>
            </a:r>
            <a:r>
              <a:rPr sz="1900" spc="-20" dirty="0">
                <a:latin typeface="Times New Roman"/>
                <a:cs typeface="Times New Roman"/>
              </a:rPr>
              <a:t>output?</a:t>
            </a:r>
            <a:endParaRPr sz="1900">
              <a:latin typeface="Times New Roman"/>
              <a:cs typeface="Times New Roman"/>
            </a:endParaRPr>
          </a:p>
        </p:txBody>
      </p:sp>
      <p:graphicFrame>
        <p:nvGraphicFramePr>
          <p:cNvPr id="3" name="object 3"/>
          <p:cNvGraphicFramePr>
            <a:graphicFrameLocks noGrp="1"/>
          </p:cNvGraphicFramePr>
          <p:nvPr>
            <p:extLst>
              <p:ext uri="{D42A27DB-BD31-4B8C-83A1-F6EECF244321}">
                <p14:modId xmlns:p14="http://schemas.microsoft.com/office/powerpoint/2010/main" val="135610291"/>
              </p:ext>
            </p:extLst>
          </p:nvPr>
        </p:nvGraphicFramePr>
        <p:xfrm>
          <a:off x="463645" y="2514600"/>
          <a:ext cx="8383268" cy="4112256"/>
        </p:xfrm>
        <a:graphic>
          <a:graphicData uri="http://schemas.openxmlformats.org/drawingml/2006/table">
            <a:tbl>
              <a:tblPr firstRow="1" bandRow="1">
                <a:tableStyleId>{2D5ABB26-0587-4C30-8999-92F81FD0307C}</a:tableStyleId>
              </a:tblPr>
              <a:tblGrid>
                <a:gridCol w="2402840">
                  <a:extLst>
                    <a:ext uri="{9D8B030D-6E8A-4147-A177-3AD203B41FA5}">
                      <a16:colId xmlns:a16="http://schemas.microsoft.com/office/drawing/2014/main" val="20000"/>
                    </a:ext>
                  </a:extLst>
                </a:gridCol>
                <a:gridCol w="5980428">
                  <a:extLst>
                    <a:ext uri="{9D8B030D-6E8A-4147-A177-3AD203B41FA5}">
                      <a16:colId xmlns:a16="http://schemas.microsoft.com/office/drawing/2014/main" val="20001"/>
                    </a:ext>
                  </a:extLst>
                </a:gridCol>
              </a:tblGrid>
              <a:tr h="1680208">
                <a:tc>
                  <a:txBody>
                    <a:bodyPr/>
                    <a:lstStyle/>
                    <a:p>
                      <a:pPr marL="63500">
                        <a:lnSpc>
                          <a:spcPct val="100000"/>
                        </a:lnSpc>
                        <a:spcBef>
                          <a:spcPts val="30"/>
                        </a:spcBef>
                      </a:pPr>
                      <a:r>
                        <a:rPr sz="1900" dirty="0">
                          <a:latin typeface="Times New Roman"/>
                          <a:cs typeface="Times New Roman"/>
                        </a:rPr>
                        <a:t>Interface</a:t>
                      </a:r>
                      <a:r>
                        <a:rPr sz="1900" spc="175" dirty="0">
                          <a:latin typeface="Times New Roman"/>
                          <a:cs typeface="Times New Roman"/>
                        </a:rPr>
                        <a:t> </a:t>
                      </a:r>
                      <a:r>
                        <a:rPr sz="1900" spc="-10" dirty="0">
                          <a:latin typeface="Times New Roman"/>
                          <a:cs typeface="Times New Roman"/>
                        </a:rPr>
                        <a:t>faults</a:t>
                      </a:r>
                      <a:endParaRPr sz="1900">
                        <a:latin typeface="Times New Roman"/>
                        <a:cs typeface="Times New Roman"/>
                      </a:endParaRPr>
                    </a:p>
                  </a:txBody>
                  <a:tcPr marL="0" marR="0" marT="762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00" marR="241935">
                        <a:lnSpc>
                          <a:spcPct val="100000"/>
                        </a:lnSpc>
                        <a:spcBef>
                          <a:spcPts val="114"/>
                        </a:spcBef>
                      </a:pPr>
                      <a:r>
                        <a:rPr sz="1900" spc="10" dirty="0">
                          <a:latin typeface="Times New Roman"/>
                          <a:cs typeface="Times New Roman"/>
                        </a:rPr>
                        <a:t>Do</a:t>
                      </a:r>
                      <a:r>
                        <a:rPr sz="1900" spc="330" dirty="0">
                          <a:latin typeface="Times New Roman"/>
                          <a:cs typeface="Times New Roman"/>
                        </a:rPr>
                        <a:t> </a:t>
                      </a:r>
                      <a:r>
                        <a:rPr sz="1900" spc="10" dirty="0">
                          <a:latin typeface="Times New Roman"/>
                          <a:cs typeface="Times New Roman"/>
                        </a:rPr>
                        <a:t>all function</a:t>
                      </a:r>
                      <a:r>
                        <a:rPr sz="1900" spc="-10" dirty="0">
                          <a:latin typeface="Times New Roman"/>
                          <a:cs typeface="Times New Roman"/>
                        </a:rPr>
                        <a:t> </a:t>
                      </a:r>
                      <a:r>
                        <a:rPr sz="1900" spc="10" dirty="0">
                          <a:latin typeface="Times New Roman"/>
                          <a:cs typeface="Times New Roman"/>
                        </a:rPr>
                        <a:t>and</a:t>
                      </a:r>
                      <a:r>
                        <a:rPr sz="1900" spc="-10" dirty="0">
                          <a:latin typeface="Times New Roman"/>
                          <a:cs typeface="Times New Roman"/>
                        </a:rPr>
                        <a:t> </a:t>
                      </a:r>
                      <a:r>
                        <a:rPr sz="1900" spc="10" dirty="0">
                          <a:latin typeface="Times New Roman"/>
                          <a:cs typeface="Times New Roman"/>
                        </a:rPr>
                        <a:t>proced</a:t>
                      </a:r>
                      <a:r>
                        <a:rPr sz="1900" spc="-130" dirty="0">
                          <a:latin typeface="Times New Roman"/>
                          <a:cs typeface="Times New Roman"/>
                        </a:rPr>
                        <a:t> </a:t>
                      </a:r>
                      <a:r>
                        <a:rPr sz="1900" spc="10" dirty="0">
                          <a:latin typeface="Times New Roman"/>
                          <a:cs typeface="Times New Roman"/>
                        </a:rPr>
                        <a:t>ure</a:t>
                      </a:r>
                      <a:r>
                        <a:rPr sz="1900" spc="55" dirty="0">
                          <a:latin typeface="Times New Roman"/>
                          <a:cs typeface="Times New Roman"/>
                        </a:rPr>
                        <a:t> </a:t>
                      </a:r>
                      <a:r>
                        <a:rPr sz="1900" spc="10" dirty="0">
                          <a:latin typeface="Times New Roman"/>
                          <a:cs typeface="Times New Roman"/>
                        </a:rPr>
                        <a:t>calls</a:t>
                      </a:r>
                      <a:r>
                        <a:rPr sz="1900" spc="114" dirty="0">
                          <a:latin typeface="Times New Roman"/>
                          <a:cs typeface="Times New Roman"/>
                        </a:rPr>
                        <a:t> </a:t>
                      </a:r>
                      <a:r>
                        <a:rPr sz="1900" spc="10" dirty="0">
                          <a:latin typeface="Times New Roman"/>
                          <a:cs typeface="Times New Roman"/>
                        </a:rPr>
                        <a:t>have</a:t>
                      </a:r>
                      <a:r>
                        <a:rPr sz="1900" spc="55" dirty="0">
                          <a:latin typeface="Times New Roman"/>
                          <a:cs typeface="Times New Roman"/>
                        </a:rPr>
                        <a:t> </a:t>
                      </a:r>
                      <a:r>
                        <a:rPr sz="1900" spc="10" dirty="0">
                          <a:latin typeface="Times New Roman"/>
                          <a:cs typeface="Times New Roman"/>
                        </a:rPr>
                        <a:t>the</a:t>
                      </a:r>
                      <a:r>
                        <a:rPr sz="1900" spc="50" dirty="0">
                          <a:latin typeface="Times New Roman"/>
                          <a:cs typeface="Times New Roman"/>
                        </a:rPr>
                        <a:t> </a:t>
                      </a:r>
                      <a:r>
                        <a:rPr sz="1900" spc="-10" dirty="0">
                          <a:latin typeface="Times New Roman"/>
                          <a:cs typeface="Times New Roman"/>
                        </a:rPr>
                        <a:t>correct </a:t>
                      </a:r>
                      <a:r>
                        <a:rPr sz="1900" dirty="0">
                          <a:latin typeface="Times New Roman"/>
                          <a:cs typeface="Times New Roman"/>
                        </a:rPr>
                        <a:t>number</a:t>
                      </a:r>
                      <a:r>
                        <a:rPr sz="1900" spc="114" dirty="0">
                          <a:latin typeface="Times New Roman"/>
                          <a:cs typeface="Times New Roman"/>
                        </a:rPr>
                        <a:t> </a:t>
                      </a:r>
                      <a:r>
                        <a:rPr sz="1900" dirty="0">
                          <a:latin typeface="Times New Roman"/>
                          <a:cs typeface="Times New Roman"/>
                        </a:rPr>
                        <a:t>of</a:t>
                      </a:r>
                      <a:r>
                        <a:rPr sz="1900" spc="114" dirty="0">
                          <a:latin typeface="Times New Roman"/>
                          <a:cs typeface="Times New Roman"/>
                        </a:rPr>
                        <a:t> </a:t>
                      </a:r>
                      <a:r>
                        <a:rPr sz="1900" spc="-10" dirty="0">
                          <a:latin typeface="Times New Roman"/>
                          <a:cs typeface="Times New Roman"/>
                        </a:rPr>
                        <a:t>parameters?</a:t>
                      </a:r>
                      <a:endParaRPr sz="1900" dirty="0">
                        <a:latin typeface="Times New Roman"/>
                        <a:cs typeface="Times New Roman"/>
                      </a:endParaRPr>
                    </a:p>
                    <a:p>
                      <a:pPr marL="63500">
                        <a:lnSpc>
                          <a:spcPct val="100000"/>
                        </a:lnSpc>
                      </a:pPr>
                      <a:r>
                        <a:rPr sz="1900" spc="10" dirty="0">
                          <a:latin typeface="Times New Roman"/>
                          <a:cs typeface="Times New Roman"/>
                        </a:rPr>
                        <a:t>Do formal</a:t>
                      </a:r>
                      <a:r>
                        <a:rPr sz="1900" spc="170" dirty="0">
                          <a:latin typeface="Times New Roman"/>
                          <a:cs typeface="Times New Roman"/>
                        </a:rPr>
                        <a:t> </a:t>
                      </a:r>
                      <a:r>
                        <a:rPr sz="1900" spc="10" dirty="0">
                          <a:latin typeface="Times New Roman"/>
                          <a:cs typeface="Times New Roman"/>
                        </a:rPr>
                        <a:t>and</a:t>
                      </a:r>
                      <a:r>
                        <a:rPr sz="1900" spc="140" dirty="0">
                          <a:latin typeface="Times New Roman"/>
                          <a:cs typeface="Times New Roman"/>
                        </a:rPr>
                        <a:t> </a:t>
                      </a:r>
                      <a:r>
                        <a:rPr sz="1900" spc="10" dirty="0">
                          <a:latin typeface="Times New Roman"/>
                          <a:cs typeface="Times New Roman"/>
                        </a:rPr>
                        <a:t>actual</a:t>
                      </a:r>
                      <a:r>
                        <a:rPr sz="1900" spc="40" dirty="0">
                          <a:latin typeface="Times New Roman"/>
                          <a:cs typeface="Times New Roman"/>
                        </a:rPr>
                        <a:t> </a:t>
                      </a:r>
                      <a:r>
                        <a:rPr sz="1900" spc="10" dirty="0">
                          <a:latin typeface="Times New Roman"/>
                          <a:cs typeface="Times New Roman"/>
                        </a:rPr>
                        <a:t>parameter</a:t>
                      </a:r>
                      <a:r>
                        <a:rPr sz="1900" spc="-25" dirty="0">
                          <a:latin typeface="Times New Roman"/>
                          <a:cs typeface="Times New Roman"/>
                        </a:rPr>
                        <a:t> </a:t>
                      </a:r>
                      <a:r>
                        <a:rPr sz="1900" spc="10" dirty="0">
                          <a:latin typeface="Times New Roman"/>
                          <a:cs typeface="Times New Roman"/>
                        </a:rPr>
                        <a:t>types</a:t>
                      </a:r>
                      <a:r>
                        <a:rPr sz="1900" spc="25" dirty="0">
                          <a:latin typeface="Times New Roman"/>
                          <a:cs typeface="Times New Roman"/>
                        </a:rPr>
                        <a:t> </a:t>
                      </a:r>
                      <a:r>
                        <a:rPr sz="1900" spc="-10" dirty="0">
                          <a:latin typeface="Times New Roman"/>
                          <a:cs typeface="Times New Roman"/>
                        </a:rPr>
                        <a:t>match?</a:t>
                      </a:r>
                      <a:endParaRPr sz="1900" dirty="0">
                        <a:latin typeface="Times New Roman"/>
                        <a:cs typeface="Times New Roman"/>
                      </a:endParaRPr>
                    </a:p>
                    <a:p>
                      <a:pPr marL="63500">
                        <a:lnSpc>
                          <a:spcPct val="100000"/>
                        </a:lnSpc>
                      </a:pPr>
                      <a:r>
                        <a:rPr sz="1900" dirty="0">
                          <a:latin typeface="Times New Roman"/>
                          <a:cs typeface="Times New Roman"/>
                        </a:rPr>
                        <a:t>Are</a:t>
                      </a:r>
                      <a:r>
                        <a:rPr sz="1900" spc="-20" dirty="0">
                          <a:latin typeface="Times New Roman"/>
                          <a:cs typeface="Times New Roman"/>
                        </a:rPr>
                        <a:t> </a:t>
                      </a:r>
                      <a:r>
                        <a:rPr sz="1900" dirty="0">
                          <a:latin typeface="Times New Roman"/>
                          <a:cs typeface="Times New Roman"/>
                        </a:rPr>
                        <a:t>the</a:t>
                      </a:r>
                      <a:r>
                        <a:rPr sz="1900" spc="275" dirty="0">
                          <a:latin typeface="Times New Roman"/>
                          <a:cs typeface="Times New Roman"/>
                        </a:rPr>
                        <a:t> </a:t>
                      </a:r>
                      <a:r>
                        <a:rPr sz="1900" dirty="0">
                          <a:latin typeface="Times New Roman"/>
                          <a:cs typeface="Times New Roman"/>
                        </a:rPr>
                        <a:t>parameters</a:t>
                      </a:r>
                      <a:r>
                        <a:rPr sz="1900" spc="210" dirty="0">
                          <a:latin typeface="Times New Roman"/>
                          <a:cs typeface="Times New Roman"/>
                        </a:rPr>
                        <a:t> </a:t>
                      </a:r>
                      <a:r>
                        <a:rPr sz="1900" dirty="0">
                          <a:latin typeface="Times New Roman"/>
                          <a:cs typeface="Times New Roman"/>
                        </a:rPr>
                        <a:t>in</a:t>
                      </a:r>
                      <a:r>
                        <a:rPr sz="1900" spc="50" dirty="0">
                          <a:latin typeface="Times New Roman"/>
                          <a:cs typeface="Times New Roman"/>
                        </a:rPr>
                        <a:t> </a:t>
                      </a:r>
                      <a:r>
                        <a:rPr sz="1900" dirty="0">
                          <a:latin typeface="Times New Roman"/>
                          <a:cs typeface="Times New Roman"/>
                        </a:rPr>
                        <a:t>the</a:t>
                      </a:r>
                      <a:r>
                        <a:rPr sz="1900" spc="-20" dirty="0">
                          <a:latin typeface="Times New Roman"/>
                          <a:cs typeface="Times New Roman"/>
                        </a:rPr>
                        <a:t> </a:t>
                      </a:r>
                      <a:r>
                        <a:rPr sz="1900" dirty="0">
                          <a:latin typeface="Times New Roman"/>
                          <a:cs typeface="Times New Roman"/>
                        </a:rPr>
                        <a:t>right</a:t>
                      </a:r>
                      <a:r>
                        <a:rPr sz="1900" spc="80" dirty="0">
                          <a:latin typeface="Times New Roman"/>
                          <a:cs typeface="Times New Roman"/>
                        </a:rPr>
                        <a:t> </a:t>
                      </a:r>
                      <a:r>
                        <a:rPr sz="1900" spc="-10" dirty="0">
                          <a:latin typeface="Times New Roman"/>
                          <a:cs typeface="Times New Roman"/>
                        </a:rPr>
                        <a:t>order?</a:t>
                      </a:r>
                      <a:endParaRPr sz="1900" dirty="0">
                        <a:latin typeface="Times New Roman"/>
                        <a:cs typeface="Times New Roman"/>
                      </a:endParaRPr>
                    </a:p>
                    <a:p>
                      <a:pPr marL="63500" marR="24765">
                        <a:lnSpc>
                          <a:spcPct val="100000"/>
                        </a:lnSpc>
                      </a:pPr>
                      <a:r>
                        <a:rPr sz="1900" spc="50" dirty="0">
                          <a:latin typeface="Times New Roman"/>
                          <a:cs typeface="Times New Roman"/>
                        </a:rPr>
                        <a:t>If</a:t>
                      </a:r>
                      <a:r>
                        <a:rPr sz="1900" spc="-10" dirty="0">
                          <a:latin typeface="Times New Roman"/>
                          <a:cs typeface="Times New Roman"/>
                        </a:rPr>
                        <a:t> </a:t>
                      </a:r>
                      <a:r>
                        <a:rPr sz="1900" dirty="0">
                          <a:latin typeface="Times New Roman"/>
                          <a:cs typeface="Times New Roman"/>
                        </a:rPr>
                        <a:t>components</a:t>
                      </a:r>
                      <a:r>
                        <a:rPr sz="1900" spc="185" dirty="0">
                          <a:latin typeface="Times New Roman"/>
                          <a:cs typeface="Times New Roman"/>
                        </a:rPr>
                        <a:t> </a:t>
                      </a:r>
                      <a:r>
                        <a:rPr sz="1900" dirty="0">
                          <a:latin typeface="Times New Roman"/>
                          <a:cs typeface="Times New Roman"/>
                        </a:rPr>
                        <a:t>access</a:t>
                      </a:r>
                      <a:r>
                        <a:rPr sz="1900" spc="55" dirty="0">
                          <a:latin typeface="Times New Roman"/>
                          <a:cs typeface="Times New Roman"/>
                        </a:rPr>
                        <a:t> </a:t>
                      </a:r>
                      <a:r>
                        <a:rPr sz="1900" dirty="0">
                          <a:latin typeface="Times New Roman"/>
                          <a:cs typeface="Times New Roman"/>
                        </a:rPr>
                        <a:t>shared</a:t>
                      </a:r>
                      <a:r>
                        <a:rPr sz="1900" spc="30" dirty="0">
                          <a:latin typeface="Times New Roman"/>
                          <a:cs typeface="Times New Roman"/>
                        </a:rPr>
                        <a:t> </a:t>
                      </a:r>
                      <a:r>
                        <a:rPr sz="1900" dirty="0">
                          <a:latin typeface="Times New Roman"/>
                          <a:cs typeface="Times New Roman"/>
                        </a:rPr>
                        <a:t>memory,</a:t>
                      </a:r>
                      <a:r>
                        <a:rPr sz="1900" spc="105" dirty="0">
                          <a:latin typeface="Times New Roman"/>
                          <a:cs typeface="Times New Roman"/>
                        </a:rPr>
                        <a:t> </a:t>
                      </a:r>
                      <a:r>
                        <a:rPr sz="1900" dirty="0">
                          <a:latin typeface="Times New Roman"/>
                          <a:cs typeface="Times New Roman"/>
                        </a:rPr>
                        <a:t>do</a:t>
                      </a:r>
                      <a:r>
                        <a:rPr sz="1900" spc="170" dirty="0">
                          <a:latin typeface="Times New Roman"/>
                          <a:cs typeface="Times New Roman"/>
                        </a:rPr>
                        <a:t> </a:t>
                      </a:r>
                      <a:r>
                        <a:rPr sz="1900" dirty="0">
                          <a:latin typeface="Times New Roman"/>
                          <a:cs typeface="Times New Roman"/>
                        </a:rPr>
                        <a:t>they</a:t>
                      </a:r>
                      <a:r>
                        <a:rPr sz="1900" spc="35" dirty="0">
                          <a:latin typeface="Times New Roman"/>
                          <a:cs typeface="Times New Roman"/>
                        </a:rPr>
                        <a:t> </a:t>
                      </a:r>
                      <a:r>
                        <a:rPr sz="1900" dirty="0">
                          <a:latin typeface="Times New Roman"/>
                          <a:cs typeface="Times New Roman"/>
                        </a:rPr>
                        <a:t>have</a:t>
                      </a:r>
                      <a:r>
                        <a:rPr sz="1900" spc="305" dirty="0">
                          <a:latin typeface="Times New Roman"/>
                          <a:cs typeface="Times New Roman"/>
                        </a:rPr>
                        <a:t>  </a:t>
                      </a:r>
                      <a:r>
                        <a:rPr sz="1900" spc="-25" dirty="0">
                          <a:latin typeface="Times New Roman"/>
                          <a:cs typeface="Times New Roman"/>
                        </a:rPr>
                        <a:t>the </a:t>
                      </a:r>
                      <a:r>
                        <a:rPr sz="1900" dirty="0">
                          <a:latin typeface="Times New Roman"/>
                          <a:cs typeface="Times New Roman"/>
                        </a:rPr>
                        <a:t>same</a:t>
                      </a:r>
                      <a:r>
                        <a:rPr sz="1900" spc="95" dirty="0">
                          <a:latin typeface="Times New Roman"/>
                          <a:cs typeface="Times New Roman"/>
                        </a:rPr>
                        <a:t> </a:t>
                      </a:r>
                      <a:r>
                        <a:rPr sz="1900" dirty="0">
                          <a:latin typeface="Times New Roman"/>
                          <a:cs typeface="Times New Roman"/>
                        </a:rPr>
                        <a:t>mode</a:t>
                      </a:r>
                      <a:r>
                        <a:rPr sz="1900" spc="-40" dirty="0">
                          <a:latin typeface="Times New Roman"/>
                          <a:cs typeface="Times New Roman"/>
                        </a:rPr>
                        <a:t> </a:t>
                      </a:r>
                      <a:r>
                        <a:rPr sz="1900" dirty="0">
                          <a:latin typeface="Times New Roman"/>
                          <a:cs typeface="Times New Roman"/>
                        </a:rPr>
                        <a:t>l</a:t>
                      </a:r>
                      <a:r>
                        <a:rPr sz="1900" spc="45" dirty="0">
                          <a:latin typeface="Times New Roman"/>
                          <a:cs typeface="Times New Roman"/>
                        </a:rPr>
                        <a:t> </a:t>
                      </a:r>
                      <a:r>
                        <a:rPr sz="1900" dirty="0">
                          <a:latin typeface="Times New Roman"/>
                          <a:cs typeface="Times New Roman"/>
                        </a:rPr>
                        <a:t>of</a:t>
                      </a:r>
                      <a:r>
                        <a:rPr sz="1900" spc="-20" dirty="0">
                          <a:latin typeface="Times New Roman"/>
                          <a:cs typeface="Times New Roman"/>
                        </a:rPr>
                        <a:t> </a:t>
                      </a:r>
                      <a:r>
                        <a:rPr sz="1900" dirty="0">
                          <a:latin typeface="Times New Roman"/>
                          <a:cs typeface="Times New Roman"/>
                        </a:rPr>
                        <a:t>the</a:t>
                      </a:r>
                      <a:r>
                        <a:rPr sz="1900" spc="90" dirty="0">
                          <a:latin typeface="Times New Roman"/>
                          <a:cs typeface="Times New Roman"/>
                        </a:rPr>
                        <a:t> </a:t>
                      </a:r>
                      <a:r>
                        <a:rPr sz="1900" dirty="0">
                          <a:latin typeface="Times New Roman"/>
                          <a:cs typeface="Times New Roman"/>
                        </a:rPr>
                        <a:t>shared</a:t>
                      </a:r>
                      <a:r>
                        <a:rPr sz="1900" spc="150" dirty="0">
                          <a:latin typeface="Times New Roman"/>
                          <a:cs typeface="Times New Roman"/>
                        </a:rPr>
                        <a:t> </a:t>
                      </a:r>
                      <a:r>
                        <a:rPr sz="1900" dirty="0">
                          <a:latin typeface="Times New Roman"/>
                          <a:cs typeface="Times New Roman"/>
                        </a:rPr>
                        <a:t>memory</a:t>
                      </a:r>
                      <a:r>
                        <a:rPr sz="1900" spc="20" dirty="0">
                          <a:latin typeface="Times New Roman"/>
                          <a:cs typeface="Times New Roman"/>
                        </a:rPr>
                        <a:t> </a:t>
                      </a:r>
                      <a:r>
                        <a:rPr sz="1900" dirty="0">
                          <a:latin typeface="Times New Roman"/>
                          <a:cs typeface="Times New Roman"/>
                        </a:rPr>
                        <a:t>s</a:t>
                      </a:r>
                      <a:r>
                        <a:rPr sz="1900" spc="-100" dirty="0">
                          <a:latin typeface="Times New Roman"/>
                          <a:cs typeface="Times New Roman"/>
                        </a:rPr>
                        <a:t> </a:t>
                      </a:r>
                      <a:r>
                        <a:rPr sz="1900" spc="-10" dirty="0">
                          <a:latin typeface="Times New Roman"/>
                          <a:cs typeface="Times New Roman"/>
                        </a:rPr>
                        <a:t>tructure?</a:t>
                      </a:r>
                      <a:endParaRPr sz="1900" dirty="0">
                        <a:latin typeface="Times New Roman"/>
                        <a:cs typeface="Times New Roman"/>
                      </a:endParaRPr>
                    </a:p>
                  </a:txBody>
                  <a:tcPr marL="0" marR="0" marT="29208"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r h="1680208">
                <a:tc>
                  <a:txBody>
                    <a:bodyPr/>
                    <a:lstStyle/>
                    <a:p>
                      <a:pPr marL="63500" marR="20955">
                        <a:lnSpc>
                          <a:spcPct val="100000"/>
                        </a:lnSpc>
                        <a:spcBef>
                          <a:spcPts val="114"/>
                        </a:spcBef>
                      </a:pPr>
                      <a:r>
                        <a:rPr sz="1900" dirty="0">
                          <a:latin typeface="Times New Roman"/>
                          <a:cs typeface="Times New Roman"/>
                        </a:rPr>
                        <a:t>Storage</a:t>
                      </a:r>
                      <a:r>
                        <a:rPr sz="1900" spc="455" dirty="0">
                          <a:latin typeface="Times New Roman"/>
                          <a:cs typeface="Times New Roman"/>
                        </a:rPr>
                        <a:t> </a:t>
                      </a:r>
                      <a:r>
                        <a:rPr sz="1900" spc="-10" dirty="0">
                          <a:latin typeface="Times New Roman"/>
                          <a:cs typeface="Times New Roman"/>
                        </a:rPr>
                        <a:t>management faults</a:t>
                      </a:r>
                      <a:endParaRPr sz="1900">
                        <a:latin typeface="Times New Roman"/>
                        <a:cs typeface="Times New Roman"/>
                      </a:endParaRPr>
                    </a:p>
                  </a:txBody>
                  <a:tcPr marL="0" marR="0" marT="29208"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00" marR="146685">
                        <a:lnSpc>
                          <a:spcPct val="100000"/>
                        </a:lnSpc>
                        <a:spcBef>
                          <a:spcPts val="114"/>
                        </a:spcBef>
                        <a:tabLst>
                          <a:tab pos="1878330" algn="l"/>
                        </a:tabLst>
                      </a:pPr>
                      <a:r>
                        <a:rPr sz="1900" spc="50" dirty="0">
                          <a:latin typeface="Times New Roman"/>
                          <a:cs typeface="Times New Roman"/>
                        </a:rPr>
                        <a:t>If</a:t>
                      </a:r>
                      <a:r>
                        <a:rPr sz="1900" spc="-35" dirty="0">
                          <a:latin typeface="Times New Roman"/>
                          <a:cs typeface="Times New Roman"/>
                        </a:rPr>
                        <a:t> </a:t>
                      </a:r>
                      <a:r>
                        <a:rPr sz="1900" dirty="0">
                          <a:latin typeface="Times New Roman"/>
                          <a:cs typeface="Times New Roman"/>
                        </a:rPr>
                        <a:t>a</a:t>
                      </a:r>
                      <a:r>
                        <a:rPr sz="1900" spc="65" dirty="0">
                          <a:latin typeface="Times New Roman"/>
                          <a:cs typeface="Times New Roman"/>
                        </a:rPr>
                        <a:t> </a:t>
                      </a:r>
                      <a:r>
                        <a:rPr sz="1900" dirty="0">
                          <a:latin typeface="Times New Roman"/>
                          <a:cs typeface="Times New Roman"/>
                        </a:rPr>
                        <a:t>linked s</a:t>
                      </a:r>
                      <a:r>
                        <a:rPr sz="1900" spc="-105" dirty="0">
                          <a:latin typeface="Times New Roman"/>
                          <a:cs typeface="Times New Roman"/>
                        </a:rPr>
                        <a:t> </a:t>
                      </a:r>
                      <a:r>
                        <a:rPr sz="1900" spc="-25" dirty="0">
                          <a:latin typeface="Times New Roman"/>
                          <a:cs typeface="Times New Roman"/>
                        </a:rPr>
                        <a:t>tru</a:t>
                      </a:r>
                      <a:r>
                        <a:rPr sz="1900" spc="-120" dirty="0">
                          <a:latin typeface="Times New Roman"/>
                          <a:cs typeface="Times New Roman"/>
                        </a:rPr>
                        <a:t> </a:t>
                      </a:r>
                      <a:r>
                        <a:rPr sz="1900" dirty="0">
                          <a:latin typeface="Times New Roman"/>
                          <a:cs typeface="Times New Roman"/>
                        </a:rPr>
                        <a:t>cture</a:t>
                      </a:r>
                      <a:r>
                        <a:rPr sz="1900" spc="70" dirty="0">
                          <a:latin typeface="Times New Roman"/>
                          <a:cs typeface="Times New Roman"/>
                        </a:rPr>
                        <a:t> </a:t>
                      </a:r>
                      <a:r>
                        <a:rPr sz="1900" dirty="0">
                          <a:latin typeface="Times New Roman"/>
                          <a:cs typeface="Times New Roman"/>
                        </a:rPr>
                        <a:t>is</a:t>
                      </a:r>
                      <a:r>
                        <a:rPr sz="1900" spc="10" dirty="0">
                          <a:latin typeface="Times New Roman"/>
                          <a:cs typeface="Times New Roman"/>
                        </a:rPr>
                        <a:t> </a:t>
                      </a:r>
                      <a:r>
                        <a:rPr sz="1900" spc="-10" dirty="0">
                          <a:latin typeface="Times New Roman"/>
                          <a:cs typeface="Times New Roman"/>
                        </a:rPr>
                        <a:t>modified,</a:t>
                      </a:r>
                      <a:r>
                        <a:rPr sz="1900" dirty="0">
                          <a:latin typeface="Times New Roman"/>
                          <a:cs typeface="Times New Roman"/>
                        </a:rPr>
                        <a:t>	have</a:t>
                      </a:r>
                      <a:r>
                        <a:rPr sz="1900" spc="200" dirty="0">
                          <a:latin typeface="Times New Roman"/>
                          <a:cs typeface="Times New Roman"/>
                        </a:rPr>
                        <a:t> </a:t>
                      </a:r>
                      <a:r>
                        <a:rPr sz="1900" dirty="0">
                          <a:latin typeface="Times New Roman"/>
                          <a:cs typeface="Times New Roman"/>
                        </a:rPr>
                        <a:t>all</a:t>
                      </a:r>
                      <a:r>
                        <a:rPr sz="1900" spc="35" dirty="0">
                          <a:latin typeface="Times New Roman"/>
                          <a:cs typeface="Times New Roman"/>
                        </a:rPr>
                        <a:t> </a:t>
                      </a:r>
                      <a:r>
                        <a:rPr sz="1900" dirty="0">
                          <a:latin typeface="Times New Roman"/>
                          <a:cs typeface="Times New Roman"/>
                        </a:rPr>
                        <a:t>links</a:t>
                      </a:r>
                      <a:r>
                        <a:rPr sz="1900" spc="30" dirty="0">
                          <a:latin typeface="Times New Roman"/>
                          <a:cs typeface="Times New Roman"/>
                        </a:rPr>
                        <a:t> </a:t>
                      </a:r>
                      <a:r>
                        <a:rPr sz="1900" spc="-20" dirty="0">
                          <a:latin typeface="Times New Roman"/>
                          <a:cs typeface="Times New Roman"/>
                        </a:rPr>
                        <a:t>been </a:t>
                      </a:r>
                      <a:r>
                        <a:rPr sz="1900" dirty="0">
                          <a:latin typeface="Times New Roman"/>
                          <a:cs typeface="Times New Roman"/>
                        </a:rPr>
                        <a:t>correctly</a:t>
                      </a:r>
                      <a:r>
                        <a:rPr sz="1900" spc="170" dirty="0">
                          <a:latin typeface="Times New Roman"/>
                          <a:cs typeface="Times New Roman"/>
                        </a:rPr>
                        <a:t> </a:t>
                      </a:r>
                      <a:r>
                        <a:rPr sz="1900" spc="-10" dirty="0">
                          <a:latin typeface="Times New Roman"/>
                          <a:cs typeface="Times New Roman"/>
                        </a:rPr>
                        <a:t>reassigned?</a:t>
                      </a:r>
                      <a:endParaRPr sz="1900" dirty="0">
                        <a:latin typeface="Times New Roman"/>
                        <a:cs typeface="Times New Roman"/>
                      </a:endParaRPr>
                    </a:p>
                    <a:p>
                      <a:pPr marL="63500">
                        <a:lnSpc>
                          <a:spcPct val="100000"/>
                        </a:lnSpc>
                      </a:pPr>
                      <a:r>
                        <a:rPr sz="1900" spc="50" dirty="0">
                          <a:latin typeface="Times New Roman"/>
                          <a:cs typeface="Times New Roman"/>
                        </a:rPr>
                        <a:t>If</a:t>
                      </a:r>
                      <a:r>
                        <a:rPr sz="1900" spc="-35" dirty="0">
                          <a:latin typeface="Times New Roman"/>
                          <a:cs typeface="Times New Roman"/>
                        </a:rPr>
                        <a:t> </a:t>
                      </a:r>
                      <a:r>
                        <a:rPr sz="1900" spc="10" dirty="0">
                          <a:latin typeface="Times New Roman"/>
                          <a:cs typeface="Times New Roman"/>
                        </a:rPr>
                        <a:t>dy</a:t>
                      </a:r>
                      <a:r>
                        <a:rPr sz="1900" spc="-120" dirty="0">
                          <a:latin typeface="Times New Roman"/>
                          <a:cs typeface="Times New Roman"/>
                        </a:rPr>
                        <a:t> </a:t>
                      </a:r>
                      <a:r>
                        <a:rPr sz="1900" spc="10" dirty="0">
                          <a:latin typeface="Times New Roman"/>
                          <a:cs typeface="Times New Roman"/>
                        </a:rPr>
                        <a:t>namic</a:t>
                      </a:r>
                      <a:r>
                        <a:rPr sz="1900" spc="445" dirty="0">
                          <a:latin typeface="Times New Roman"/>
                          <a:cs typeface="Times New Roman"/>
                        </a:rPr>
                        <a:t> </a:t>
                      </a:r>
                      <a:r>
                        <a:rPr sz="1900" spc="10" dirty="0">
                          <a:latin typeface="Times New Roman"/>
                          <a:cs typeface="Times New Roman"/>
                        </a:rPr>
                        <a:t>storage</a:t>
                      </a:r>
                      <a:r>
                        <a:rPr sz="1900" spc="-50" dirty="0">
                          <a:latin typeface="Times New Roman"/>
                          <a:cs typeface="Times New Roman"/>
                        </a:rPr>
                        <a:t> </a:t>
                      </a:r>
                      <a:r>
                        <a:rPr sz="1900" spc="10" dirty="0">
                          <a:latin typeface="Times New Roman"/>
                          <a:cs typeface="Times New Roman"/>
                        </a:rPr>
                        <a:t>is</a:t>
                      </a:r>
                      <a:r>
                        <a:rPr sz="1900" spc="15" dirty="0">
                          <a:latin typeface="Times New Roman"/>
                          <a:cs typeface="Times New Roman"/>
                        </a:rPr>
                        <a:t> </a:t>
                      </a:r>
                      <a:r>
                        <a:rPr sz="1900" spc="10" dirty="0">
                          <a:latin typeface="Times New Roman"/>
                          <a:cs typeface="Times New Roman"/>
                        </a:rPr>
                        <a:t>used,</a:t>
                      </a:r>
                      <a:r>
                        <a:rPr sz="1900" spc="60" dirty="0">
                          <a:latin typeface="Times New Roman"/>
                          <a:cs typeface="Times New Roman"/>
                        </a:rPr>
                        <a:t> </a:t>
                      </a:r>
                      <a:r>
                        <a:rPr sz="1900" spc="10" dirty="0">
                          <a:latin typeface="Times New Roman"/>
                          <a:cs typeface="Times New Roman"/>
                        </a:rPr>
                        <a:t>has</a:t>
                      </a:r>
                      <a:r>
                        <a:rPr sz="1900" spc="135" dirty="0">
                          <a:latin typeface="Times New Roman"/>
                          <a:cs typeface="Times New Roman"/>
                        </a:rPr>
                        <a:t> </a:t>
                      </a:r>
                      <a:r>
                        <a:rPr sz="1900" spc="10" dirty="0">
                          <a:latin typeface="Times New Roman"/>
                          <a:cs typeface="Times New Roman"/>
                        </a:rPr>
                        <a:t>space</a:t>
                      </a:r>
                      <a:r>
                        <a:rPr sz="1900" spc="-50" dirty="0">
                          <a:latin typeface="Times New Roman"/>
                          <a:cs typeface="Times New Roman"/>
                        </a:rPr>
                        <a:t> </a:t>
                      </a:r>
                      <a:r>
                        <a:rPr sz="1900" spc="10" dirty="0">
                          <a:latin typeface="Times New Roman"/>
                          <a:cs typeface="Times New Roman"/>
                        </a:rPr>
                        <a:t>been</a:t>
                      </a:r>
                      <a:r>
                        <a:rPr sz="1900" spc="5" dirty="0">
                          <a:latin typeface="Times New Roman"/>
                          <a:cs typeface="Times New Roman"/>
                        </a:rPr>
                        <a:t> </a:t>
                      </a:r>
                      <a:r>
                        <a:rPr sz="1900" spc="-10" dirty="0">
                          <a:latin typeface="Times New Roman"/>
                          <a:cs typeface="Times New Roman"/>
                        </a:rPr>
                        <a:t>allocated</a:t>
                      </a:r>
                      <a:endParaRPr sz="1900" dirty="0">
                        <a:latin typeface="Times New Roman"/>
                        <a:cs typeface="Times New Roman"/>
                      </a:endParaRPr>
                    </a:p>
                    <a:p>
                      <a:pPr marL="63500">
                        <a:lnSpc>
                          <a:spcPct val="100000"/>
                        </a:lnSpc>
                      </a:pPr>
                      <a:r>
                        <a:rPr sz="1900" spc="-10" dirty="0">
                          <a:latin typeface="Times New Roman"/>
                          <a:cs typeface="Times New Roman"/>
                        </a:rPr>
                        <a:t>correctly?</a:t>
                      </a:r>
                      <a:endParaRPr sz="1900" dirty="0">
                        <a:latin typeface="Times New Roman"/>
                        <a:cs typeface="Times New Roman"/>
                      </a:endParaRPr>
                    </a:p>
                    <a:p>
                      <a:pPr marL="63500" marR="142240">
                        <a:lnSpc>
                          <a:spcPct val="100000"/>
                        </a:lnSpc>
                        <a:tabLst>
                          <a:tab pos="2235835" algn="l"/>
                        </a:tabLst>
                      </a:pPr>
                      <a:r>
                        <a:rPr sz="1900" spc="50" dirty="0">
                          <a:latin typeface="Times New Roman"/>
                          <a:cs typeface="Times New Roman"/>
                        </a:rPr>
                        <a:t>Is</a:t>
                      </a:r>
                      <a:r>
                        <a:rPr sz="1900" spc="-85" dirty="0">
                          <a:latin typeface="Times New Roman"/>
                          <a:cs typeface="Times New Roman"/>
                        </a:rPr>
                        <a:t> </a:t>
                      </a:r>
                      <a:r>
                        <a:rPr sz="1900" dirty="0">
                          <a:latin typeface="Times New Roman"/>
                          <a:cs typeface="Times New Roman"/>
                        </a:rPr>
                        <a:t>space</a:t>
                      </a:r>
                      <a:r>
                        <a:rPr sz="1900" spc="265" dirty="0">
                          <a:latin typeface="Times New Roman"/>
                          <a:cs typeface="Times New Roman"/>
                        </a:rPr>
                        <a:t> </a:t>
                      </a:r>
                      <a:r>
                        <a:rPr sz="1900" dirty="0">
                          <a:latin typeface="Times New Roman"/>
                          <a:cs typeface="Times New Roman"/>
                        </a:rPr>
                        <a:t>explicitly</a:t>
                      </a:r>
                      <a:r>
                        <a:rPr sz="1900" spc="45" dirty="0">
                          <a:latin typeface="Times New Roman"/>
                          <a:cs typeface="Times New Roman"/>
                        </a:rPr>
                        <a:t> </a:t>
                      </a:r>
                      <a:r>
                        <a:rPr sz="1900" dirty="0">
                          <a:latin typeface="Times New Roman"/>
                          <a:cs typeface="Times New Roman"/>
                        </a:rPr>
                        <a:t>de-allocated</a:t>
                      </a:r>
                      <a:r>
                        <a:rPr sz="1900" spc="185" dirty="0">
                          <a:latin typeface="Times New Roman"/>
                          <a:cs typeface="Times New Roman"/>
                        </a:rPr>
                        <a:t> </a:t>
                      </a:r>
                      <a:r>
                        <a:rPr sz="1900" dirty="0">
                          <a:latin typeface="Times New Roman"/>
                          <a:cs typeface="Times New Roman"/>
                        </a:rPr>
                        <a:t>after</a:t>
                      </a:r>
                      <a:r>
                        <a:rPr sz="1900" spc="140" dirty="0">
                          <a:latin typeface="Times New Roman"/>
                          <a:cs typeface="Times New Roman"/>
                        </a:rPr>
                        <a:t> </a:t>
                      </a:r>
                      <a:r>
                        <a:rPr sz="1900" spc="-25" dirty="0">
                          <a:latin typeface="Times New Roman"/>
                          <a:cs typeface="Times New Roman"/>
                        </a:rPr>
                        <a:t>it</a:t>
                      </a:r>
                      <a:r>
                        <a:rPr sz="1900" dirty="0">
                          <a:latin typeface="Times New Roman"/>
                          <a:cs typeface="Times New Roman"/>
                        </a:rPr>
                        <a:t>	is</a:t>
                      </a:r>
                      <a:r>
                        <a:rPr sz="1900" spc="10" dirty="0">
                          <a:latin typeface="Times New Roman"/>
                          <a:cs typeface="Times New Roman"/>
                        </a:rPr>
                        <a:t> </a:t>
                      </a:r>
                      <a:r>
                        <a:rPr sz="1900" dirty="0">
                          <a:latin typeface="Times New Roman"/>
                          <a:cs typeface="Times New Roman"/>
                        </a:rPr>
                        <a:t>no</a:t>
                      </a:r>
                      <a:r>
                        <a:rPr sz="1900" spc="114" dirty="0">
                          <a:latin typeface="Times New Roman"/>
                          <a:cs typeface="Times New Roman"/>
                        </a:rPr>
                        <a:t> </a:t>
                      </a:r>
                      <a:r>
                        <a:rPr sz="1900" spc="-10" dirty="0">
                          <a:latin typeface="Times New Roman"/>
                          <a:cs typeface="Times New Roman"/>
                        </a:rPr>
                        <a:t>longer required?</a:t>
                      </a:r>
                      <a:endParaRPr sz="1900" dirty="0">
                        <a:latin typeface="Times New Roman"/>
                        <a:cs typeface="Times New Roman"/>
                      </a:endParaRPr>
                    </a:p>
                  </a:txBody>
                  <a:tcPr marL="0" marR="0" marT="29208"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571500">
                <a:tc>
                  <a:txBody>
                    <a:bodyPr/>
                    <a:lstStyle/>
                    <a:p>
                      <a:pPr marL="63500" marR="161290">
                        <a:lnSpc>
                          <a:spcPct val="100000"/>
                        </a:lnSpc>
                      </a:pPr>
                      <a:r>
                        <a:rPr sz="1900" spc="-10" dirty="0">
                          <a:latin typeface="Times New Roman"/>
                          <a:cs typeface="Times New Roman"/>
                        </a:rPr>
                        <a:t>Exception </a:t>
                      </a:r>
                      <a:r>
                        <a:rPr sz="1900" dirty="0">
                          <a:latin typeface="Times New Roman"/>
                          <a:cs typeface="Times New Roman"/>
                        </a:rPr>
                        <a:t>management</a:t>
                      </a:r>
                      <a:r>
                        <a:rPr sz="1900" spc="195" dirty="0">
                          <a:latin typeface="Times New Roman"/>
                          <a:cs typeface="Times New Roman"/>
                        </a:rPr>
                        <a:t> </a:t>
                      </a:r>
                      <a:r>
                        <a:rPr sz="1900" spc="-10" dirty="0">
                          <a:latin typeface="Times New Roman"/>
                          <a:cs typeface="Times New Roman"/>
                        </a:rPr>
                        <a:t>faults</a:t>
                      </a:r>
                      <a:endParaRPr sz="19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00" marR="30480">
                        <a:lnSpc>
                          <a:spcPct val="100000"/>
                        </a:lnSpc>
                        <a:tabLst>
                          <a:tab pos="2747010" algn="l"/>
                        </a:tabLst>
                      </a:pPr>
                      <a:r>
                        <a:rPr sz="1900" spc="10" dirty="0">
                          <a:latin typeface="Times New Roman"/>
                          <a:cs typeface="Times New Roman"/>
                        </a:rPr>
                        <a:t>Have</a:t>
                      </a:r>
                      <a:r>
                        <a:rPr sz="1900" spc="70" dirty="0">
                          <a:latin typeface="Times New Roman"/>
                          <a:cs typeface="Times New Roman"/>
                        </a:rPr>
                        <a:t> </a:t>
                      </a:r>
                      <a:r>
                        <a:rPr sz="1900" spc="10" dirty="0">
                          <a:latin typeface="Times New Roman"/>
                          <a:cs typeface="Times New Roman"/>
                        </a:rPr>
                        <a:t>all</a:t>
                      </a:r>
                      <a:r>
                        <a:rPr sz="1900" spc="25" dirty="0">
                          <a:latin typeface="Times New Roman"/>
                          <a:cs typeface="Times New Roman"/>
                        </a:rPr>
                        <a:t> </a:t>
                      </a:r>
                      <a:r>
                        <a:rPr sz="1900" spc="10" dirty="0">
                          <a:latin typeface="Times New Roman"/>
                          <a:cs typeface="Times New Roman"/>
                        </a:rPr>
                        <a:t>possible</a:t>
                      </a:r>
                      <a:r>
                        <a:rPr sz="1900" spc="185" dirty="0">
                          <a:latin typeface="Times New Roman"/>
                          <a:cs typeface="Times New Roman"/>
                        </a:rPr>
                        <a:t> </a:t>
                      </a:r>
                      <a:r>
                        <a:rPr sz="1900" spc="10" dirty="0">
                          <a:latin typeface="Times New Roman"/>
                          <a:cs typeface="Times New Roman"/>
                        </a:rPr>
                        <a:t>error</a:t>
                      </a:r>
                      <a:r>
                        <a:rPr sz="1900" spc="80" dirty="0">
                          <a:latin typeface="Times New Roman"/>
                          <a:cs typeface="Times New Roman"/>
                        </a:rPr>
                        <a:t> </a:t>
                      </a:r>
                      <a:r>
                        <a:rPr sz="1900" spc="10" dirty="0">
                          <a:latin typeface="Times New Roman"/>
                          <a:cs typeface="Times New Roman"/>
                        </a:rPr>
                        <a:t>conditio</a:t>
                      </a:r>
                      <a:r>
                        <a:rPr sz="1900" spc="-120" dirty="0">
                          <a:latin typeface="Times New Roman"/>
                          <a:cs typeface="Times New Roman"/>
                        </a:rPr>
                        <a:t> </a:t>
                      </a:r>
                      <a:r>
                        <a:rPr sz="1900" spc="10" dirty="0">
                          <a:latin typeface="Times New Roman"/>
                          <a:cs typeface="Times New Roman"/>
                        </a:rPr>
                        <a:t>ns</a:t>
                      </a:r>
                      <a:r>
                        <a:rPr sz="1900" spc="-110" dirty="0">
                          <a:latin typeface="Times New Roman"/>
                          <a:cs typeface="Times New Roman"/>
                        </a:rPr>
                        <a:t> </a:t>
                      </a:r>
                      <a:r>
                        <a:rPr sz="1900" spc="10" dirty="0">
                          <a:latin typeface="Times New Roman"/>
                          <a:cs typeface="Times New Roman"/>
                        </a:rPr>
                        <a:t>been</a:t>
                      </a:r>
                      <a:r>
                        <a:rPr sz="1900" dirty="0">
                          <a:latin typeface="Times New Roman"/>
                          <a:cs typeface="Times New Roman"/>
                        </a:rPr>
                        <a:t> </a:t>
                      </a:r>
                      <a:r>
                        <a:rPr sz="1900" spc="-20" dirty="0">
                          <a:latin typeface="Times New Roman"/>
                          <a:cs typeface="Times New Roman"/>
                        </a:rPr>
                        <a:t>taken</a:t>
                      </a:r>
                      <a:r>
                        <a:rPr sz="1900" dirty="0">
                          <a:latin typeface="Times New Roman"/>
                          <a:cs typeface="Times New Roman"/>
                        </a:rPr>
                        <a:t>	</a:t>
                      </a:r>
                      <a:r>
                        <a:rPr sz="1900" spc="-20" dirty="0">
                          <a:latin typeface="Times New Roman"/>
                          <a:cs typeface="Times New Roman"/>
                        </a:rPr>
                        <a:t>into </a:t>
                      </a:r>
                      <a:r>
                        <a:rPr sz="1900" spc="-10" dirty="0">
                          <a:latin typeface="Times New Roman"/>
                          <a:cs typeface="Times New Roman"/>
                        </a:rPr>
                        <a:t>account?</a:t>
                      </a:r>
                      <a:endParaRPr sz="1900" dirty="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bl>
          </a:graphicData>
        </a:graphic>
      </p:graphicFrame>
      <p:sp>
        <p:nvSpPr>
          <p:cNvPr id="4" name="object 4"/>
          <p:cNvSpPr/>
          <p:nvPr/>
        </p:nvSpPr>
        <p:spPr>
          <a:xfrm>
            <a:off x="0" y="0"/>
            <a:ext cx="9144000" cy="1529080"/>
          </a:xfrm>
          <a:custGeom>
            <a:avLst/>
            <a:gdLst/>
            <a:ahLst/>
            <a:cxnLst/>
            <a:rect l="l" t="t" r="r" b="b"/>
            <a:pathLst>
              <a:path w="4572000" h="764540">
                <a:moveTo>
                  <a:pt x="4571998" y="0"/>
                </a:moveTo>
                <a:lnTo>
                  <a:pt x="0" y="0"/>
                </a:lnTo>
                <a:lnTo>
                  <a:pt x="0" y="764381"/>
                </a:lnTo>
                <a:lnTo>
                  <a:pt x="4571998" y="764381"/>
                </a:lnTo>
                <a:lnTo>
                  <a:pt x="4571998" y="0"/>
                </a:lnTo>
                <a:close/>
              </a:path>
            </a:pathLst>
          </a:custGeom>
          <a:solidFill>
            <a:srgbClr val="FFFFFF"/>
          </a:solidFill>
        </p:spPr>
        <p:txBody>
          <a:bodyPr wrap="square" lIns="0" tIns="0" rIns="0" bIns="0" rtlCol="0"/>
          <a:lstStyle/>
          <a:p>
            <a:endParaRPr/>
          </a:p>
        </p:txBody>
      </p:sp>
      <p:sp>
        <p:nvSpPr>
          <p:cNvPr id="5" name="object 5"/>
          <p:cNvSpPr txBox="1"/>
          <p:nvPr/>
        </p:nvSpPr>
        <p:spPr>
          <a:xfrm>
            <a:off x="2564975" y="285275"/>
            <a:ext cx="3978910" cy="579646"/>
          </a:xfrm>
          <a:prstGeom prst="rect">
            <a:avLst/>
          </a:prstGeom>
        </p:spPr>
        <p:txBody>
          <a:bodyPr vert="horz" wrap="square" lIns="0" tIns="25400" rIns="0" bIns="0" rtlCol="0">
            <a:spAutoFit/>
          </a:bodyPr>
          <a:lstStyle/>
          <a:p>
            <a:pPr marL="25400">
              <a:spcBef>
                <a:spcPts val="200"/>
              </a:spcBef>
            </a:pPr>
            <a:r>
              <a:rPr sz="3600" b="1" dirty="0">
                <a:solidFill>
                  <a:srgbClr val="000099"/>
                </a:solidFill>
                <a:latin typeface="Lucida Sans Unicode" panose="020B0602030504020204" pitchFamily="34" charset="0"/>
                <a:cs typeface="Lucida Sans Unicode" panose="020B0602030504020204" pitchFamily="34" charset="0"/>
              </a:rPr>
              <a:t>Inspection</a:t>
            </a:r>
            <a:r>
              <a:rPr sz="3600" b="1" spc="-130" dirty="0">
                <a:solidFill>
                  <a:srgbClr val="000099"/>
                </a:solidFill>
                <a:latin typeface="Lucida Sans Unicode" panose="020B0602030504020204" pitchFamily="34" charset="0"/>
                <a:cs typeface="Lucida Sans Unicode" panose="020B0602030504020204" pitchFamily="34" charset="0"/>
              </a:rPr>
              <a:t> </a:t>
            </a:r>
            <a:r>
              <a:rPr sz="3600" b="1" spc="-20" dirty="0">
                <a:solidFill>
                  <a:srgbClr val="000099"/>
                </a:solidFill>
                <a:latin typeface="Lucida Sans Unicode" panose="020B0602030504020204" pitchFamily="34" charset="0"/>
                <a:cs typeface="Lucida Sans Unicode" panose="020B0602030504020204" pitchFamily="34" charset="0"/>
              </a:rPr>
              <a:t>checks</a:t>
            </a:r>
            <a:endParaRPr sz="3600" dirty="0">
              <a:latin typeface="Lucida Sans Unicode" panose="020B0602030504020204" pitchFamily="34" charset="0"/>
              <a:cs typeface="Lucida Sans Unicode" panose="020B0602030504020204" pitchFamily="34" charset="0"/>
            </a:endParaRPr>
          </a:p>
        </p:txBody>
      </p:sp>
      <p:sp>
        <p:nvSpPr>
          <p:cNvPr id="8" name="object 8"/>
          <p:cNvSpPr txBox="1"/>
          <p:nvPr/>
        </p:nvSpPr>
        <p:spPr>
          <a:xfrm>
            <a:off x="463645" y="1039299"/>
            <a:ext cx="7757158" cy="1090042"/>
          </a:xfrm>
          <a:prstGeom prst="rect">
            <a:avLst/>
          </a:prstGeom>
        </p:spPr>
        <p:txBody>
          <a:bodyPr vert="horz" wrap="square" lIns="0" tIns="0" rIns="0" bIns="0" rtlCol="0">
            <a:spAutoFit/>
          </a:bodyPr>
          <a:lstStyle/>
          <a:p>
            <a:pPr>
              <a:lnSpc>
                <a:spcPts val="1780"/>
              </a:lnSpc>
              <a:tabLst>
                <a:tab pos="2401570" algn="l"/>
              </a:tabLst>
            </a:pPr>
            <a:r>
              <a:rPr sz="1900" dirty="0">
                <a:latin typeface="Times New Roman"/>
                <a:cs typeface="Times New Roman"/>
              </a:rPr>
              <a:t>Interface</a:t>
            </a:r>
            <a:r>
              <a:rPr sz="1900" spc="350" dirty="0">
                <a:latin typeface="Times New Roman"/>
                <a:cs typeface="Times New Roman"/>
              </a:rPr>
              <a:t> </a:t>
            </a:r>
            <a:r>
              <a:rPr sz="1900" spc="-20" dirty="0">
                <a:latin typeface="Times New Roman"/>
                <a:cs typeface="Times New Roman"/>
              </a:rPr>
              <a:t>faults</a:t>
            </a:r>
            <a:r>
              <a:rPr sz="1900" dirty="0">
                <a:latin typeface="Times New Roman"/>
                <a:cs typeface="Times New Roman"/>
              </a:rPr>
              <a:t>	</a:t>
            </a:r>
            <a:r>
              <a:rPr sz="1900" spc="20" dirty="0">
                <a:latin typeface="Times New Roman"/>
                <a:cs typeface="Times New Roman"/>
              </a:rPr>
              <a:t>Do</a:t>
            </a:r>
            <a:r>
              <a:rPr sz="1900" spc="660" dirty="0">
                <a:latin typeface="Times New Roman"/>
                <a:cs typeface="Times New Roman"/>
              </a:rPr>
              <a:t> </a:t>
            </a:r>
            <a:r>
              <a:rPr sz="1900" spc="20" dirty="0">
                <a:latin typeface="Times New Roman"/>
                <a:cs typeface="Times New Roman"/>
              </a:rPr>
              <a:t>all function</a:t>
            </a:r>
            <a:r>
              <a:rPr sz="1900" spc="-20" dirty="0">
                <a:latin typeface="Times New Roman"/>
                <a:cs typeface="Times New Roman"/>
              </a:rPr>
              <a:t> </a:t>
            </a:r>
            <a:r>
              <a:rPr sz="1900" spc="20" dirty="0">
                <a:latin typeface="Times New Roman"/>
                <a:cs typeface="Times New Roman"/>
              </a:rPr>
              <a:t>and</a:t>
            </a:r>
            <a:r>
              <a:rPr sz="1900" spc="-20" dirty="0">
                <a:latin typeface="Times New Roman"/>
                <a:cs typeface="Times New Roman"/>
              </a:rPr>
              <a:t> </a:t>
            </a:r>
            <a:r>
              <a:rPr sz="1900" spc="20" dirty="0">
                <a:latin typeface="Times New Roman"/>
                <a:cs typeface="Times New Roman"/>
              </a:rPr>
              <a:t>proced</a:t>
            </a:r>
            <a:r>
              <a:rPr sz="1900" spc="-260" dirty="0">
                <a:latin typeface="Times New Roman"/>
                <a:cs typeface="Times New Roman"/>
              </a:rPr>
              <a:t> </a:t>
            </a:r>
            <a:r>
              <a:rPr sz="1900" spc="20" dirty="0">
                <a:latin typeface="Times New Roman"/>
                <a:cs typeface="Times New Roman"/>
              </a:rPr>
              <a:t>ure</a:t>
            </a:r>
            <a:r>
              <a:rPr sz="1900" spc="110" dirty="0">
                <a:latin typeface="Times New Roman"/>
                <a:cs typeface="Times New Roman"/>
              </a:rPr>
              <a:t> </a:t>
            </a:r>
            <a:r>
              <a:rPr sz="1900" spc="20" dirty="0">
                <a:latin typeface="Times New Roman"/>
                <a:cs typeface="Times New Roman"/>
              </a:rPr>
              <a:t>calls</a:t>
            </a:r>
            <a:r>
              <a:rPr sz="1900" spc="228" dirty="0">
                <a:latin typeface="Times New Roman"/>
                <a:cs typeface="Times New Roman"/>
              </a:rPr>
              <a:t> </a:t>
            </a:r>
            <a:r>
              <a:rPr sz="1900" spc="20" dirty="0">
                <a:latin typeface="Times New Roman"/>
                <a:cs typeface="Times New Roman"/>
              </a:rPr>
              <a:t>have</a:t>
            </a:r>
            <a:r>
              <a:rPr sz="1900" spc="110" dirty="0">
                <a:latin typeface="Times New Roman"/>
                <a:cs typeface="Times New Roman"/>
              </a:rPr>
              <a:t> </a:t>
            </a:r>
            <a:r>
              <a:rPr sz="1900" spc="20" dirty="0">
                <a:latin typeface="Times New Roman"/>
                <a:cs typeface="Times New Roman"/>
              </a:rPr>
              <a:t>the</a:t>
            </a:r>
            <a:r>
              <a:rPr sz="1900" spc="100" dirty="0">
                <a:latin typeface="Times New Roman"/>
                <a:cs typeface="Times New Roman"/>
              </a:rPr>
              <a:t> </a:t>
            </a:r>
            <a:r>
              <a:rPr sz="1900" spc="-20" dirty="0">
                <a:latin typeface="Times New Roman"/>
                <a:cs typeface="Times New Roman"/>
              </a:rPr>
              <a:t>correct</a:t>
            </a:r>
            <a:endParaRPr sz="1900" dirty="0">
              <a:latin typeface="Times New Roman"/>
              <a:cs typeface="Times New Roman"/>
            </a:endParaRPr>
          </a:p>
          <a:p>
            <a:pPr marL="2401570">
              <a:lnSpc>
                <a:spcPts val="2150"/>
              </a:lnSpc>
            </a:pPr>
            <a:r>
              <a:rPr sz="1900" dirty="0">
                <a:latin typeface="Times New Roman"/>
                <a:cs typeface="Times New Roman"/>
              </a:rPr>
              <a:t>number</a:t>
            </a:r>
            <a:r>
              <a:rPr sz="1900" spc="228" dirty="0">
                <a:latin typeface="Times New Roman"/>
                <a:cs typeface="Times New Roman"/>
              </a:rPr>
              <a:t> </a:t>
            </a:r>
            <a:r>
              <a:rPr sz="1900" dirty="0">
                <a:latin typeface="Times New Roman"/>
                <a:cs typeface="Times New Roman"/>
              </a:rPr>
              <a:t>of</a:t>
            </a:r>
            <a:r>
              <a:rPr sz="1900" spc="228" dirty="0">
                <a:latin typeface="Times New Roman"/>
                <a:cs typeface="Times New Roman"/>
              </a:rPr>
              <a:t> </a:t>
            </a:r>
            <a:r>
              <a:rPr sz="1900" spc="-20" dirty="0">
                <a:latin typeface="Times New Roman"/>
                <a:cs typeface="Times New Roman"/>
              </a:rPr>
              <a:t>parameters?</a:t>
            </a:r>
            <a:endParaRPr sz="1900" dirty="0">
              <a:latin typeface="Times New Roman"/>
              <a:cs typeface="Times New Roman"/>
            </a:endParaRPr>
          </a:p>
          <a:p>
            <a:pPr marL="2401570" marR="681990">
              <a:lnSpc>
                <a:spcPts val="2160"/>
              </a:lnSpc>
              <a:spcBef>
                <a:spcPts val="110"/>
              </a:spcBef>
            </a:pPr>
            <a:r>
              <a:rPr sz="1900" spc="20" dirty="0">
                <a:latin typeface="Times New Roman"/>
                <a:cs typeface="Times New Roman"/>
              </a:rPr>
              <a:t>Do formal</a:t>
            </a:r>
            <a:r>
              <a:rPr sz="1900" spc="340" dirty="0">
                <a:latin typeface="Times New Roman"/>
                <a:cs typeface="Times New Roman"/>
              </a:rPr>
              <a:t> </a:t>
            </a:r>
            <a:r>
              <a:rPr sz="1900" spc="20" dirty="0">
                <a:latin typeface="Times New Roman"/>
                <a:cs typeface="Times New Roman"/>
              </a:rPr>
              <a:t>and</a:t>
            </a:r>
            <a:r>
              <a:rPr sz="1900" spc="280" dirty="0">
                <a:latin typeface="Times New Roman"/>
                <a:cs typeface="Times New Roman"/>
              </a:rPr>
              <a:t> </a:t>
            </a:r>
            <a:r>
              <a:rPr sz="1900" spc="20" dirty="0">
                <a:latin typeface="Times New Roman"/>
                <a:cs typeface="Times New Roman"/>
              </a:rPr>
              <a:t>actual</a:t>
            </a:r>
            <a:r>
              <a:rPr sz="1900" spc="80" dirty="0">
                <a:latin typeface="Times New Roman"/>
                <a:cs typeface="Times New Roman"/>
              </a:rPr>
              <a:t> </a:t>
            </a:r>
            <a:r>
              <a:rPr sz="1900" spc="20" dirty="0">
                <a:latin typeface="Times New Roman"/>
                <a:cs typeface="Times New Roman"/>
              </a:rPr>
              <a:t>parameter</a:t>
            </a:r>
            <a:r>
              <a:rPr sz="1900" spc="-50" dirty="0">
                <a:latin typeface="Times New Roman"/>
                <a:cs typeface="Times New Roman"/>
              </a:rPr>
              <a:t> </a:t>
            </a:r>
            <a:r>
              <a:rPr sz="1900" spc="20" dirty="0">
                <a:latin typeface="Times New Roman"/>
                <a:cs typeface="Times New Roman"/>
              </a:rPr>
              <a:t>types</a:t>
            </a:r>
            <a:r>
              <a:rPr sz="1900" spc="50" dirty="0">
                <a:latin typeface="Times New Roman"/>
                <a:cs typeface="Times New Roman"/>
              </a:rPr>
              <a:t> </a:t>
            </a:r>
            <a:r>
              <a:rPr sz="1900" spc="-20" dirty="0">
                <a:latin typeface="Times New Roman"/>
                <a:cs typeface="Times New Roman"/>
              </a:rPr>
              <a:t>match? </a:t>
            </a:r>
            <a:r>
              <a:rPr sz="1900" dirty="0">
                <a:latin typeface="Times New Roman"/>
                <a:cs typeface="Times New Roman"/>
              </a:rPr>
              <a:t>Are</a:t>
            </a:r>
            <a:r>
              <a:rPr sz="1900" spc="-40" dirty="0">
                <a:latin typeface="Times New Roman"/>
                <a:cs typeface="Times New Roman"/>
              </a:rPr>
              <a:t> </a:t>
            </a:r>
            <a:r>
              <a:rPr sz="1900" dirty="0">
                <a:latin typeface="Times New Roman"/>
                <a:cs typeface="Times New Roman"/>
              </a:rPr>
              <a:t>the</a:t>
            </a:r>
            <a:r>
              <a:rPr sz="1900" spc="550" dirty="0">
                <a:latin typeface="Times New Roman"/>
                <a:cs typeface="Times New Roman"/>
              </a:rPr>
              <a:t> </a:t>
            </a:r>
            <a:r>
              <a:rPr sz="1900" dirty="0">
                <a:latin typeface="Times New Roman"/>
                <a:cs typeface="Times New Roman"/>
              </a:rPr>
              <a:t>parameters</a:t>
            </a:r>
            <a:r>
              <a:rPr sz="1900" spc="420" dirty="0">
                <a:latin typeface="Times New Roman"/>
                <a:cs typeface="Times New Roman"/>
              </a:rPr>
              <a:t> </a:t>
            </a:r>
            <a:r>
              <a:rPr sz="1900" dirty="0">
                <a:latin typeface="Times New Roman"/>
                <a:cs typeface="Times New Roman"/>
              </a:rPr>
              <a:t>in</a:t>
            </a:r>
            <a:r>
              <a:rPr sz="1900" spc="100" dirty="0">
                <a:latin typeface="Times New Roman"/>
                <a:cs typeface="Times New Roman"/>
              </a:rPr>
              <a:t> </a:t>
            </a:r>
            <a:r>
              <a:rPr sz="1900" dirty="0">
                <a:latin typeface="Times New Roman"/>
                <a:cs typeface="Times New Roman"/>
              </a:rPr>
              <a:t>the</a:t>
            </a:r>
            <a:r>
              <a:rPr sz="1900" spc="-40" dirty="0">
                <a:latin typeface="Times New Roman"/>
                <a:cs typeface="Times New Roman"/>
              </a:rPr>
              <a:t> </a:t>
            </a:r>
            <a:r>
              <a:rPr sz="1900" dirty="0">
                <a:latin typeface="Times New Roman"/>
                <a:cs typeface="Times New Roman"/>
              </a:rPr>
              <a:t>right</a:t>
            </a:r>
            <a:r>
              <a:rPr sz="1900" spc="160" dirty="0">
                <a:latin typeface="Times New Roman"/>
                <a:cs typeface="Times New Roman"/>
              </a:rPr>
              <a:t> </a:t>
            </a:r>
            <a:r>
              <a:rPr sz="1900" spc="-20" dirty="0">
                <a:latin typeface="Times New Roman"/>
                <a:cs typeface="Times New Roman"/>
              </a:rPr>
              <a:t>order?</a:t>
            </a:r>
            <a:endParaRPr sz="1900" dirty="0">
              <a:latin typeface="Times New Roman"/>
              <a:cs typeface="Times New Roman"/>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8673462" y="20321"/>
            <a:ext cx="266700" cy="271869"/>
          </a:xfrm>
          <a:prstGeom prst="rect">
            <a:avLst/>
          </a:prstGeom>
        </p:spPr>
        <p:txBody>
          <a:bodyPr vert="horz" wrap="square" lIns="0" tIns="25400" rIns="0" bIns="0" rtlCol="0">
            <a:spAutoFit/>
          </a:bodyPr>
          <a:lstStyle/>
          <a:p>
            <a:pPr marL="25400">
              <a:spcBef>
                <a:spcPts val="200"/>
              </a:spcBef>
            </a:pPr>
            <a:r>
              <a:rPr sz="1600" spc="-50" dirty="0">
                <a:latin typeface="Comic Sans MS"/>
                <a:cs typeface="Comic Sans MS"/>
              </a:rPr>
              <a:t>17</a:t>
            </a:r>
            <a:endParaRPr sz="1600">
              <a:latin typeface="Comic Sans MS"/>
              <a:cs typeface="Comic Sans MS"/>
            </a:endParaRPr>
          </a:p>
        </p:txBody>
      </p:sp>
      <p:sp>
        <p:nvSpPr>
          <p:cNvPr id="3" name="object 3"/>
          <p:cNvSpPr txBox="1">
            <a:spLocks noGrp="1"/>
          </p:cNvSpPr>
          <p:nvPr>
            <p:ph type="title"/>
          </p:nvPr>
        </p:nvSpPr>
        <p:spPr>
          <a:xfrm>
            <a:off x="505584" y="156255"/>
            <a:ext cx="8301228" cy="735121"/>
          </a:xfrm>
          <a:prstGeom prst="rect">
            <a:avLst/>
          </a:prstGeom>
        </p:spPr>
        <p:txBody>
          <a:bodyPr vert="horz" wrap="square" lIns="0" tIns="118412" rIns="0" bIns="0" rtlCol="0">
            <a:spAutoFit/>
          </a:bodyPr>
          <a:lstStyle/>
          <a:p>
            <a:pPr marL="1794510">
              <a:spcBef>
                <a:spcPts val="200"/>
              </a:spcBef>
            </a:pPr>
            <a:r>
              <a:rPr i="0" dirty="0"/>
              <a:t>Inspection</a:t>
            </a:r>
            <a:r>
              <a:rPr i="0" spc="-160" dirty="0"/>
              <a:t> </a:t>
            </a:r>
            <a:r>
              <a:rPr i="0" spc="-40" dirty="0"/>
              <a:t>rate</a:t>
            </a:r>
          </a:p>
        </p:txBody>
      </p:sp>
      <p:sp>
        <p:nvSpPr>
          <p:cNvPr id="4" name="object 4"/>
          <p:cNvSpPr txBox="1"/>
          <p:nvPr/>
        </p:nvSpPr>
        <p:spPr>
          <a:xfrm>
            <a:off x="751241" y="1401363"/>
            <a:ext cx="7363458" cy="4370425"/>
          </a:xfrm>
          <a:prstGeom prst="rect">
            <a:avLst/>
          </a:prstGeom>
        </p:spPr>
        <p:txBody>
          <a:bodyPr vert="horz" wrap="square" lIns="0" tIns="64768" rIns="0" bIns="0" rtlCol="0">
            <a:spAutoFit/>
          </a:bodyPr>
          <a:lstStyle/>
          <a:p>
            <a:pPr marL="364490" indent="-339090">
              <a:spcBef>
                <a:spcPts val="508"/>
              </a:spcBef>
              <a:buChar char="•"/>
              <a:tabLst>
                <a:tab pos="364490" algn="l"/>
              </a:tabLst>
            </a:pPr>
            <a:r>
              <a:rPr sz="2800" dirty="0">
                <a:solidFill>
                  <a:srgbClr val="006600"/>
                </a:solidFill>
                <a:latin typeface="Lucida Sans Unicode" panose="020B0602030504020204" pitchFamily="34" charset="0"/>
                <a:cs typeface="Lucida Sans Unicode" panose="020B0602030504020204" pitchFamily="34" charset="0"/>
              </a:rPr>
              <a:t>500</a:t>
            </a:r>
            <a:r>
              <a:rPr sz="2800" spc="-70" dirty="0">
                <a:solidFill>
                  <a:srgbClr val="006600"/>
                </a:solidFill>
                <a:latin typeface="Lucida Sans Unicode" panose="020B0602030504020204" pitchFamily="34" charset="0"/>
                <a:cs typeface="Lucida Sans Unicode" panose="020B0602030504020204" pitchFamily="34" charset="0"/>
              </a:rPr>
              <a:t> </a:t>
            </a:r>
            <a:r>
              <a:rPr sz="2800" dirty="0">
                <a:solidFill>
                  <a:srgbClr val="006600"/>
                </a:solidFill>
                <a:latin typeface="Lucida Sans Unicode" panose="020B0602030504020204" pitchFamily="34" charset="0"/>
                <a:cs typeface="Lucida Sans Unicode" panose="020B0602030504020204" pitchFamily="34" charset="0"/>
              </a:rPr>
              <a:t>statements/hour</a:t>
            </a:r>
            <a:r>
              <a:rPr sz="2800" spc="-60" dirty="0">
                <a:solidFill>
                  <a:srgbClr val="006600"/>
                </a:solidFill>
                <a:latin typeface="Lucida Sans Unicode" panose="020B0602030504020204" pitchFamily="34" charset="0"/>
                <a:cs typeface="Lucida Sans Unicode" panose="020B0602030504020204" pitchFamily="34" charset="0"/>
              </a:rPr>
              <a:t> </a:t>
            </a:r>
            <a:r>
              <a:rPr sz="2800" dirty="0">
                <a:solidFill>
                  <a:srgbClr val="006600"/>
                </a:solidFill>
                <a:latin typeface="Lucida Sans Unicode" panose="020B0602030504020204" pitchFamily="34" charset="0"/>
                <a:cs typeface="Lucida Sans Unicode" panose="020B0602030504020204" pitchFamily="34" charset="0"/>
              </a:rPr>
              <a:t>during</a:t>
            </a:r>
            <a:r>
              <a:rPr sz="2800" spc="-60" dirty="0">
                <a:solidFill>
                  <a:srgbClr val="006600"/>
                </a:solidFill>
                <a:latin typeface="Lucida Sans Unicode" panose="020B0602030504020204" pitchFamily="34" charset="0"/>
                <a:cs typeface="Lucida Sans Unicode" panose="020B0602030504020204" pitchFamily="34" charset="0"/>
              </a:rPr>
              <a:t> </a:t>
            </a:r>
            <a:r>
              <a:rPr sz="2800" spc="-20" dirty="0">
                <a:solidFill>
                  <a:srgbClr val="006600"/>
                </a:solidFill>
                <a:latin typeface="Lucida Sans Unicode" panose="020B0602030504020204" pitchFamily="34" charset="0"/>
                <a:cs typeface="Lucida Sans Unicode" panose="020B0602030504020204" pitchFamily="34" charset="0"/>
              </a:rPr>
              <a:t>overview</a:t>
            </a:r>
            <a:endParaRPr sz="2800" dirty="0">
              <a:latin typeface="Lucida Sans Unicode" panose="020B0602030504020204" pitchFamily="34" charset="0"/>
              <a:cs typeface="Lucida Sans Unicode" panose="020B0602030504020204" pitchFamily="34" charset="0"/>
            </a:endParaRPr>
          </a:p>
          <a:p>
            <a:pPr marL="364490" marR="1292860" indent="-339090">
              <a:lnSpc>
                <a:spcPts val="3020"/>
              </a:lnSpc>
              <a:spcBef>
                <a:spcPts val="700"/>
              </a:spcBef>
              <a:buChar char="•"/>
              <a:tabLst>
                <a:tab pos="368300" algn="l"/>
              </a:tabLst>
            </a:pPr>
            <a:r>
              <a:rPr sz="2800" dirty="0">
                <a:solidFill>
                  <a:srgbClr val="006600"/>
                </a:solidFill>
                <a:latin typeface="Lucida Sans Unicode" panose="020B0602030504020204" pitchFamily="34" charset="0"/>
                <a:cs typeface="Lucida Sans Unicode" panose="020B0602030504020204" pitchFamily="34" charset="0"/>
              </a:rPr>
              <a:t>125</a:t>
            </a:r>
            <a:r>
              <a:rPr sz="2800" spc="-70" dirty="0">
                <a:solidFill>
                  <a:srgbClr val="006600"/>
                </a:solidFill>
                <a:latin typeface="Lucida Sans Unicode" panose="020B0602030504020204" pitchFamily="34" charset="0"/>
                <a:cs typeface="Lucida Sans Unicode" panose="020B0602030504020204" pitchFamily="34" charset="0"/>
              </a:rPr>
              <a:t> </a:t>
            </a:r>
            <a:r>
              <a:rPr sz="2800" dirty="0">
                <a:solidFill>
                  <a:srgbClr val="006600"/>
                </a:solidFill>
                <a:latin typeface="Lucida Sans Unicode" panose="020B0602030504020204" pitchFamily="34" charset="0"/>
                <a:cs typeface="Lucida Sans Unicode" panose="020B0602030504020204" pitchFamily="34" charset="0"/>
              </a:rPr>
              <a:t>source</a:t>
            </a:r>
            <a:r>
              <a:rPr sz="2800" spc="-60" dirty="0">
                <a:solidFill>
                  <a:srgbClr val="006600"/>
                </a:solidFill>
                <a:latin typeface="Lucida Sans Unicode" panose="020B0602030504020204" pitchFamily="34" charset="0"/>
                <a:cs typeface="Lucida Sans Unicode" panose="020B0602030504020204" pitchFamily="34" charset="0"/>
              </a:rPr>
              <a:t> </a:t>
            </a:r>
            <a:r>
              <a:rPr sz="2800" dirty="0">
                <a:solidFill>
                  <a:srgbClr val="006600"/>
                </a:solidFill>
                <a:latin typeface="Lucida Sans Unicode" panose="020B0602030504020204" pitchFamily="34" charset="0"/>
                <a:cs typeface="Lucida Sans Unicode" panose="020B0602030504020204" pitchFamily="34" charset="0"/>
              </a:rPr>
              <a:t>statement/hour</a:t>
            </a:r>
            <a:r>
              <a:rPr sz="2800" spc="-60" dirty="0">
                <a:solidFill>
                  <a:srgbClr val="006600"/>
                </a:solidFill>
                <a:latin typeface="Lucida Sans Unicode" panose="020B0602030504020204" pitchFamily="34" charset="0"/>
                <a:cs typeface="Lucida Sans Unicode" panose="020B0602030504020204" pitchFamily="34" charset="0"/>
              </a:rPr>
              <a:t> </a:t>
            </a:r>
            <a:r>
              <a:rPr sz="2800" spc="-20" dirty="0">
                <a:solidFill>
                  <a:srgbClr val="006600"/>
                </a:solidFill>
                <a:latin typeface="Lucida Sans Unicode" panose="020B0602030504020204" pitchFamily="34" charset="0"/>
                <a:cs typeface="Lucida Sans Unicode" panose="020B0602030504020204" pitchFamily="34" charset="0"/>
              </a:rPr>
              <a:t>during 	</a:t>
            </a:r>
            <a:r>
              <a:rPr sz="2800" dirty="0">
                <a:solidFill>
                  <a:srgbClr val="006600"/>
                </a:solidFill>
                <a:latin typeface="Lucida Sans Unicode" panose="020B0602030504020204" pitchFamily="34" charset="0"/>
                <a:cs typeface="Lucida Sans Unicode" panose="020B0602030504020204" pitchFamily="34" charset="0"/>
              </a:rPr>
              <a:t>individual</a:t>
            </a:r>
            <a:r>
              <a:rPr sz="2800" spc="-60" dirty="0">
                <a:solidFill>
                  <a:srgbClr val="006600"/>
                </a:solidFill>
                <a:latin typeface="Lucida Sans Unicode" panose="020B0602030504020204" pitchFamily="34" charset="0"/>
                <a:cs typeface="Lucida Sans Unicode" panose="020B0602030504020204" pitchFamily="34" charset="0"/>
              </a:rPr>
              <a:t> </a:t>
            </a:r>
            <a:r>
              <a:rPr sz="2800" spc="-20" dirty="0">
                <a:solidFill>
                  <a:srgbClr val="006600"/>
                </a:solidFill>
                <a:latin typeface="Lucida Sans Unicode" panose="020B0602030504020204" pitchFamily="34" charset="0"/>
                <a:cs typeface="Lucida Sans Unicode" panose="020B0602030504020204" pitchFamily="34" charset="0"/>
              </a:rPr>
              <a:t>preparation</a:t>
            </a:r>
            <a:endParaRPr sz="2800" dirty="0">
              <a:latin typeface="Lucida Sans Unicode" panose="020B0602030504020204" pitchFamily="34" charset="0"/>
              <a:cs typeface="Lucida Sans Unicode" panose="020B0602030504020204" pitchFamily="34" charset="0"/>
            </a:endParaRPr>
          </a:p>
          <a:p>
            <a:pPr marL="364490" indent="-339090">
              <a:spcBef>
                <a:spcPts val="270"/>
              </a:spcBef>
              <a:buChar char="•"/>
              <a:tabLst>
                <a:tab pos="364490" algn="l"/>
              </a:tabLst>
            </a:pPr>
            <a:r>
              <a:rPr sz="2800" spc="-20" dirty="0">
                <a:solidFill>
                  <a:srgbClr val="006600"/>
                </a:solidFill>
                <a:latin typeface="Lucida Sans Unicode" panose="020B0602030504020204" pitchFamily="34" charset="0"/>
                <a:cs typeface="Lucida Sans Unicode" panose="020B0602030504020204" pitchFamily="34" charset="0"/>
              </a:rPr>
              <a:t>90-</a:t>
            </a:r>
            <a:r>
              <a:rPr sz="2800" dirty="0">
                <a:solidFill>
                  <a:srgbClr val="006600"/>
                </a:solidFill>
                <a:latin typeface="Lucida Sans Unicode" panose="020B0602030504020204" pitchFamily="34" charset="0"/>
                <a:cs typeface="Lucida Sans Unicode" panose="020B0602030504020204" pitchFamily="34" charset="0"/>
              </a:rPr>
              <a:t>125</a:t>
            </a:r>
            <a:r>
              <a:rPr sz="2800" spc="-40" dirty="0">
                <a:solidFill>
                  <a:srgbClr val="006600"/>
                </a:solidFill>
                <a:latin typeface="Lucida Sans Unicode" panose="020B0602030504020204" pitchFamily="34" charset="0"/>
                <a:cs typeface="Lucida Sans Unicode" panose="020B0602030504020204" pitchFamily="34" charset="0"/>
              </a:rPr>
              <a:t> </a:t>
            </a:r>
            <a:r>
              <a:rPr sz="2800" dirty="0">
                <a:solidFill>
                  <a:srgbClr val="006600"/>
                </a:solidFill>
                <a:latin typeface="Lucida Sans Unicode" panose="020B0602030504020204" pitchFamily="34" charset="0"/>
                <a:cs typeface="Lucida Sans Unicode" panose="020B0602030504020204" pitchFamily="34" charset="0"/>
              </a:rPr>
              <a:t>statements/hour</a:t>
            </a:r>
            <a:r>
              <a:rPr sz="2800" spc="-30" dirty="0">
                <a:solidFill>
                  <a:srgbClr val="006600"/>
                </a:solidFill>
                <a:latin typeface="Lucida Sans Unicode" panose="020B0602030504020204" pitchFamily="34" charset="0"/>
                <a:cs typeface="Lucida Sans Unicode" panose="020B0602030504020204" pitchFamily="34" charset="0"/>
              </a:rPr>
              <a:t> </a:t>
            </a:r>
            <a:r>
              <a:rPr sz="2800" dirty="0">
                <a:solidFill>
                  <a:srgbClr val="006600"/>
                </a:solidFill>
                <a:latin typeface="Lucida Sans Unicode" panose="020B0602030504020204" pitchFamily="34" charset="0"/>
                <a:cs typeface="Lucida Sans Unicode" panose="020B0602030504020204" pitchFamily="34" charset="0"/>
              </a:rPr>
              <a:t>can</a:t>
            </a:r>
            <a:r>
              <a:rPr sz="2800" spc="-40" dirty="0">
                <a:solidFill>
                  <a:srgbClr val="006600"/>
                </a:solidFill>
                <a:latin typeface="Lucida Sans Unicode" panose="020B0602030504020204" pitchFamily="34" charset="0"/>
                <a:cs typeface="Lucida Sans Unicode" panose="020B0602030504020204" pitchFamily="34" charset="0"/>
              </a:rPr>
              <a:t> </a:t>
            </a:r>
            <a:r>
              <a:rPr sz="2800" dirty="0">
                <a:solidFill>
                  <a:srgbClr val="006600"/>
                </a:solidFill>
                <a:latin typeface="Lucida Sans Unicode" panose="020B0602030504020204" pitchFamily="34" charset="0"/>
                <a:cs typeface="Lucida Sans Unicode" panose="020B0602030504020204" pitchFamily="34" charset="0"/>
              </a:rPr>
              <a:t>be</a:t>
            </a:r>
            <a:r>
              <a:rPr sz="2800" spc="-30" dirty="0">
                <a:solidFill>
                  <a:srgbClr val="006600"/>
                </a:solidFill>
                <a:latin typeface="Lucida Sans Unicode" panose="020B0602030504020204" pitchFamily="34" charset="0"/>
                <a:cs typeface="Lucida Sans Unicode" panose="020B0602030504020204" pitchFamily="34" charset="0"/>
              </a:rPr>
              <a:t> </a:t>
            </a:r>
            <a:r>
              <a:rPr sz="2800" spc="-20" dirty="0">
                <a:solidFill>
                  <a:srgbClr val="006600"/>
                </a:solidFill>
                <a:latin typeface="Lucida Sans Unicode" panose="020B0602030504020204" pitchFamily="34" charset="0"/>
                <a:cs typeface="Lucida Sans Unicode" panose="020B0602030504020204" pitchFamily="34" charset="0"/>
              </a:rPr>
              <a:t>inspected</a:t>
            </a:r>
            <a:endParaRPr sz="2800" dirty="0">
              <a:latin typeface="Lucida Sans Unicode" panose="020B0602030504020204" pitchFamily="34" charset="0"/>
              <a:cs typeface="Lucida Sans Unicode" panose="020B0602030504020204" pitchFamily="34" charset="0"/>
            </a:endParaRPr>
          </a:p>
          <a:p>
            <a:pPr marL="364490" marR="867410" indent="-339090">
              <a:lnSpc>
                <a:spcPts val="3020"/>
              </a:lnSpc>
              <a:spcBef>
                <a:spcPts val="730"/>
              </a:spcBef>
              <a:buChar char="•"/>
              <a:tabLst>
                <a:tab pos="368300" algn="l"/>
              </a:tabLst>
            </a:pPr>
            <a:r>
              <a:rPr sz="2800" dirty="0">
                <a:solidFill>
                  <a:srgbClr val="006600"/>
                </a:solidFill>
                <a:latin typeface="Lucida Sans Unicode" panose="020B0602030504020204" pitchFamily="34" charset="0"/>
                <a:cs typeface="Lucida Sans Unicode" panose="020B0602030504020204" pitchFamily="34" charset="0"/>
              </a:rPr>
              <a:t>Inspection</a:t>
            </a:r>
            <a:r>
              <a:rPr sz="2800" spc="-90" dirty="0">
                <a:solidFill>
                  <a:srgbClr val="006600"/>
                </a:solidFill>
                <a:latin typeface="Lucida Sans Unicode" panose="020B0602030504020204" pitchFamily="34" charset="0"/>
                <a:cs typeface="Lucida Sans Unicode" panose="020B0602030504020204" pitchFamily="34" charset="0"/>
              </a:rPr>
              <a:t> </a:t>
            </a:r>
            <a:r>
              <a:rPr sz="2800" dirty="0">
                <a:solidFill>
                  <a:srgbClr val="006600"/>
                </a:solidFill>
                <a:latin typeface="Lucida Sans Unicode" panose="020B0602030504020204" pitchFamily="34" charset="0"/>
                <a:cs typeface="Lucida Sans Unicode" panose="020B0602030504020204" pitchFamily="34" charset="0"/>
              </a:rPr>
              <a:t>is</a:t>
            </a:r>
            <a:r>
              <a:rPr sz="2800" spc="-80" dirty="0">
                <a:solidFill>
                  <a:srgbClr val="006600"/>
                </a:solidFill>
                <a:latin typeface="Lucida Sans Unicode" panose="020B0602030504020204" pitchFamily="34" charset="0"/>
                <a:cs typeface="Lucida Sans Unicode" panose="020B0602030504020204" pitchFamily="34" charset="0"/>
              </a:rPr>
              <a:t> </a:t>
            </a:r>
            <a:r>
              <a:rPr sz="2800" dirty="0">
                <a:solidFill>
                  <a:srgbClr val="006600"/>
                </a:solidFill>
                <a:latin typeface="Lucida Sans Unicode" panose="020B0602030504020204" pitchFamily="34" charset="0"/>
                <a:cs typeface="Lucida Sans Unicode" panose="020B0602030504020204" pitchFamily="34" charset="0"/>
              </a:rPr>
              <a:t>therefore</a:t>
            </a:r>
            <a:r>
              <a:rPr sz="2800" spc="-80" dirty="0">
                <a:solidFill>
                  <a:srgbClr val="006600"/>
                </a:solidFill>
                <a:latin typeface="Lucida Sans Unicode" panose="020B0602030504020204" pitchFamily="34" charset="0"/>
                <a:cs typeface="Lucida Sans Unicode" panose="020B0602030504020204" pitchFamily="34" charset="0"/>
              </a:rPr>
              <a:t> </a:t>
            </a:r>
            <a:r>
              <a:rPr sz="2800" dirty="0">
                <a:solidFill>
                  <a:srgbClr val="006600"/>
                </a:solidFill>
                <a:latin typeface="Lucida Sans Unicode" panose="020B0602030504020204" pitchFamily="34" charset="0"/>
                <a:cs typeface="Lucida Sans Unicode" panose="020B0602030504020204" pitchFamily="34" charset="0"/>
              </a:rPr>
              <a:t>an</a:t>
            </a:r>
            <a:r>
              <a:rPr sz="2800" spc="-80" dirty="0">
                <a:solidFill>
                  <a:srgbClr val="006600"/>
                </a:solidFill>
                <a:latin typeface="Lucida Sans Unicode" panose="020B0602030504020204" pitchFamily="34" charset="0"/>
                <a:cs typeface="Lucida Sans Unicode" panose="020B0602030504020204" pitchFamily="34" charset="0"/>
              </a:rPr>
              <a:t> </a:t>
            </a:r>
            <a:r>
              <a:rPr sz="2800" spc="-20" dirty="0">
                <a:solidFill>
                  <a:srgbClr val="006600"/>
                </a:solidFill>
                <a:latin typeface="Lucida Sans Unicode" panose="020B0602030504020204" pitchFamily="34" charset="0"/>
                <a:cs typeface="Lucida Sans Unicode" panose="020B0602030504020204" pitchFamily="34" charset="0"/>
              </a:rPr>
              <a:t>expensive 	process</a:t>
            </a:r>
            <a:endParaRPr sz="2800" dirty="0">
              <a:latin typeface="Lucida Sans Unicode" panose="020B0602030504020204" pitchFamily="34" charset="0"/>
              <a:cs typeface="Lucida Sans Unicode" panose="020B0602030504020204" pitchFamily="34" charset="0"/>
            </a:endParaRPr>
          </a:p>
          <a:p>
            <a:pPr marL="364490" marR="99060" indent="-339090">
              <a:lnSpc>
                <a:spcPts val="3020"/>
              </a:lnSpc>
              <a:spcBef>
                <a:spcPts val="660"/>
              </a:spcBef>
              <a:buChar char="•"/>
              <a:tabLst>
                <a:tab pos="368300" algn="l"/>
              </a:tabLst>
            </a:pPr>
            <a:r>
              <a:rPr sz="2800" dirty="0">
                <a:solidFill>
                  <a:srgbClr val="006600"/>
                </a:solidFill>
                <a:latin typeface="Lucida Sans Unicode" panose="020B0602030504020204" pitchFamily="34" charset="0"/>
                <a:cs typeface="Lucida Sans Unicode" panose="020B0602030504020204" pitchFamily="34" charset="0"/>
              </a:rPr>
              <a:t>Inspecting</a:t>
            </a:r>
            <a:r>
              <a:rPr sz="2800" spc="-40" dirty="0">
                <a:solidFill>
                  <a:srgbClr val="006600"/>
                </a:solidFill>
                <a:latin typeface="Lucida Sans Unicode" panose="020B0602030504020204" pitchFamily="34" charset="0"/>
                <a:cs typeface="Lucida Sans Unicode" panose="020B0602030504020204" pitchFamily="34" charset="0"/>
              </a:rPr>
              <a:t> </a:t>
            </a:r>
            <a:r>
              <a:rPr sz="2800" dirty="0">
                <a:solidFill>
                  <a:srgbClr val="006600"/>
                </a:solidFill>
                <a:latin typeface="Lucida Sans Unicode" panose="020B0602030504020204" pitchFamily="34" charset="0"/>
                <a:cs typeface="Lucida Sans Unicode" panose="020B0602030504020204" pitchFamily="34" charset="0"/>
              </a:rPr>
              <a:t>500</a:t>
            </a:r>
            <a:r>
              <a:rPr sz="2800" spc="-40" dirty="0">
                <a:solidFill>
                  <a:srgbClr val="006600"/>
                </a:solidFill>
                <a:latin typeface="Lucida Sans Unicode" panose="020B0602030504020204" pitchFamily="34" charset="0"/>
                <a:cs typeface="Lucida Sans Unicode" panose="020B0602030504020204" pitchFamily="34" charset="0"/>
              </a:rPr>
              <a:t> </a:t>
            </a:r>
            <a:r>
              <a:rPr sz="2800" dirty="0">
                <a:solidFill>
                  <a:srgbClr val="006600"/>
                </a:solidFill>
                <a:latin typeface="Lucida Sans Unicode" panose="020B0602030504020204" pitchFamily="34" charset="0"/>
                <a:cs typeface="Lucida Sans Unicode" panose="020B0602030504020204" pitchFamily="34" charset="0"/>
              </a:rPr>
              <a:t>lines</a:t>
            </a:r>
            <a:r>
              <a:rPr sz="2800" spc="-50" dirty="0">
                <a:solidFill>
                  <a:srgbClr val="006600"/>
                </a:solidFill>
                <a:latin typeface="Lucida Sans Unicode" panose="020B0602030504020204" pitchFamily="34" charset="0"/>
                <a:cs typeface="Lucida Sans Unicode" panose="020B0602030504020204" pitchFamily="34" charset="0"/>
              </a:rPr>
              <a:t> </a:t>
            </a:r>
            <a:r>
              <a:rPr sz="2800" dirty="0">
                <a:solidFill>
                  <a:srgbClr val="006600"/>
                </a:solidFill>
                <a:latin typeface="Lucida Sans Unicode" panose="020B0602030504020204" pitchFamily="34" charset="0"/>
                <a:cs typeface="Lucida Sans Unicode" panose="020B0602030504020204" pitchFamily="34" charset="0"/>
              </a:rPr>
              <a:t>costs</a:t>
            </a:r>
            <a:r>
              <a:rPr sz="2800" spc="-50" dirty="0">
                <a:solidFill>
                  <a:srgbClr val="006600"/>
                </a:solidFill>
                <a:latin typeface="Lucida Sans Unicode" panose="020B0602030504020204" pitchFamily="34" charset="0"/>
                <a:cs typeface="Lucida Sans Unicode" panose="020B0602030504020204" pitchFamily="34" charset="0"/>
              </a:rPr>
              <a:t> </a:t>
            </a:r>
            <a:r>
              <a:rPr sz="2800" dirty="0">
                <a:solidFill>
                  <a:srgbClr val="006600"/>
                </a:solidFill>
                <a:latin typeface="Lucida Sans Unicode" panose="020B0602030504020204" pitchFamily="34" charset="0"/>
                <a:cs typeface="Lucida Sans Unicode" panose="020B0602030504020204" pitchFamily="34" charset="0"/>
              </a:rPr>
              <a:t>about</a:t>
            </a:r>
            <a:r>
              <a:rPr sz="2800" spc="-40" dirty="0">
                <a:solidFill>
                  <a:srgbClr val="006600"/>
                </a:solidFill>
                <a:latin typeface="Lucida Sans Unicode" panose="020B0602030504020204" pitchFamily="34" charset="0"/>
                <a:cs typeface="Lucida Sans Unicode" panose="020B0602030504020204" pitchFamily="34" charset="0"/>
              </a:rPr>
              <a:t> </a:t>
            </a:r>
            <a:r>
              <a:rPr sz="2800" dirty="0">
                <a:solidFill>
                  <a:srgbClr val="006600"/>
                </a:solidFill>
                <a:latin typeface="Lucida Sans Unicode" panose="020B0602030504020204" pitchFamily="34" charset="0"/>
                <a:cs typeface="Lucida Sans Unicode" panose="020B0602030504020204" pitchFamily="34" charset="0"/>
              </a:rPr>
              <a:t>40</a:t>
            </a:r>
            <a:r>
              <a:rPr sz="2800" spc="-40" dirty="0">
                <a:solidFill>
                  <a:srgbClr val="006600"/>
                </a:solidFill>
                <a:latin typeface="Lucida Sans Unicode" panose="020B0602030504020204" pitchFamily="34" charset="0"/>
                <a:cs typeface="Lucida Sans Unicode" panose="020B0602030504020204" pitchFamily="34" charset="0"/>
              </a:rPr>
              <a:t> man/ 	</a:t>
            </a:r>
            <a:r>
              <a:rPr sz="2800" spc="-20" dirty="0">
                <a:solidFill>
                  <a:srgbClr val="006600"/>
                </a:solidFill>
                <a:latin typeface="Lucida Sans Unicode" panose="020B0602030504020204" pitchFamily="34" charset="0"/>
                <a:cs typeface="Lucida Sans Unicode" panose="020B0602030504020204" pitchFamily="34" charset="0"/>
              </a:rPr>
              <a:t>hours</a:t>
            </a:r>
            <a:endParaRPr sz="2800" dirty="0">
              <a:latin typeface="Lucida Sans Unicode" panose="020B0602030504020204" pitchFamily="34" charset="0"/>
              <a:cs typeface="Lucida Sans Unicode" panose="020B0602030504020204" pitchFamily="34" charset="0"/>
            </a:endParaRPr>
          </a:p>
          <a:p>
            <a:pPr marL="368300">
              <a:lnSpc>
                <a:spcPts val="2960"/>
              </a:lnSpc>
            </a:pPr>
            <a:r>
              <a:rPr sz="2800" dirty="0">
                <a:solidFill>
                  <a:srgbClr val="006600"/>
                </a:solidFill>
                <a:latin typeface="Lucida Sans Unicode" panose="020B0602030504020204" pitchFamily="34" charset="0"/>
                <a:cs typeface="Lucida Sans Unicode" panose="020B0602030504020204" pitchFamily="34" charset="0"/>
              </a:rPr>
              <a:t>effort</a:t>
            </a:r>
            <a:r>
              <a:rPr sz="2800" spc="-80" dirty="0">
                <a:solidFill>
                  <a:srgbClr val="006600"/>
                </a:solidFill>
                <a:latin typeface="Lucida Sans Unicode" panose="020B0602030504020204" pitchFamily="34" charset="0"/>
                <a:cs typeface="Lucida Sans Unicode" panose="020B0602030504020204" pitchFamily="34" charset="0"/>
              </a:rPr>
              <a:t> </a:t>
            </a:r>
            <a:r>
              <a:rPr sz="2800" dirty="0">
                <a:solidFill>
                  <a:srgbClr val="006600"/>
                </a:solidFill>
                <a:latin typeface="Lucida Sans Unicode" panose="020B0602030504020204" pitchFamily="34" charset="0"/>
                <a:cs typeface="Lucida Sans Unicode" panose="020B0602030504020204" pitchFamily="34" charset="0"/>
              </a:rPr>
              <a:t>=</a:t>
            </a:r>
            <a:r>
              <a:rPr sz="2800" spc="-70" dirty="0">
                <a:solidFill>
                  <a:srgbClr val="006600"/>
                </a:solidFill>
                <a:latin typeface="Lucida Sans Unicode" panose="020B0602030504020204" pitchFamily="34" charset="0"/>
                <a:cs typeface="Lucida Sans Unicode" panose="020B0602030504020204" pitchFamily="34" charset="0"/>
              </a:rPr>
              <a:t> </a:t>
            </a:r>
            <a:r>
              <a:rPr sz="2800" spc="-50" dirty="0">
                <a:solidFill>
                  <a:srgbClr val="006600"/>
                </a:solidFill>
                <a:latin typeface="Lucida Sans Unicode" panose="020B0602030504020204" pitchFamily="34" charset="0"/>
                <a:cs typeface="Lucida Sans Unicode" panose="020B0602030504020204" pitchFamily="34" charset="0"/>
              </a:rPr>
              <a:t>$$</a:t>
            </a:r>
            <a:endParaRPr sz="2800" dirty="0">
              <a:latin typeface="Lucida Sans Unicode" panose="020B0602030504020204" pitchFamily="34" charset="0"/>
              <a:cs typeface="Lucida Sans Unicode" panose="020B0602030504020204" pitchFamily="34" charset="0"/>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8673462" y="20321"/>
            <a:ext cx="266700" cy="271869"/>
          </a:xfrm>
          <a:prstGeom prst="rect">
            <a:avLst/>
          </a:prstGeom>
        </p:spPr>
        <p:txBody>
          <a:bodyPr vert="horz" wrap="square" lIns="0" tIns="25400" rIns="0" bIns="0" rtlCol="0">
            <a:spAutoFit/>
          </a:bodyPr>
          <a:lstStyle/>
          <a:p>
            <a:pPr marL="25400">
              <a:spcBef>
                <a:spcPts val="200"/>
              </a:spcBef>
            </a:pPr>
            <a:r>
              <a:rPr sz="1600" spc="-50" dirty="0">
                <a:latin typeface="Comic Sans MS"/>
                <a:cs typeface="Comic Sans MS"/>
              </a:rPr>
              <a:t>18</a:t>
            </a:r>
            <a:endParaRPr sz="1600">
              <a:latin typeface="Comic Sans MS"/>
              <a:cs typeface="Comic Sans MS"/>
            </a:endParaRPr>
          </a:p>
        </p:txBody>
      </p:sp>
      <p:sp>
        <p:nvSpPr>
          <p:cNvPr id="3" name="object 3"/>
          <p:cNvSpPr txBox="1">
            <a:spLocks noGrp="1"/>
          </p:cNvSpPr>
          <p:nvPr>
            <p:ph type="title"/>
          </p:nvPr>
        </p:nvSpPr>
        <p:spPr>
          <a:xfrm>
            <a:off x="628048" y="156255"/>
            <a:ext cx="8301228" cy="735121"/>
          </a:xfrm>
          <a:prstGeom prst="rect">
            <a:avLst/>
          </a:prstGeom>
        </p:spPr>
        <p:txBody>
          <a:bodyPr vert="horz" wrap="square" lIns="0" tIns="118412" rIns="0" bIns="0" rtlCol="0">
            <a:spAutoFit/>
          </a:bodyPr>
          <a:lstStyle/>
          <a:p>
            <a:pPr marL="629920">
              <a:spcBef>
                <a:spcPts val="200"/>
              </a:spcBef>
            </a:pPr>
            <a:r>
              <a:rPr i="0" dirty="0"/>
              <a:t>Automated</a:t>
            </a:r>
            <a:r>
              <a:rPr i="0" spc="-110" dirty="0"/>
              <a:t> </a:t>
            </a:r>
            <a:r>
              <a:rPr i="0" dirty="0"/>
              <a:t>static</a:t>
            </a:r>
            <a:r>
              <a:rPr i="0" spc="-110" dirty="0"/>
              <a:t> </a:t>
            </a:r>
            <a:r>
              <a:rPr i="0" spc="-20" dirty="0"/>
              <a:t>analysis</a:t>
            </a:r>
          </a:p>
        </p:txBody>
      </p:sp>
      <p:sp>
        <p:nvSpPr>
          <p:cNvPr id="4" name="object 4"/>
          <p:cNvSpPr txBox="1"/>
          <p:nvPr/>
        </p:nvSpPr>
        <p:spPr>
          <a:xfrm>
            <a:off x="751241" y="1476547"/>
            <a:ext cx="7580630" cy="4075475"/>
          </a:xfrm>
          <a:prstGeom prst="rect">
            <a:avLst/>
          </a:prstGeom>
        </p:spPr>
        <p:txBody>
          <a:bodyPr vert="horz" wrap="square" lIns="0" tIns="45720" rIns="0" bIns="0" rtlCol="0">
            <a:spAutoFit/>
          </a:bodyPr>
          <a:lstStyle/>
          <a:p>
            <a:pPr marL="364490" marR="676910" indent="-339090">
              <a:lnSpc>
                <a:spcPts val="3300"/>
              </a:lnSpc>
              <a:spcBef>
                <a:spcPts val="360"/>
              </a:spcBef>
              <a:buChar char="•"/>
              <a:tabLst>
                <a:tab pos="368300" algn="l"/>
              </a:tabLst>
            </a:pPr>
            <a:r>
              <a:rPr sz="2800" dirty="0">
                <a:solidFill>
                  <a:srgbClr val="006600"/>
                </a:solidFill>
                <a:latin typeface="Lucida Sans Unicode" panose="020B0602030504020204" pitchFamily="34" charset="0"/>
                <a:cs typeface="Lucida Sans Unicode" panose="020B0602030504020204" pitchFamily="34" charset="0"/>
              </a:rPr>
              <a:t>Static</a:t>
            </a:r>
            <a:r>
              <a:rPr sz="2800" spc="-110" dirty="0">
                <a:solidFill>
                  <a:srgbClr val="006600"/>
                </a:solidFill>
                <a:latin typeface="Lucida Sans Unicode" panose="020B0602030504020204" pitchFamily="34" charset="0"/>
                <a:cs typeface="Lucida Sans Unicode" panose="020B0602030504020204" pitchFamily="34" charset="0"/>
              </a:rPr>
              <a:t> </a:t>
            </a:r>
            <a:r>
              <a:rPr sz="2800" dirty="0">
                <a:solidFill>
                  <a:srgbClr val="006600"/>
                </a:solidFill>
                <a:latin typeface="Lucida Sans Unicode" panose="020B0602030504020204" pitchFamily="34" charset="0"/>
                <a:cs typeface="Lucida Sans Unicode" panose="020B0602030504020204" pitchFamily="34" charset="0"/>
              </a:rPr>
              <a:t>analysers</a:t>
            </a:r>
            <a:r>
              <a:rPr sz="2800" spc="-100" dirty="0">
                <a:solidFill>
                  <a:srgbClr val="006600"/>
                </a:solidFill>
                <a:latin typeface="Lucida Sans Unicode" panose="020B0602030504020204" pitchFamily="34" charset="0"/>
                <a:cs typeface="Lucida Sans Unicode" panose="020B0602030504020204" pitchFamily="34" charset="0"/>
              </a:rPr>
              <a:t> </a:t>
            </a:r>
            <a:r>
              <a:rPr sz="2800" dirty="0">
                <a:solidFill>
                  <a:srgbClr val="006600"/>
                </a:solidFill>
                <a:latin typeface="Lucida Sans Unicode" panose="020B0602030504020204" pitchFamily="34" charset="0"/>
                <a:cs typeface="Lucida Sans Unicode" panose="020B0602030504020204" pitchFamily="34" charset="0"/>
              </a:rPr>
              <a:t>are</a:t>
            </a:r>
            <a:r>
              <a:rPr sz="2800" spc="-110" dirty="0">
                <a:solidFill>
                  <a:srgbClr val="006600"/>
                </a:solidFill>
                <a:latin typeface="Lucida Sans Unicode" panose="020B0602030504020204" pitchFamily="34" charset="0"/>
                <a:cs typeface="Lucida Sans Unicode" panose="020B0602030504020204" pitchFamily="34" charset="0"/>
              </a:rPr>
              <a:t> </a:t>
            </a:r>
            <a:r>
              <a:rPr sz="2800" dirty="0">
                <a:solidFill>
                  <a:srgbClr val="006600"/>
                </a:solidFill>
                <a:latin typeface="Lucida Sans Unicode" panose="020B0602030504020204" pitchFamily="34" charset="0"/>
                <a:cs typeface="Lucida Sans Unicode" panose="020B0602030504020204" pitchFamily="34" charset="0"/>
              </a:rPr>
              <a:t>software</a:t>
            </a:r>
            <a:r>
              <a:rPr sz="2800" spc="-100" dirty="0">
                <a:solidFill>
                  <a:srgbClr val="006600"/>
                </a:solidFill>
                <a:latin typeface="Lucida Sans Unicode" panose="020B0602030504020204" pitchFamily="34" charset="0"/>
                <a:cs typeface="Lucida Sans Unicode" panose="020B0602030504020204" pitchFamily="34" charset="0"/>
              </a:rPr>
              <a:t> </a:t>
            </a:r>
            <a:r>
              <a:rPr sz="2800" dirty="0">
                <a:solidFill>
                  <a:srgbClr val="006600"/>
                </a:solidFill>
                <a:latin typeface="Lucida Sans Unicode" panose="020B0602030504020204" pitchFamily="34" charset="0"/>
                <a:cs typeface="Lucida Sans Unicode" panose="020B0602030504020204" pitchFamily="34" charset="0"/>
              </a:rPr>
              <a:t>tools</a:t>
            </a:r>
            <a:r>
              <a:rPr sz="2800" spc="-100" dirty="0">
                <a:solidFill>
                  <a:srgbClr val="006600"/>
                </a:solidFill>
                <a:latin typeface="Lucida Sans Unicode" panose="020B0602030504020204" pitchFamily="34" charset="0"/>
                <a:cs typeface="Lucida Sans Unicode" panose="020B0602030504020204" pitchFamily="34" charset="0"/>
              </a:rPr>
              <a:t> </a:t>
            </a:r>
            <a:r>
              <a:rPr sz="2800" spc="-50" dirty="0">
                <a:solidFill>
                  <a:srgbClr val="006600"/>
                </a:solidFill>
                <a:latin typeface="Lucida Sans Unicode" panose="020B0602030504020204" pitchFamily="34" charset="0"/>
                <a:cs typeface="Lucida Sans Unicode" panose="020B0602030504020204" pitchFamily="34" charset="0"/>
              </a:rPr>
              <a:t>for 	</a:t>
            </a:r>
            <a:r>
              <a:rPr sz="2800" dirty="0">
                <a:solidFill>
                  <a:srgbClr val="006600"/>
                </a:solidFill>
                <a:latin typeface="Lucida Sans Unicode" panose="020B0602030504020204" pitchFamily="34" charset="0"/>
                <a:cs typeface="Lucida Sans Unicode" panose="020B0602030504020204" pitchFamily="34" charset="0"/>
              </a:rPr>
              <a:t>source</a:t>
            </a:r>
            <a:r>
              <a:rPr sz="2800" spc="-40" dirty="0">
                <a:solidFill>
                  <a:srgbClr val="006600"/>
                </a:solidFill>
                <a:latin typeface="Lucida Sans Unicode" panose="020B0602030504020204" pitchFamily="34" charset="0"/>
                <a:cs typeface="Lucida Sans Unicode" panose="020B0602030504020204" pitchFamily="34" charset="0"/>
              </a:rPr>
              <a:t> </a:t>
            </a:r>
            <a:r>
              <a:rPr sz="2800" dirty="0">
                <a:solidFill>
                  <a:srgbClr val="006600"/>
                </a:solidFill>
                <a:latin typeface="Lucida Sans Unicode" panose="020B0602030504020204" pitchFamily="34" charset="0"/>
                <a:cs typeface="Lucida Sans Unicode" panose="020B0602030504020204" pitchFamily="34" charset="0"/>
              </a:rPr>
              <a:t>text</a:t>
            </a:r>
            <a:r>
              <a:rPr sz="2800" spc="-40" dirty="0">
                <a:solidFill>
                  <a:srgbClr val="006600"/>
                </a:solidFill>
                <a:latin typeface="Lucida Sans Unicode" panose="020B0602030504020204" pitchFamily="34" charset="0"/>
                <a:cs typeface="Lucida Sans Unicode" panose="020B0602030504020204" pitchFamily="34" charset="0"/>
              </a:rPr>
              <a:t> </a:t>
            </a:r>
            <a:r>
              <a:rPr sz="2800" spc="-20" dirty="0">
                <a:solidFill>
                  <a:srgbClr val="006600"/>
                </a:solidFill>
                <a:latin typeface="Lucida Sans Unicode" panose="020B0602030504020204" pitchFamily="34" charset="0"/>
                <a:cs typeface="Lucida Sans Unicode" panose="020B0602030504020204" pitchFamily="34" charset="0"/>
              </a:rPr>
              <a:t>processing</a:t>
            </a:r>
            <a:endParaRPr sz="2800" dirty="0">
              <a:latin typeface="Lucida Sans Unicode" panose="020B0602030504020204" pitchFamily="34" charset="0"/>
              <a:cs typeface="Lucida Sans Unicode" panose="020B0602030504020204" pitchFamily="34" charset="0"/>
            </a:endParaRPr>
          </a:p>
          <a:p>
            <a:pPr marL="364490" marR="10160" indent="-339090">
              <a:lnSpc>
                <a:spcPct val="99500"/>
              </a:lnSpc>
              <a:spcBef>
                <a:spcPts val="630"/>
              </a:spcBef>
              <a:buChar char="•"/>
              <a:tabLst>
                <a:tab pos="368300" algn="l"/>
              </a:tabLst>
            </a:pPr>
            <a:r>
              <a:rPr sz="2800" dirty="0">
                <a:solidFill>
                  <a:srgbClr val="006600"/>
                </a:solidFill>
                <a:latin typeface="Lucida Sans Unicode" panose="020B0602030504020204" pitchFamily="34" charset="0"/>
                <a:cs typeface="Lucida Sans Unicode" panose="020B0602030504020204" pitchFamily="34" charset="0"/>
              </a:rPr>
              <a:t>They</a:t>
            </a:r>
            <a:r>
              <a:rPr sz="2800" spc="-40" dirty="0">
                <a:solidFill>
                  <a:srgbClr val="006600"/>
                </a:solidFill>
                <a:latin typeface="Lucida Sans Unicode" panose="020B0602030504020204" pitchFamily="34" charset="0"/>
                <a:cs typeface="Lucida Sans Unicode" panose="020B0602030504020204" pitchFamily="34" charset="0"/>
              </a:rPr>
              <a:t> </a:t>
            </a:r>
            <a:r>
              <a:rPr sz="2800" dirty="0">
                <a:solidFill>
                  <a:srgbClr val="006600"/>
                </a:solidFill>
                <a:latin typeface="Lucida Sans Unicode" panose="020B0602030504020204" pitchFamily="34" charset="0"/>
                <a:cs typeface="Lucida Sans Unicode" panose="020B0602030504020204" pitchFamily="34" charset="0"/>
              </a:rPr>
              <a:t>parse</a:t>
            </a:r>
            <a:r>
              <a:rPr sz="2800" spc="-50" dirty="0">
                <a:solidFill>
                  <a:srgbClr val="006600"/>
                </a:solidFill>
                <a:latin typeface="Lucida Sans Unicode" panose="020B0602030504020204" pitchFamily="34" charset="0"/>
                <a:cs typeface="Lucida Sans Unicode" panose="020B0602030504020204" pitchFamily="34" charset="0"/>
              </a:rPr>
              <a:t> </a:t>
            </a:r>
            <a:r>
              <a:rPr sz="2800" dirty="0">
                <a:solidFill>
                  <a:srgbClr val="006600"/>
                </a:solidFill>
                <a:latin typeface="Lucida Sans Unicode" panose="020B0602030504020204" pitchFamily="34" charset="0"/>
                <a:cs typeface="Lucida Sans Unicode" panose="020B0602030504020204" pitchFamily="34" charset="0"/>
              </a:rPr>
              <a:t>the</a:t>
            </a:r>
            <a:r>
              <a:rPr sz="2800" spc="-50" dirty="0">
                <a:solidFill>
                  <a:srgbClr val="006600"/>
                </a:solidFill>
                <a:latin typeface="Lucida Sans Unicode" panose="020B0602030504020204" pitchFamily="34" charset="0"/>
                <a:cs typeface="Lucida Sans Unicode" panose="020B0602030504020204" pitchFamily="34" charset="0"/>
              </a:rPr>
              <a:t> </a:t>
            </a:r>
            <a:r>
              <a:rPr sz="2800" dirty="0">
                <a:solidFill>
                  <a:srgbClr val="006600"/>
                </a:solidFill>
                <a:latin typeface="Lucida Sans Unicode" panose="020B0602030504020204" pitchFamily="34" charset="0"/>
                <a:cs typeface="Lucida Sans Unicode" panose="020B0602030504020204" pitchFamily="34" charset="0"/>
              </a:rPr>
              <a:t>program</a:t>
            </a:r>
            <a:r>
              <a:rPr sz="2800" spc="-50" dirty="0">
                <a:solidFill>
                  <a:srgbClr val="006600"/>
                </a:solidFill>
                <a:latin typeface="Lucida Sans Unicode" panose="020B0602030504020204" pitchFamily="34" charset="0"/>
                <a:cs typeface="Lucida Sans Unicode" panose="020B0602030504020204" pitchFamily="34" charset="0"/>
              </a:rPr>
              <a:t> </a:t>
            </a:r>
            <a:r>
              <a:rPr sz="2800" dirty="0">
                <a:solidFill>
                  <a:srgbClr val="006600"/>
                </a:solidFill>
                <a:latin typeface="Lucida Sans Unicode" panose="020B0602030504020204" pitchFamily="34" charset="0"/>
                <a:cs typeface="Lucida Sans Unicode" panose="020B0602030504020204" pitchFamily="34" charset="0"/>
              </a:rPr>
              <a:t>text</a:t>
            </a:r>
            <a:r>
              <a:rPr sz="2800" spc="-40" dirty="0">
                <a:solidFill>
                  <a:srgbClr val="006600"/>
                </a:solidFill>
                <a:latin typeface="Lucida Sans Unicode" panose="020B0602030504020204" pitchFamily="34" charset="0"/>
                <a:cs typeface="Lucida Sans Unicode" panose="020B0602030504020204" pitchFamily="34" charset="0"/>
              </a:rPr>
              <a:t> </a:t>
            </a:r>
            <a:r>
              <a:rPr sz="2800" dirty="0">
                <a:solidFill>
                  <a:srgbClr val="006600"/>
                </a:solidFill>
                <a:latin typeface="Lucida Sans Unicode" panose="020B0602030504020204" pitchFamily="34" charset="0"/>
                <a:cs typeface="Lucida Sans Unicode" panose="020B0602030504020204" pitchFamily="34" charset="0"/>
              </a:rPr>
              <a:t>and</a:t>
            </a:r>
            <a:r>
              <a:rPr sz="2800" spc="-40" dirty="0">
                <a:solidFill>
                  <a:srgbClr val="006600"/>
                </a:solidFill>
                <a:latin typeface="Lucida Sans Unicode" panose="020B0602030504020204" pitchFamily="34" charset="0"/>
                <a:cs typeface="Lucida Sans Unicode" panose="020B0602030504020204" pitchFamily="34" charset="0"/>
              </a:rPr>
              <a:t> </a:t>
            </a:r>
            <a:r>
              <a:rPr sz="2800" dirty="0">
                <a:solidFill>
                  <a:srgbClr val="006600"/>
                </a:solidFill>
                <a:latin typeface="Lucida Sans Unicode" panose="020B0602030504020204" pitchFamily="34" charset="0"/>
                <a:cs typeface="Lucida Sans Unicode" panose="020B0602030504020204" pitchFamily="34" charset="0"/>
              </a:rPr>
              <a:t>try</a:t>
            </a:r>
            <a:r>
              <a:rPr sz="2800" spc="-30" dirty="0">
                <a:solidFill>
                  <a:srgbClr val="006600"/>
                </a:solidFill>
                <a:latin typeface="Lucida Sans Unicode" panose="020B0602030504020204" pitchFamily="34" charset="0"/>
                <a:cs typeface="Lucida Sans Unicode" panose="020B0602030504020204" pitchFamily="34" charset="0"/>
              </a:rPr>
              <a:t> </a:t>
            </a:r>
            <a:r>
              <a:rPr sz="2800" spc="-50" dirty="0">
                <a:solidFill>
                  <a:srgbClr val="006600"/>
                </a:solidFill>
                <a:latin typeface="Lucida Sans Unicode" panose="020B0602030504020204" pitchFamily="34" charset="0"/>
                <a:cs typeface="Lucida Sans Unicode" panose="020B0602030504020204" pitchFamily="34" charset="0"/>
              </a:rPr>
              <a:t>to 	</a:t>
            </a:r>
            <a:r>
              <a:rPr sz="2800" dirty="0">
                <a:solidFill>
                  <a:srgbClr val="006600"/>
                </a:solidFill>
                <a:latin typeface="Lucida Sans Unicode" panose="020B0602030504020204" pitchFamily="34" charset="0"/>
                <a:cs typeface="Lucida Sans Unicode" panose="020B0602030504020204" pitchFamily="34" charset="0"/>
              </a:rPr>
              <a:t>discover</a:t>
            </a:r>
            <a:r>
              <a:rPr sz="2800" spc="-100" dirty="0">
                <a:solidFill>
                  <a:srgbClr val="006600"/>
                </a:solidFill>
                <a:latin typeface="Lucida Sans Unicode" panose="020B0602030504020204" pitchFamily="34" charset="0"/>
                <a:cs typeface="Lucida Sans Unicode" panose="020B0602030504020204" pitchFamily="34" charset="0"/>
              </a:rPr>
              <a:t> </a:t>
            </a:r>
            <a:r>
              <a:rPr sz="2800" dirty="0">
                <a:solidFill>
                  <a:srgbClr val="006600"/>
                </a:solidFill>
                <a:latin typeface="Lucida Sans Unicode" panose="020B0602030504020204" pitchFamily="34" charset="0"/>
                <a:cs typeface="Lucida Sans Unicode" panose="020B0602030504020204" pitchFamily="34" charset="0"/>
              </a:rPr>
              <a:t>potentially</a:t>
            </a:r>
            <a:r>
              <a:rPr sz="2800" spc="-100" dirty="0">
                <a:solidFill>
                  <a:srgbClr val="006600"/>
                </a:solidFill>
                <a:latin typeface="Lucida Sans Unicode" panose="020B0602030504020204" pitchFamily="34" charset="0"/>
                <a:cs typeface="Lucida Sans Unicode" panose="020B0602030504020204" pitchFamily="34" charset="0"/>
              </a:rPr>
              <a:t> </a:t>
            </a:r>
            <a:r>
              <a:rPr sz="2800" dirty="0">
                <a:solidFill>
                  <a:srgbClr val="006600"/>
                </a:solidFill>
                <a:latin typeface="Lucida Sans Unicode" panose="020B0602030504020204" pitchFamily="34" charset="0"/>
                <a:cs typeface="Lucida Sans Unicode" panose="020B0602030504020204" pitchFamily="34" charset="0"/>
              </a:rPr>
              <a:t>erroneous</a:t>
            </a:r>
            <a:r>
              <a:rPr sz="2800" spc="-100" dirty="0">
                <a:solidFill>
                  <a:srgbClr val="006600"/>
                </a:solidFill>
                <a:latin typeface="Lucida Sans Unicode" panose="020B0602030504020204" pitchFamily="34" charset="0"/>
                <a:cs typeface="Lucida Sans Unicode" panose="020B0602030504020204" pitchFamily="34" charset="0"/>
              </a:rPr>
              <a:t> </a:t>
            </a:r>
            <a:r>
              <a:rPr sz="2800" spc="-20" dirty="0">
                <a:solidFill>
                  <a:srgbClr val="006600"/>
                </a:solidFill>
                <a:latin typeface="Lucida Sans Unicode" panose="020B0602030504020204" pitchFamily="34" charset="0"/>
                <a:cs typeface="Lucida Sans Unicode" panose="020B0602030504020204" pitchFamily="34" charset="0"/>
              </a:rPr>
              <a:t>conditions 	</a:t>
            </a:r>
            <a:r>
              <a:rPr sz="2800" dirty="0">
                <a:solidFill>
                  <a:srgbClr val="006600"/>
                </a:solidFill>
                <a:latin typeface="Lucida Sans Unicode" panose="020B0602030504020204" pitchFamily="34" charset="0"/>
                <a:cs typeface="Lucida Sans Unicode" panose="020B0602030504020204" pitchFamily="34" charset="0"/>
              </a:rPr>
              <a:t>and</a:t>
            </a:r>
            <a:r>
              <a:rPr sz="2800" spc="-50" dirty="0">
                <a:solidFill>
                  <a:srgbClr val="006600"/>
                </a:solidFill>
                <a:latin typeface="Lucida Sans Unicode" panose="020B0602030504020204" pitchFamily="34" charset="0"/>
                <a:cs typeface="Lucida Sans Unicode" panose="020B0602030504020204" pitchFamily="34" charset="0"/>
              </a:rPr>
              <a:t> </a:t>
            </a:r>
            <a:r>
              <a:rPr sz="2800" dirty="0">
                <a:solidFill>
                  <a:srgbClr val="006600"/>
                </a:solidFill>
                <a:latin typeface="Lucida Sans Unicode" panose="020B0602030504020204" pitchFamily="34" charset="0"/>
                <a:cs typeface="Lucida Sans Unicode" panose="020B0602030504020204" pitchFamily="34" charset="0"/>
              </a:rPr>
              <a:t>bring</a:t>
            </a:r>
            <a:r>
              <a:rPr sz="2800" spc="-60" dirty="0">
                <a:solidFill>
                  <a:srgbClr val="006600"/>
                </a:solidFill>
                <a:latin typeface="Lucida Sans Unicode" panose="020B0602030504020204" pitchFamily="34" charset="0"/>
                <a:cs typeface="Lucida Sans Unicode" panose="020B0602030504020204" pitchFamily="34" charset="0"/>
              </a:rPr>
              <a:t> </a:t>
            </a:r>
            <a:r>
              <a:rPr sz="2800" dirty="0">
                <a:solidFill>
                  <a:srgbClr val="006600"/>
                </a:solidFill>
                <a:latin typeface="Lucida Sans Unicode" panose="020B0602030504020204" pitchFamily="34" charset="0"/>
                <a:cs typeface="Lucida Sans Unicode" panose="020B0602030504020204" pitchFamily="34" charset="0"/>
              </a:rPr>
              <a:t>these</a:t>
            </a:r>
            <a:r>
              <a:rPr sz="2800" spc="-50" dirty="0">
                <a:solidFill>
                  <a:srgbClr val="006600"/>
                </a:solidFill>
                <a:latin typeface="Lucida Sans Unicode" panose="020B0602030504020204" pitchFamily="34" charset="0"/>
                <a:cs typeface="Lucida Sans Unicode" panose="020B0602030504020204" pitchFamily="34" charset="0"/>
              </a:rPr>
              <a:t> </a:t>
            </a:r>
            <a:r>
              <a:rPr sz="2800" dirty="0">
                <a:solidFill>
                  <a:srgbClr val="006600"/>
                </a:solidFill>
                <a:latin typeface="Lucida Sans Unicode" panose="020B0602030504020204" pitchFamily="34" charset="0"/>
                <a:cs typeface="Lucida Sans Unicode" panose="020B0602030504020204" pitchFamily="34" charset="0"/>
              </a:rPr>
              <a:t>to</a:t>
            </a:r>
            <a:r>
              <a:rPr sz="2800" spc="-60" dirty="0">
                <a:solidFill>
                  <a:srgbClr val="006600"/>
                </a:solidFill>
                <a:latin typeface="Lucida Sans Unicode" panose="020B0602030504020204" pitchFamily="34" charset="0"/>
                <a:cs typeface="Lucida Sans Unicode" panose="020B0602030504020204" pitchFamily="34" charset="0"/>
              </a:rPr>
              <a:t> </a:t>
            </a:r>
            <a:r>
              <a:rPr sz="2800" dirty="0">
                <a:solidFill>
                  <a:srgbClr val="006600"/>
                </a:solidFill>
                <a:latin typeface="Lucida Sans Unicode" panose="020B0602030504020204" pitchFamily="34" charset="0"/>
                <a:cs typeface="Lucida Sans Unicode" panose="020B0602030504020204" pitchFamily="34" charset="0"/>
              </a:rPr>
              <a:t>the</a:t>
            </a:r>
            <a:r>
              <a:rPr sz="2800" spc="-60" dirty="0">
                <a:solidFill>
                  <a:srgbClr val="006600"/>
                </a:solidFill>
                <a:latin typeface="Lucida Sans Unicode" panose="020B0602030504020204" pitchFamily="34" charset="0"/>
                <a:cs typeface="Lucida Sans Unicode" panose="020B0602030504020204" pitchFamily="34" charset="0"/>
              </a:rPr>
              <a:t> </a:t>
            </a:r>
            <a:r>
              <a:rPr sz="2800" dirty="0">
                <a:solidFill>
                  <a:srgbClr val="006600"/>
                </a:solidFill>
                <a:latin typeface="Lucida Sans Unicode" panose="020B0602030504020204" pitchFamily="34" charset="0"/>
                <a:cs typeface="Lucida Sans Unicode" panose="020B0602030504020204" pitchFamily="34" charset="0"/>
              </a:rPr>
              <a:t>attention</a:t>
            </a:r>
            <a:r>
              <a:rPr sz="2800" spc="-40" dirty="0">
                <a:solidFill>
                  <a:srgbClr val="006600"/>
                </a:solidFill>
                <a:latin typeface="Lucida Sans Unicode" panose="020B0602030504020204" pitchFamily="34" charset="0"/>
                <a:cs typeface="Lucida Sans Unicode" panose="020B0602030504020204" pitchFamily="34" charset="0"/>
              </a:rPr>
              <a:t> </a:t>
            </a:r>
            <a:r>
              <a:rPr sz="2800" dirty="0">
                <a:solidFill>
                  <a:srgbClr val="006600"/>
                </a:solidFill>
                <a:latin typeface="Lucida Sans Unicode" panose="020B0602030504020204" pitchFamily="34" charset="0"/>
                <a:cs typeface="Lucida Sans Unicode" panose="020B0602030504020204" pitchFamily="34" charset="0"/>
              </a:rPr>
              <a:t>of</a:t>
            </a:r>
            <a:r>
              <a:rPr sz="2800" spc="-50" dirty="0">
                <a:solidFill>
                  <a:srgbClr val="006600"/>
                </a:solidFill>
                <a:latin typeface="Lucida Sans Unicode" panose="020B0602030504020204" pitchFamily="34" charset="0"/>
                <a:cs typeface="Lucida Sans Unicode" panose="020B0602030504020204" pitchFamily="34" charset="0"/>
              </a:rPr>
              <a:t> </a:t>
            </a:r>
            <a:r>
              <a:rPr sz="2800" dirty="0">
                <a:solidFill>
                  <a:srgbClr val="006600"/>
                </a:solidFill>
                <a:latin typeface="Lucida Sans Unicode" panose="020B0602030504020204" pitchFamily="34" charset="0"/>
                <a:cs typeface="Lucida Sans Unicode" panose="020B0602030504020204" pitchFamily="34" charset="0"/>
              </a:rPr>
              <a:t>the</a:t>
            </a:r>
            <a:r>
              <a:rPr sz="2800" spc="-60" dirty="0">
                <a:solidFill>
                  <a:srgbClr val="006600"/>
                </a:solidFill>
                <a:latin typeface="Lucida Sans Unicode" panose="020B0602030504020204" pitchFamily="34" charset="0"/>
                <a:cs typeface="Lucida Sans Unicode" panose="020B0602030504020204" pitchFamily="34" charset="0"/>
              </a:rPr>
              <a:t> </a:t>
            </a:r>
            <a:r>
              <a:rPr sz="2800" dirty="0">
                <a:solidFill>
                  <a:srgbClr val="006600"/>
                </a:solidFill>
                <a:latin typeface="Lucida Sans Unicode" panose="020B0602030504020204" pitchFamily="34" charset="0"/>
                <a:cs typeface="Lucida Sans Unicode" panose="020B0602030504020204" pitchFamily="34" charset="0"/>
              </a:rPr>
              <a:t>V</a:t>
            </a:r>
            <a:r>
              <a:rPr sz="2800" spc="-50" dirty="0">
                <a:solidFill>
                  <a:srgbClr val="006600"/>
                </a:solidFill>
                <a:latin typeface="Lucida Sans Unicode" panose="020B0602030504020204" pitchFamily="34" charset="0"/>
                <a:cs typeface="Lucida Sans Unicode" panose="020B0602030504020204" pitchFamily="34" charset="0"/>
              </a:rPr>
              <a:t> </a:t>
            </a:r>
            <a:r>
              <a:rPr sz="2800" spc="-100" dirty="0">
                <a:solidFill>
                  <a:srgbClr val="006600"/>
                </a:solidFill>
                <a:latin typeface="Lucida Sans Unicode" panose="020B0602030504020204" pitchFamily="34" charset="0"/>
                <a:cs typeface="Lucida Sans Unicode" panose="020B0602030504020204" pitchFamily="34" charset="0"/>
              </a:rPr>
              <a:t>&amp; 	</a:t>
            </a:r>
            <a:r>
              <a:rPr sz="2800" dirty="0">
                <a:solidFill>
                  <a:srgbClr val="006600"/>
                </a:solidFill>
                <a:latin typeface="Lucida Sans Unicode" panose="020B0602030504020204" pitchFamily="34" charset="0"/>
                <a:cs typeface="Lucida Sans Unicode" panose="020B0602030504020204" pitchFamily="34" charset="0"/>
              </a:rPr>
              <a:t>V</a:t>
            </a:r>
            <a:r>
              <a:rPr sz="2800" spc="-20" dirty="0">
                <a:solidFill>
                  <a:srgbClr val="006600"/>
                </a:solidFill>
                <a:latin typeface="Lucida Sans Unicode" panose="020B0602030504020204" pitchFamily="34" charset="0"/>
                <a:cs typeface="Lucida Sans Unicode" panose="020B0602030504020204" pitchFamily="34" charset="0"/>
              </a:rPr>
              <a:t> </a:t>
            </a:r>
            <a:r>
              <a:rPr sz="2800" spc="-40" dirty="0">
                <a:solidFill>
                  <a:srgbClr val="006600"/>
                </a:solidFill>
                <a:latin typeface="Lucida Sans Unicode" panose="020B0602030504020204" pitchFamily="34" charset="0"/>
                <a:cs typeface="Lucida Sans Unicode" panose="020B0602030504020204" pitchFamily="34" charset="0"/>
              </a:rPr>
              <a:t>team</a:t>
            </a:r>
            <a:endParaRPr sz="2800" dirty="0">
              <a:latin typeface="Lucida Sans Unicode" panose="020B0602030504020204" pitchFamily="34" charset="0"/>
              <a:cs typeface="Lucida Sans Unicode" panose="020B0602030504020204" pitchFamily="34" charset="0"/>
            </a:endParaRPr>
          </a:p>
          <a:p>
            <a:pPr marL="364490" marR="344170" indent="-339090">
              <a:lnSpc>
                <a:spcPct val="100099"/>
              </a:lnSpc>
              <a:spcBef>
                <a:spcPts val="700"/>
              </a:spcBef>
              <a:buChar char="•"/>
              <a:tabLst>
                <a:tab pos="368300" algn="l"/>
              </a:tabLst>
            </a:pPr>
            <a:r>
              <a:rPr sz="2800" dirty="0">
                <a:solidFill>
                  <a:srgbClr val="006600"/>
                </a:solidFill>
                <a:latin typeface="Lucida Sans Unicode" panose="020B0602030504020204" pitchFamily="34" charset="0"/>
                <a:cs typeface="Lucida Sans Unicode" panose="020B0602030504020204" pitchFamily="34" charset="0"/>
              </a:rPr>
              <a:t>Very</a:t>
            </a:r>
            <a:r>
              <a:rPr sz="2800" spc="-50" dirty="0">
                <a:solidFill>
                  <a:srgbClr val="006600"/>
                </a:solidFill>
                <a:latin typeface="Lucida Sans Unicode" panose="020B0602030504020204" pitchFamily="34" charset="0"/>
                <a:cs typeface="Lucida Sans Unicode" panose="020B0602030504020204" pitchFamily="34" charset="0"/>
              </a:rPr>
              <a:t> </a:t>
            </a:r>
            <a:r>
              <a:rPr sz="2800" dirty="0">
                <a:solidFill>
                  <a:srgbClr val="006600"/>
                </a:solidFill>
                <a:latin typeface="Lucida Sans Unicode" panose="020B0602030504020204" pitchFamily="34" charset="0"/>
                <a:cs typeface="Lucida Sans Unicode" panose="020B0602030504020204" pitchFamily="34" charset="0"/>
              </a:rPr>
              <a:t>effective</a:t>
            </a:r>
            <a:r>
              <a:rPr sz="2800" spc="-40" dirty="0">
                <a:solidFill>
                  <a:srgbClr val="006600"/>
                </a:solidFill>
                <a:latin typeface="Lucida Sans Unicode" panose="020B0602030504020204" pitchFamily="34" charset="0"/>
                <a:cs typeface="Lucida Sans Unicode" panose="020B0602030504020204" pitchFamily="34" charset="0"/>
              </a:rPr>
              <a:t> </a:t>
            </a:r>
            <a:r>
              <a:rPr sz="2800" dirty="0">
                <a:solidFill>
                  <a:srgbClr val="006600"/>
                </a:solidFill>
                <a:latin typeface="Lucida Sans Unicode" panose="020B0602030504020204" pitchFamily="34" charset="0"/>
                <a:cs typeface="Lucida Sans Unicode" panose="020B0602030504020204" pitchFamily="34" charset="0"/>
              </a:rPr>
              <a:t>as</a:t>
            </a:r>
            <a:r>
              <a:rPr sz="2800" spc="-50" dirty="0">
                <a:solidFill>
                  <a:srgbClr val="006600"/>
                </a:solidFill>
                <a:latin typeface="Lucida Sans Unicode" panose="020B0602030504020204" pitchFamily="34" charset="0"/>
                <a:cs typeface="Lucida Sans Unicode" panose="020B0602030504020204" pitchFamily="34" charset="0"/>
              </a:rPr>
              <a:t> </a:t>
            </a:r>
            <a:r>
              <a:rPr sz="2800" dirty="0">
                <a:solidFill>
                  <a:srgbClr val="006600"/>
                </a:solidFill>
                <a:latin typeface="Lucida Sans Unicode" panose="020B0602030504020204" pitchFamily="34" charset="0"/>
                <a:cs typeface="Lucida Sans Unicode" panose="020B0602030504020204" pitchFamily="34" charset="0"/>
              </a:rPr>
              <a:t>an</a:t>
            </a:r>
            <a:r>
              <a:rPr sz="2800" spc="-50" dirty="0">
                <a:solidFill>
                  <a:srgbClr val="006600"/>
                </a:solidFill>
                <a:latin typeface="Lucida Sans Unicode" panose="020B0602030504020204" pitchFamily="34" charset="0"/>
                <a:cs typeface="Lucida Sans Unicode" panose="020B0602030504020204" pitchFamily="34" charset="0"/>
              </a:rPr>
              <a:t> </a:t>
            </a:r>
            <a:r>
              <a:rPr sz="2800" dirty="0">
                <a:solidFill>
                  <a:srgbClr val="006600"/>
                </a:solidFill>
                <a:latin typeface="Lucida Sans Unicode" panose="020B0602030504020204" pitchFamily="34" charset="0"/>
                <a:cs typeface="Lucida Sans Unicode" panose="020B0602030504020204" pitchFamily="34" charset="0"/>
              </a:rPr>
              <a:t>aid</a:t>
            </a:r>
            <a:r>
              <a:rPr sz="2800" spc="-40" dirty="0">
                <a:solidFill>
                  <a:srgbClr val="006600"/>
                </a:solidFill>
                <a:latin typeface="Lucida Sans Unicode" panose="020B0602030504020204" pitchFamily="34" charset="0"/>
                <a:cs typeface="Lucida Sans Unicode" panose="020B0602030504020204" pitchFamily="34" charset="0"/>
              </a:rPr>
              <a:t> </a:t>
            </a:r>
            <a:r>
              <a:rPr sz="2800" dirty="0">
                <a:solidFill>
                  <a:srgbClr val="006600"/>
                </a:solidFill>
                <a:latin typeface="Lucida Sans Unicode" panose="020B0602030504020204" pitchFamily="34" charset="0"/>
                <a:cs typeface="Lucida Sans Unicode" panose="020B0602030504020204" pitchFamily="34" charset="0"/>
              </a:rPr>
              <a:t>to</a:t>
            </a:r>
            <a:r>
              <a:rPr sz="2800" spc="-40" dirty="0">
                <a:solidFill>
                  <a:srgbClr val="006600"/>
                </a:solidFill>
                <a:latin typeface="Lucida Sans Unicode" panose="020B0602030504020204" pitchFamily="34" charset="0"/>
                <a:cs typeface="Lucida Sans Unicode" panose="020B0602030504020204" pitchFamily="34" charset="0"/>
              </a:rPr>
              <a:t> </a:t>
            </a:r>
            <a:r>
              <a:rPr sz="2800" dirty="0">
                <a:solidFill>
                  <a:srgbClr val="006600"/>
                </a:solidFill>
                <a:latin typeface="Lucida Sans Unicode" panose="020B0602030504020204" pitchFamily="34" charset="0"/>
                <a:cs typeface="Lucida Sans Unicode" panose="020B0602030504020204" pitchFamily="34" charset="0"/>
              </a:rPr>
              <a:t>inspections.</a:t>
            </a:r>
            <a:r>
              <a:rPr sz="2800" spc="-50" dirty="0">
                <a:solidFill>
                  <a:srgbClr val="006600"/>
                </a:solidFill>
                <a:latin typeface="Lucida Sans Unicode" panose="020B0602030504020204" pitchFamily="34" charset="0"/>
                <a:cs typeface="Lucida Sans Unicode" panose="020B0602030504020204" pitchFamily="34" charset="0"/>
              </a:rPr>
              <a:t> </a:t>
            </a:r>
            <a:r>
              <a:rPr sz="2800" spc="-100" dirty="0">
                <a:solidFill>
                  <a:srgbClr val="006600"/>
                </a:solidFill>
                <a:latin typeface="Lucida Sans Unicode" panose="020B0602030504020204" pitchFamily="34" charset="0"/>
                <a:cs typeface="Lucida Sans Unicode" panose="020B0602030504020204" pitchFamily="34" charset="0"/>
              </a:rPr>
              <a:t>A 	</a:t>
            </a:r>
            <a:r>
              <a:rPr sz="2800" dirty="0">
                <a:solidFill>
                  <a:srgbClr val="006600"/>
                </a:solidFill>
                <a:latin typeface="Lucida Sans Unicode" panose="020B0602030504020204" pitchFamily="34" charset="0"/>
                <a:cs typeface="Lucida Sans Unicode" panose="020B0602030504020204" pitchFamily="34" charset="0"/>
              </a:rPr>
              <a:t>supplement</a:t>
            </a:r>
            <a:r>
              <a:rPr sz="2800" spc="-50" dirty="0">
                <a:solidFill>
                  <a:srgbClr val="006600"/>
                </a:solidFill>
                <a:latin typeface="Lucida Sans Unicode" panose="020B0602030504020204" pitchFamily="34" charset="0"/>
                <a:cs typeface="Lucida Sans Unicode" panose="020B0602030504020204" pitchFamily="34" charset="0"/>
              </a:rPr>
              <a:t> </a:t>
            </a:r>
            <a:r>
              <a:rPr sz="2800" dirty="0">
                <a:solidFill>
                  <a:srgbClr val="006600"/>
                </a:solidFill>
                <a:latin typeface="Lucida Sans Unicode" panose="020B0602030504020204" pitchFamily="34" charset="0"/>
                <a:cs typeface="Lucida Sans Unicode" panose="020B0602030504020204" pitchFamily="34" charset="0"/>
              </a:rPr>
              <a:t>to</a:t>
            </a:r>
            <a:r>
              <a:rPr sz="2800" spc="-40" dirty="0">
                <a:solidFill>
                  <a:srgbClr val="006600"/>
                </a:solidFill>
                <a:latin typeface="Lucida Sans Unicode" panose="020B0602030504020204" pitchFamily="34" charset="0"/>
                <a:cs typeface="Lucida Sans Unicode" panose="020B0602030504020204" pitchFamily="34" charset="0"/>
              </a:rPr>
              <a:t> </a:t>
            </a:r>
            <a:r>
              <a:rPr sz="2800" dirty="0">
                <a:solidFill>
                  <a:srgbClr val="006600"/>
                </a:solidFill>
                <a:latin typeface="Lucida Sans Unicode" panose="020B0602030504020204" pitchFamily="34" charset="0"/>
                <a:cs typeface="Lucida Sans Unicode" panose="020B0602030504020204" pitchFamily="34" charset="0"/>
              </a:rPr>
              <a:t>but</a:t>
            </a:r>
            <a:r>
              <a:rPr sz="2800" spc="-50" dirty="0">
                <a:solidFill>
                  <a:srgbClr val="006600"/>
                </a:solidFill>
                <a:latin typeface="Lucida Sans Unicode" panose="020B0602030504020204" pitchFamily="34" charset="0"/>
                <a:cs typeface="Lucida Sans Unicode" panose="020B0602030504020204" pitchFamily="34" charset="0"/>
              </a:rPr>
              <a:t> </a:t>
            </a:r>
            <a:r>
              <a:rPr sz="2800" dirty="0">
                <a:solidFill>
                  <a:srgbClr val="006600"/>
                </a:solidFill>
                <a:latin typeface="Lucida Sans Unicode" panose="020B0602030504020204" pitchFamily="34" charset="0"/>
                <a:cs typeface="Lucida Sans Unicode" panose="020B0602030504020204" pitchFamily="34" charset="0"/>
              </a:rPr>
              <a:t>not</a:t>
            </a:r>
            <a:r>
              <a:rPr sz="2800" spc="-40" dirty="0">
                <a:solidFill>
                  <a:srgbClr val="006600"/>
                </a:solidFill>
                <a:latin typeface="Lucida Sans Unicode" panose="020B0602030504020204" pitchFamily="34" charset="0"/>
                <a:cs typeface="Lucida Sans Unicode" panose="020B0602030504020204" pitchFamily="34" charset="0"/>
              </a:rPr>
              <a:t> </a:t>
            </a:r>
            <a:r>
              <a:rPr sz="2800" dirty="0">
                <a:solidFill>
                  <a:srgbClr val="006600"/>
                </a:solidFill>
                <a:latin typeface="Lucida Sans Unicode" panose="020B0602030504020204" pitchFamily="34" charset="0"/>
                <a:cs typeface="Lucida Sans Unicode" panose="020B0602030504020204" pitchFamily="34" charset="0"/>
              </a:rPr>
              <a:t>a</a:t>
            </a:r>
            <a:r>
              <a:rPr sz="2800" spc="-60" dirty="0">
                <a:solidFill>
                  <a:srgbClr val="006600"/>
                </a:solidFill>
                <a:latin typeface="Lucida Sans Unicode" panose="020B0602030504020204" pitchFamily="34" charset="0"/>
                <a:cs typeface="Lucida Sans Unicode" panose="020B0602030504020204" pitchFamily="34" charset="0"/>
              </a:rPr>
              <a:t> </a:t>
            </a:r>
            <a:r>
              <a:rPr sz="2800" dirty="0">
                <a:solidFill>
                  <a:srgbClr val="006600"/>
                </a:solidFill>
                <a:latin typeface="Lucida Sans Unicode" panose="020B0602030504020204" pitchFamily="34" charset="0"/>
                <a:cs typeface="Lucida Sans Unicode" panose="020B0602030504020204" pitchFamily="34" charset="0"/>
              </a:rPr>
              <a:t>replacement</a:t>
            </a:r>
            <a:r>
              <a:rPr sz="2800" spc="-40" dirty="0">
                <a:solidFill>
                  <a:srgbClr val="006600"/>
                </a:solidFill>
                <a:latin typeface="Lucida Sans Unicode" panose="020B0602030504020204" pitchFamily="34" charset="0"/>
                <a:cs typeface="Lucida Sans Unicode" panose="020B0602030504020204" pitchFamily="34" charset="0"/>
              </a:rPr>
              <a:t> </a:t>
            </a:r>
            <a:r>
              <a:rPr sz="2800" spc="-50" dirty="0">
                <a:solidFill>
                  <a:srgbClr val="006600"/>
                </a:solidFill>
                <a:latin typeface="Lucida Sans Unicode" panose="020B0602030504020204" pitchFamily="34" charset="0"/>
                <a:cs typeface="Lucida Sans Unicode" panose="020B0602030504020204" pitchFamily="34" charset="0"/>
              </a:rPr>
              <a:t>for 	</a:t>
            </a:r>
            <a:r>
              <a:rPr sz="2800" spc="-20" dirty="0">
                <a:solidFill>
                  <a:srgbClr val="006600"/>
                </a:solidFill>
                <a:latin typeface="Lucida Sans Unicode" panose="020B0602030504020204" pitchFamily="34" charset="0"/>
                <a:cs typeface="Lucida Sans Unicode" panose="020B0602030504020204" pitchFamily="34" charset="0"/>
              </a:rPr>
              <a:t>inspections</a:t>
            </a:r>
            <a:endParaRPr sz="2800" dirty="0">
              <a:latin typeface="Lucida Sans Unicode" panose="020B0602030504020204" pitchFamily="34" charset="0"/>
              <a:cs typeface="Lucida Sans Unicode" panose="020B0602030504020204" pitchFamily="34" charset="0"/>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17143" y="1343025"/>
            <a:ext cx="9178290" cy="57150"/>
            <a:chOff x="-8572" y="671512"/>
            <a:chExt cx="4589145" cy="28575"/>
          </a:xfrm>
        </p:grpSpPr>
        <p:sp>
          <p:nvSpPr>
            <p:cNvPr id="3" name="object 3"/>
            <p:cNvSpPr/>
            <p:nvPr/>
          </p:nvSpPr>
          <p:spPr>
            <a:xfrm>
              <a:off x="0" y="674370"/>
              <a:ext cx="4572000" cy="0"/>
            </a:xfrm>
            <a:custGeom>
              <a:avLst/>
              <a:gdLst/>
              <a:ahLst/>
              <a:cxnLst/>
              <a:rect l="l" t="t" r="r" b="b"/>
              <a:pathLst>
                <a:path w="4572000">
                  <a:moveTo>
                    <a:pt x="0" y="0"/>
                  </a:moveTo>
                  <a:lnTo>
                    <a:pt x="4571999" y="0"/>
                  </a:lnTo>
                </a:path>
              </a:pathLst>
            </a:custGeom>
            <a:ln w="5714">
              <a:solidFill>
                <a:srgbClr val="941100"/>
              </a:solidFill>
            </a:ln>
          </p:spPr>
          <p:txBody>
            <a:bodyPr wrap="square" lIns="0" tIns="0" rIns="0" bIns="0" rtlCol="0"/>
            <a:lstStyle/>
            <a:p>
              <a:endParaRPr/>
            </a:p>
          </p:txBody>
        </p:sp>
        <p:sp>
          <p:nvSpPr>
            <p:cNvPr id="4" name="object 4"/>
            <p:cNvSpPr/>
            <p:nvPr/>
          </p:nvSpPr>
          <p:spPr>
            <a:xfrm>
              <a:off x="0" y="691515"/>
              <a:ext cx="4572000" cy="0"/>
            </a:xfrm>
            <a:custGeom>
              <a:avLst/>
              <a:gdLst/>
              <a:ahLst/>
              <a:cxnLst/>
              <a:rect l="l" t="t" r="r" b="b"/>
              <a:pathLst>
                <a:path w="4572000">
                  <a:moveTo>
                    <a:pt x="0" y="0"/>
                  </a:moveTo>
                  <a:lnTo>
                    <a:pt x="4571999" y="0"/>
                  </a:lnTo>
                </a:path>
              </a:pathLst>
            </a:custGeom>
            <a:ln w="17144">
              <a:solidFill>
                <a:srgbClr val="941100"/>
              </a:solidFill>
            </a:ln>
          </p:spPr>
          <p:txBody>
            <a:bodyPr wrap="square" lIns="0" tIns="0" rIns="0" bIns="0" rtlCol="0"/>
            <a:lstStyle/>
            <a:p>
              <a:endParaRPr/>
            </a:p>
          </p:txBody>
        </p:sp>
      </p:grpSp>
      <p:sp>
        <p:nvSpPr>
          <p:cNvPr id="5" name="object 5"/>
          <p:cNvSpPr txBox="1"/>
          <p:nvPr/>
        </p:nvSpPr>
        <p:spPr>
          <a:xfrm>
            <a:off x="8673462" y="20321"/>
            <a:ext cx="266700" cy="271869"/>
          </a:xfrm>
          <a:prstGeom prst="rect">
            <a:avLst/>
          </a:prstGeom>
        </p:spPr>
        <p:txBody>
          <a:bodyPr vert="horz" wrap="square" lIns="0" tIns="25400" rIns="0" bIns="0" rtlCol="0">
            <a:spAutoFit/>
          </a:bodyPr>
          <a:lstStyle/>
          <a:p>
            <a:pPr marL="25400">
              <a:spcBef>
                <a:spcPts val="200"/>
              </a:spcBef>
            </a:pPr>
            <a:r>
              <a:rPr sz="1600" spc="-50" dirty="0">
                <a:latin typeface="Comic Sans MS"/>
                <a:cs typeface="Comic Sans MS"/>
              </a:rPr>
              <a:t>19</a:t>
            </a:r>
            <a:endParaRPr sz="1600">
              <a:latin typeface="Comic Sans MS"/>
              <a:cs typeface="Comic Sans MS"/>
            </a:endParaRPr>
          </a:p>
        </p:txBody>
      </p:sp>
      <p:sp>
        <p:nvSpPr>
          <p:cNvPr id="6" name="object 6"/>
          <p:cNvSpPr txBox="1"/>
          <p:nvPr/>
        </p:nvSpPr>
        <p:spPr>
          <a:xfrm>
            <a:off x="2069236" y="378289"/>
            <a:ext cx="4970780" cy="579646"/>
          </a:xfrm>
          <a:prstGeom prst="rect">
            <a:avLst/>
          </a:prstGeom>
        </p:spPr>
        <p:txBody>
          <a:bodyPr vert="horz" wrap="square" lIns="0" tIns="25400" rIns="0" bIns="0" rtlCol="0">
            <a:spAutoFit/>
          </a:bodyPr>
          <a:lstStyle/>
          <a:p>
            <a:pPr marL="25400">
              <a:spcBef>
                <a:spcPts val="200"/>
              </a:spcBef>
            </a:pPr>
            <a:r>
              <a:rPr sz="3600" b="1" dirty="0">
                <a:solidFill>
                  <a:srgbClr val="000099"/>
                </a:solidFill>
                <a:latin typeface="Lucida Sans Unicode" panose="020B0602030504020204" pitchFamily="34" charset="0"/>
                <a:cs typeface="Lucida Sans Unicode" panose="020B0602030504020204" pitchFamily="34" charset="0"/>
              </a:rPr>
              <a:t>Static</a:t>
            </a:r>
            <a:r>
              <a:rPr sz="3600" b="1" spc="-60" dirty="0">
                <a:solidFill>
                  <a:srgbClr val="000099"/>
                </a:solidFill>
                <a:latin typeface="Lucida Sans Unicode" panose="020B0602030504020204" pitchFamily="34" charset="0"/>
                <a:cs typeface="Lucida Sans Unicode" panose="020B0602030504020204" pitchFamily="34" charset="0"/>
              </a:rPr>
              <a:t> </a:t>
            </a:r>
            <a:r>
              <a:rPr sz="3600" b="1" dirty="0">
                <a:solidFill>
                  <a:srgbClr val="000099"/>
                </a:solidFill>
                <a:latin typeface="Lucida Sans Unicode" panose="020B0602030504020204" pitchFamily="34" charset="0"/>
                <a:cs typeface="Lucida Sans Unicode" panose="020B0602030504020204" pitchFamily="34" charset="0"/>
              </a:rPr>
              <a:t>analysis</a:t>
            </a:r>
            <a:r>
              <a:rPr sz="3600" b="1" spc="-50" dirty="0">
                <a:solidFill>
                  <a:srgbClr val="000099"/>
                </a:solidFill>
                <a:latin typeface="Lucida Sans Unicode" panose="020B0602030504020204" pitchFamily="34" charset="0"/>
                <a:cs typeface="Lucida Sans Unicode" panose="020B0602030504020204" pitchFamily="34" charset="0"/>
              </a:rPr>
              <a:t> </a:t>
            </a:r>
            <a:r>
              <a:rPr sz="3600" b="1" spc="-20" dirty="0">
                <a:solidFill>
                  <a:srgbClr val="000099"/>
                </a:solidFill>
                <a:latin typeface="Lucida Sans Unicode" panose="020B0602030504020204" pitchFamily="34" charset="0"/>
                <a:cs typeface="Lucida Sans Unicode" panose="020B0602030504020204" pitchFamily="34" charset="0"/>
              </a:rPr>
              <a:t>checks</a:t>
            </a:r>
            <a:endParaRPr sz="3600" dirty="0">
              <a:latin typeface="Lucida Sans Unicode" panose="020B0602030504020204" pitchFamily="34" charset="0"/>
              <a:cs typeface="Lucida Sans Unicode" panose="020B0602030504020204" pitchFamily="34" charset="0"/>
            </a:endParaRPr>
          </a:p>
        </p:txBody>
      </p:sp>
      <p:graphicFrame>
        <p:nvGraphicFramePr>
          <p:cNvPr id="7" name="object 7"/>
          <p:cNvGraphicFramePr>
            <a:graphicFrameLocks noGrp="1"/>
          </p:cNvGraphicFramePr>
          <p:nvPr>
            <p:extLst>
              <p:ext uri="{D42A27DB-BD31-4B8C-83A1-F6EECF244321}">
                <p14:modId xmlns:p14="http://schemas.microsoft.com/office/powerpoint/2010/main" val="2780774992"/>
              </p:ext>
            </p:extLst>
          </p:nvPr>
        </p:nvGraphicFramePr>
        <p:xfrm>
          <a:off x="1061215" y="1531061"/>
          <a:ext cx="7044690" cy="4975858"/>
        </p:xfrm>
        <a:graphic>
          <a:graphicData uri="http://schemas.openxmlformats.org/drawingml/2006/table">
            <a:tbl>
              <a:tblPr firstRow="1" bandRow="1">
                <a:tableStyleId>{2D5ABB26-0587-4C30-8999-92F81FD0307C}</a:tableStyleId>
              </a:tblPr>
              <a:tblGrid>
                <a:gridCol w="2606040">
                  <a:extLst>
                    <a:ext uri="{9D8B030D-6E8A-4147-A177-3AD203B41FA5}">
                      <a16:colId xmlns:a16="http://schemas.microsoft.com/office/drawing/2014/main" val="20000"/>
                    </a:ext>
                  </a:extLst>
                </a:gridCol>
                <a:gridCol w="4438650">
                  <a:extLst>
                    <a:ext uri="{9D8B030D-6E8A-4147-A177-3AD203B41FA5}">
                      <a16:colId xmlns:a16="http://schemas.microsoft.com/office/drawing/2014/main" val="20001"/>
                    </a:ext>
                  </a:extLst>
                </a:gridCol>
              </a:tblGrid>
              <a:tr h="288290">
                <a:tc>
                  <a:txBody>
                    <a:bodyPr/>
                    <a:lstStyle/>
                    <a:p>
                      <a:pPr marL="337185">
                        <a:lnSpc>
                          <a:spcPct val="100000"/>
                        </a:lnSpc>
                      </a:pPr>
                      <a:r>
                        <a:rPr sz="1900" b="1" dirty="0">
                          <a:latin typeface="Times New Roman"/>
                          <a:cs typeface="Times New Roman"/>
                        </a:rPr>
                        <a:t>Fault</a:t>
                      </a:r>
                      <a:r>
                        <a:rPr sz="1900" b="1" spc="-45" dirty="0">
                          <a:latin typeface="Times New Roman"/>
                          <a:cs typeface="Times New Roman"/>
                        </a:rPr>
                        <a:t> </a:t>
                      </a:r>
                      <a:r>
                        <a:rPr sz="1900" b="1" spc="-10" dirty="0">
                          <a:latin typeface="Times New Roman"/>
                          <a:cs typeface="Times New Roman"/>
                        </a:rPr>
                        <a:t>class</a:t>
                      </a:r>
                      <a:endParaRPr sz="19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494030">
                        <a:lnSpc>
                          <a:spcPct val="100000"/>
                        </a:lnSpc>
                      </a:pPr>
                      <a:r>
                        <a:rPr sz="1900" b="1" dirty="0">
                          <a:latin typeface="Times New Roman"/>
                          <a:cs typeface="Times New Roman"/>
                        </a:rPr>
                        <a:t>Static</a:t>
                      </a:r>
                      <a:r>
                        <a:rPr sz="1900" b="1" spc="-40" dirty="0">
                          <a:latin typeface="Times New Roman"/>
                          <a:cs typeface="Times New Roman"/>
                        </a:rPr>
                        <a:t> </a:t>
                      </a:r>
                      <a:r>
                        <a:rPr sz="1900" b="1" spc="-10" dirty="0">
                          <a:latin typeface="Times New Roman"/>
                          <a:cs typeface="Times New Roman"/>
                        </a:rPr>
                        <a:t>analysis</a:t>
                      </a:r>
                      <a:r>
                        <a:rPr sz="1900" b="1" spc="5" dirty="0">
                          <a:latin typeface="Times New Roman"/>
                          <a:cs typeface="Times New Roman"/>
                        </a:rPr>
                        <a:t> </a:t>
                      </a:r>
                      <a:r>
                        <a:rPr sz="1900" b="1" spc="-20" dirty="0">
                          <a:latin typeface="Times New Roman"/>
                          <a:cs typeface="Times New Roman"/>
                        </a:rPr>
                        <a:t>check</a:t>
                      </a:r>
                      <a:endParaRPr sz="19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r h="1612900">
                <a:tc>
                  <a:txBody>
                    <a:bodyPr/>
                    <a:lstStyle/>
                    <a:p>
                      <a:pPr marL="59690">
                        <a:lnSpc>
                          <a:spcPct val="100000"/>
                        </a:lnSpc>
                      </a:pPr>
                      <a:r>
                        <a:rPr sz="1900" spc="-10" dirty="0">
                          <a:latin typeface="Times New Roman"/>
                          <a:cs typeface="Times New Roman"/>
                        </a:rPr>
                        <a:t>Data</a:t>
                      </a:r>
                      <a:r>
                        <a:rPr sz="1900" spc="-30" dirty="0">
                          <a:latin typeface="Times New Roman"/>
                          <a:cs typeface="Times New Roman"/>
                        </a:rPr>
                        <a:t> </a:t>
                      </a:r>
                      <a:r>
                        <a:rPr sz="1900" spc="-10" dirty="0">
                          <a:latin typeface="Times New Roman"/>
                          <a:cs typeface="Times New Roman"/>
                        </a:rPr>
                        <a:t>faults</a:t>
                      </a:r>
                      <a:endParaRPr sz="19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59690" marR="199390">
                        <a:lnSpc>
                          <a:spcPct val="100000"/>
                        </a:lnSpc>
                        <a:spcBef>
                          <a:spcPts val="95"/>
                        </a:spcBef>
                      </a:pPr>
                      <a:r>
                        <a:rPr sz="1900" spc="-20" dirty="0">
                          <a:latin typeface="Times New Roman"/>
                          <a:cs typeface="Times New Roman"/>
                        </a:rPr>
                        <a:t>Variables</a:t>
                      </a:r>
                      <a:r>
                        <a:rPr sz="1900" dirty="0">
                          <a:latin typeface="Times New Roman"/>
                          <a:cs typeface="Times New Roman"/>
                        </a:rPr>
                        <a:t> used</a:t>
                      </a:r>
                      <a:r>
                        <a:rPr sz="1900" spc="-10" dirty="0">
                          <a:latin typeface="Times New Roman"/>
                          <a:cs typeface="Times New Roman"/>
                        </a:rPr>
                        <a:t> </a:t>
                      </a:r>
                      <a:r>
                        <a:rPr sz="1900" dirty="0">
                          <a:latin typeface="Times New Roman"/>
                          <a:cs typeface="Times New Roman"/>
                        </a:rPr>
                        <a:t>before</a:t>
                      </a:r>
                      <a:r>
                        <a:rPr sz="1900" spc="55" dirty="0">
                          <a:latin typeface="Times New Roman"/>
                          <a:cs typeface="Times New Roman"/>
                        </a:rPr>
                        <a:t> </a:t>
                      </a:r>
                      <a:r>
                        <a:rPr sz="1900" spc="-25" dirty="0">
                          <a:latin typeface="Times New Roman"/>
                          <a:cs typeface="Times New Roman"/>
                        </a:rPr>
                        <a:t>initialis</a:t>
                      </a:r>
                      <a:r>
                        <a:rPr sz="1900" spc="-110" dirty="0">
                          <a:latin typeface="Times New Roman"/>
                          <a:cs typeface="Times New Roman"/>
                        </a:rPr>
                        <a:t> </a:t>
                      </a:r>
                      <a:r>
                        <a:rPr sz="1900" spc="-20" dirty="0">
                          <a:latin typeface="Times New Roman"/>
                          <a:cs typeface="Times New Roman"/>
                        </a:rPr>
                        <a:t>ation Variables</a:t>
                      </a:r>
                      <a:r>
                        <a:rPr sz="1900" spc="-15" dirty="0">
                          <a:latin typeface="Times New Roman"/>
                          <a:cs typeface="Times New Roman"/>
                        </a:rPr>
                        <a:t> </a:t>
                      </a:r>
                      <a:r>
                        <a:rPr sz="1900" spc="-10" dirty="0">
                          <a:latin typeface="Times New Roman"/>
                          <a:cs typeface="Times New Roman"/>
                        </a:rPr>
                        <a:t>declared</a:t>
                      </a:r>
                      <a:r>
                        <a:rPr sz="1900" spc="-15" dirty="0">
                          <a:latin typeface="Times New Roman"/>
                          <a:cs typeface="Times New Roman"/>
                        </a:rPr>
                        <a:t> </a:t>
                      </a:r>
                      <a:r>
                        <a:rPr sz="1900" dirty="0">
                          <a:latin typeface="Times New Roman"/>
                          <a:cs typeface="Times New Roman"/>
                        </a:rPr>
                        <a:t>but never</a:t>
                      </a:r>
                      <a:r>
                        <a:rPr sz="1900" spc="50" dirty="0">
                          <a:latin typeface="Times New Roman"/>
                          <a:cs typeface="Times New Roman"/>
                        </a:rPr>
                        <a:t> </a:t>
                      </a:r>
                      <a:r>
                        <a:rPr sz="1900" spc="-20" dirty="0">
                          <a:latin typeface="Times New Roman"/>
                          <a:cs typeface="Times New Roman"/>
                        </a:rPr>
                        <a:t>used </a:t>
                      </a:r>
                      <a:r>
                        <a:rPr sz="1900" dirty="0">
                          <a:latin typeface="Times New Roman"/>
                          <a:cs typeface="Times New Roman"/>
                        </a:rPr>
                        <a:t>Variables</a:t>
                      </a:r>
                      <a:r>
                        <a:rPr sz="1900" spc="254" dirty="0">
                          <a:latin typeface="Times New Roman"/>
                          <a:cs typeface="Times New Roman"/>
                        </a:rPr>
                        <a:t> </a:t>
                      </a:r>
                      <a:r>
                        <a:rPr sz="1900" spc="-25" dirty="0">
                          <a:latin typeface="Times New Roman"/>
                          <a:cs typeface="Times New Roman"/>
                        </a:rPr>
                        <a:t>assigne</a:t>
                      </a:r>
                      <a:r>
                        <a:rPr sz="1900" spc="-90" dirty="0">
                          <a:latin typeface="Times New Roman"/>
                          <a:cs typeface="Times New Roman"/>
                        </a:rPr>
                        <a:t> </a:t>
                      </a:r>
                      <a:r>
                        <a:rPr sz="1900" dirty="0">
                          <a:latin typeface="Times New Roman"/>
                          <a:cs typeface="Times New Roman"/>
                        </a:rPr>
                        <a:t>d</a:t>
                      </a:r>
                      <a:r>
                        <a:rPr sz="1900" spc="-50" dirty="0">
                          <a:latin typeface="Times New Roman"/>
                          <a:cs typeface="Times New Roman"/>
                        </a:rPr>
                        <a:t> </a:t>
                      </a:r>
                      <a:r>
                        <a:rPr sz="1900" spc="-20" dirty="0">
                          <a:latin typeface="Times New Roman"/>
                          <a:cs typeface="Times New Roman"/>
                        </a:rPr>
                        <a:t>twice</a:t>
                      </a:r>
                      <a:r>
                        <a:rPr sz="1900" spc="-85" dirty="0">
                          <a:latin typeface="Times New Roman"/>
                          <a:cs typeface="Times New Roman"/>
                        </a:rPr>
                        <a:t> </a:t>
                      </a:r>
                      <a:r>
                        <a:rPr sz="1900" dirty="0">
                          <a:latin typeface="Times New Roman"/>
                          <a:cs typeface="Times New Roman"/>
                        </a:rPr>
                        <a:t>but</a:t>
                      </a:r>
                      <a:r>
                        <a:rPr sz="1900" spc="-25" dirty="0">
                          <a:latin typeface="Times New Roman"/>
                          <a:cs typeface="Times New Roman"/>
                        </a:rPr>
                        <a:t> </a:t>
                      </a:r>
                      <a:r>
                        <a:rPr sz="1900" spc="-10" dirty="0">
                          <a:latin typeface="Times New Roman"/>
                          <a:cs typeface="Times New Roman"/>
                        </a:rPr>
                        <a:t>never</a:t>
                      </a:r>
                      <a:r>
                        <a:rPr sz="1900" spc="20" dirty="0">
                          <a:latin typeface="Times New Roman"/>
                          <a:cs typeface="Times New Roman"/>
                        </a:rPr>
                        <a:t> </a:t>
                      </a:r>
                      <a:r>
                        <a:rPr sz="1900" spc="-20" dirty="0">
                          <a:latin typeface="Times New Roman"/>
                          <a:cs typeface="Times New Roman"/>
                        </a:rPr>
                        <a:t>used </a:t>
                      </a:r>
                      <a:r>
                        <a:rPr sz="1900" spc="-10" dirty="0">
                          <a:latin typeface="Times New Roman"/>
                          <a:cs typeface="Times New Roman"/>
                        </a:rPr>
                        <a:t>between</a:t>
                      </a:r>
                      <a:r>
                        <a:rPr sz="1900" spc="-50" dirty="0">
                          <a:latin typeface="Times New Roman"/>
                          <a:cs typeface="Times New Roman"/>
                        </a:rPr>
                        <a:t> </a:t>
                      </a:r>
                      <a:r>
                        <a:rPr sz="1900" spc="-10" dirty="0">
                          <a:latin typeface="Times New Roman"/>
                          <a:cs typeface="Times New Roman"/>
                        </a:rPr>
                        <a:t>assignments</a:t>
                      </a:r>
                      <a:endParaRPr sz="1900">
                        <a:latin typeface="Times New Roman"/>
                        <a:cs typeface="Times New Roman"/>
                      </a:endParaRPr>
                    </a:p>
                    <a:p>
                      <a:pPr marL="59690" marR="647700">
                        <a:lnSpc>
                          <a:spcPct val="100000"/>
                        </a:lnSpc>
                      </a:pPr>
                      <a:r>
                        <a:rPr sz="1900" spc="-10" dirty="0">
                          <a:latin typeface="Times New Roman"/>
                          <a:cs typeface="Times New Roman"/>
                        </a:rPr>
                        <a:t>Possible</a:t>
                      </a:r>
                      <a:r>
                        <a:rPr sz="1900" spc="-85" dirty="0">
                          <a:latin typeface="Times New Roman"/>
                          <a:cs typeface="Times New Roman"/>
                        </a:rPr>
                        <a:t> </a:t>
                      </a:r>
                      <a:r>
                        <a:rPr sz="1900" dirty="0">
                          <a:latin typeface="Times New Roman"/>
                          <a:cs typeface="Times New Roman"/>
                        </a:rPr>
                        <a:t>array</a:t>
                      </a:r>
                      <a:r>
                        <a:rPr sz="1900" spc="-35" dirty="0">
                          <a:latin typeface="Times New Roman"/>
                          <a:cs typeface="Times New Roman"/>
                        </a:rPr>
                        <a:t> </a:t>
                      </a:r>
                      <a:r>
                        <a:rPr sz="1900" dirty="0">
                          <a:latin typeface="Times New Roman"/>
                          <a:cs typeface="Times New Roman"/>
                        </a:rPr>
                        <a:t>bound</a:t>
                      </a:r>
                      <a:r>
                        <a:rPr sz="1900" spc="60" dirty="0">
                          <a:latin typeface="Times New Roman"/>
                          <a:cs typeface="Times New Roman"/>
                        </a:rPr>
                        <a:t> </a:t>
                      </a:r>
                      <a:r>
                        <a:rPr sz="1900" spc="-10" dirty="0">
                          <a:latin typeface="Times New Roman"/>
                          <a:cs typeface="Times New Roman"/>
                        </a:rPr>
                        <a:t>violations Undeclared</a:t>
                      </a:r>
                      <a:r>
                        <a:rPr sz="1900" spc="-25" dirty="0">
                          <a:latin typeface="Times New Roman"/>
                          <a:cs typeface="Times New Roman"/>
                        </a:rPr>
                        <a:t> </a:t>
                      </a:r>
                      <a:r>
                        <a:rPr sz="1900" spc="-10" dirty="0">
                          <a:latin typeface="Times New Roman"/>
                          <a:cs typeface="Times New Roman"/>
                        </a:rPr>
                        <a:t>variables</a:t>
                      </a:r>
                      <a:endParaRPr sz="1900">
                        <a:latin typeface="Times New Roman"/>
                        <a:cs typeface="Times New Roman"/>
                      </a:endParaRPr>
                    </a:p>
                  </a:txBody>
                  <a:tcPr marL="0" marR="0" marT="2413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553720">
                <a:tc>
                  <a:txBody>
                    <a:bodyPr/>
                    <a:lstStyle/>
                    <a:p>
                      <a:pPr marL="59690">
                        <a:lnSpc>
                          <a:spcPct val="100000"/>
                        </a:lnSpc>
                      </a:pPr>
                      <a:r>
                        <a:rPr sz="1900" spc="-20" dirty="0">
                          <a:latin typeface="Times New Roman"/>
                          <a:cs typeface="Times New Roman"/>
                        </a:rPr>
                        <a:t>Control</a:t>
                      </a:r>
                      <a:r>
                        <a:rPr sz="1900" spc="10" dirty="0">
                          <a:latin typeface="Times New Roman"/>
                          <a:cs typeface="Times New Roman"/>
                        </a:rPr>
                        <a:t> </a:t>
                      </a:r>
                      <a:r>
                        <a:rPr sz="1900" spc="-10" dirty="0">
                          <a:latin typeface="Times New Roman"/>
                          <a:cs typeface="Times New Roman"/>
                        </a:rPr>
                        <a:t>faults</a:t>
                      </a:r>
                      <a:endParaRPr sz="19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59690">
                        <a:lnSpc>
                          <a:spcPct val="100000"/>
                        </a:lnSpc>
                      </a:pPr>
                      <a:r>
                        <a:rPr sz="1900" spc="-10" dirty="0">
                          <a:latin typeface="Times New Roman"/>
                          <a:cs typeface="Times New Roman"/>
                        </a:rPr>
                        <a:t>Unreachable</a:t>
                      </a:r>
                      <a:r>
                        <a:rPr sz="1900" spc="35" dirty="0">
                          <a:latin typeface="Times New Roman"/>
                          <a:cs typeface="Times New Roman"/>
                        </a:rPr>
                        <a:t> </a:t>
                      </a:r>
                      <a:r>
                        <a:rPr sz="1900" spc="-20" dirty="0">
                          <a:latin typeface="Times New Roman"/>
                          <a:cs typeface="Times New Roman"/>
                        </a:rPr>
                        <a:t>code</a:t>
                      </a:r>
                      <a:endParaRPr sz="1900">
                        <a:latin typeface="Times New Roman"/>
                        <a:cs typeface="Times New Roman"/>
                      </a:endParaRPr>
                    </a:p>
                    <a:p>
                      <a:pPr marL="59690">
                        <a:lnSpc>
                          <a:spcPct val="100000"/>
                        </a:lnSpc>
                      </a:pPr>
                      <a:r>
                        <a:rPr sz="1900" spc="-10" dirty="0">
                          <a:latin typeface="Times New Roman"/>
                          <a:cs typeface="Times New Roman"/>
                        </a:rPr>
                        <a:t>Unconditional</a:t>
                      </a:r>
                      <a:r>
                        <a:rPr sz="1900" spc="-15" dirty="0">
                          <a:latin typeface="Times New Roman"/>
                          <a:cs typeface="Times New Roman"/>
                        </a:rPr>
                        <a:t> </a:t>
                      </a:r>
                      <a:r>
                        <a:rPr sz="1900" dirty="0">
                          <a:latin typeface="Times New Roman"/>
                          <a:cs typeface="Times New Roman"/>
                        </a:rPr>
                        <a:t>branches</a:t>
                      </a:r>
                      <a:r>
                        <a:rPr sz="1900" spc="-25" dirty="0">
                          <a:latin typeface="Times New Roman"/>
                          <a:cs typeface="Times New Roman"/>
                        </a:rPr>
                        <a:t> </a:t>
                      </a:r>
                      <a:r>
                        <a:rPr sz="1900" spc="-20" dirty="0">
                          <a:latin typeface="Times New Roman"/>
                          <a:cs typeface="Times New Roman"/>
                        </a:rPr>
                        <a:t>into</a:t>
                      </a:r>
                      <a:r>
                        <a:rPr sz="1900" spc="-35" dirty="0">
                          <a:latin typeface="Times New Roman"/>
                          <a:cs typeface="Times New Roman"/>
                        </a:rPr>
                        <a:t> </a:t>
                      </a:r>
                      <a:r>
                        <a:rPr sz="1900" spc="-20" dirty="0">
                          <a:latin typeface="Times New Roman"/>
                          <a:cs typeface="Times New Roman"/>
                        </a:rPr>
                        <a:t>loops</a:t>
                      </a:r>
                      <a:endParaRPr sz="19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r h="553720">
                <a:tc>
                  <a:txBody>
                    <a:bodyPr/>
                    <a:lstStyle/>
                    <a:p>
                      <a:pPr marL="59690">
                        <a:lnSpc>
                          <a:spcPct val="100000"/>
                        </a:lnSpc>
                      </a:pPr>
                      <a:r>
                        <a:rPr sz="1900" spc="-10" dirty="0">
                          <a:latin typeface="Times New Roman"/>
                          <a:cs typeface="Times New Roman"/>
                        </a:rPr>
                        <a:t>Input/output</a:t>
                      </a:r>
                      <a:r>
                        <a:rPr sz="1900" spc="-20" dirty="0">
                          <a:latin typeface="Times New Roman"/>
                          <a:cs typeface="Times New Roman"/>
                        </a:rPr>
                        <a:t> </a:t>
                      </a:r>
                      <a:r>
                        <a:rPr sz="1900" spc="-10" dirty="0">
                          <a:latin typeface="Times New Roman"/>
                          <a:cs typeface="Times New Roman"/>
                        </a:rPr>
                        <a:t>faults</a:t>
                      </a:r>
                      <a:endParaRPr sz="19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59690" marR="104139">
                        <a:lnSpc>
                          <a:spcPct val="100000"/>
                        </a:lnSpc>
                      </a:pPr>
                      <a:r>
                        <a:rPr sz="1900" spc="-10" dirty="0">
                          <a:latin typeface="Times New Roman"/>
                          <a:cs typeface="Times New Roman"/>
                        </a:rPr>
                        <a:t>Variables</a:t>
                      </a:r>
                      <a:r>
                        <a:rPr sz="1900" spc="-50" dirty="0">
                          <a:latin typeface="Times New Roman"/>
                          <a:cs typeface="Times New Roman"/>
                        </a:rPr>
                        <a:t> </a:t>
                      </a:r>
                      <a:r>
                        <a:rPr sz="1900" dirty="0">
                          <a:latin typeface="Times New Roman"/>
                          <a:cs typeface="Times New Roman"/>
                        </a:rPr>
                        <a:t>output</a:t>
                      </a:r>
                      <a:r>
                        <a:rPr sz="1900" spc="-45" dirty="0">
                          <a:latin typeface="Times New Roman"/>
                          <a:cs typeface="Times New Roman"/>
                        </a:rPr>
                        <a:t> </a:t>
                      </a:r>
                      <a:r>
                        <a:rPr sz="1900" dirty="0">
                          <a:latin typeface="Times New Roman"/>
                          <a:cs typeface="Times New Roman"/>
                        </a:rPr>
                        <a:t>twice</a:t>
                      </a:r>
                      <a:r>
                        <a:rPr sz="1900" spc="-55" dirty="0">
                          <a:latin typeface="Times New Roman"/>
                          <a:cs typeface="Times New Roman"/>
                        </a:rPr>
                        <a:t> </a:t>
                      </a:r>
                      <a:r>
                        <a:rPr sz="1900" dirty="0">
                          <a:latin typeface="Times New Roman"/>
                          <a:cs typeface="Times New Roman"/>
                        </a:rPr>
                        <a:t>with</a:t>
                      </a:r>
                      <a:r>
                        <a:rPr sz="1900" spc="-20" dirty="0">
                          <a:latin typeface="Times New Roman"/>
                          <a:cs typeface="Times New Roman"/>
                        </a:rPr>
                        <a:t> </a:t>
                      </a:r>
                      <a:r>
                        <a:rPr sz="1900" dirty="0">
                          <a:latin typeface="Times New Roman"/>
                          <a:cs typeface="Times New Roman"/>
                        </a:rPr>
                        <a:t>no</a:t>
                      </a:r>
                      <a:r>
                        <a:rPr sz="1900" spc="-55" dirty="0">
                          <a:latin typeface="Times New Roman"/>
                          <a:cs typeface="Times New Roman"/>
                        </a:rPr>
                        <a:t> </a:t>
                      </a:r>
                      <a:r>
                        <a:rPr sz="1900" spc="-10" dirty="0">
                          <a:latin typeface="Times New Roman"/>
                          <a:cs typeface="Times New Roman"/>
                        </a:rPr>
                        <a:t>intervening assignment</a:t>
                      </a:r>
                      <a:endParaRPr sz="19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3"/>
                  </a:ext>
                </a:extLst>
              </a:tr>
              <a:tr h="1083310">
                <a:tc>
                  <a:txBody>
                    <a:bodyPr/>
                    <a:lstStyle/>
                    <a:p>
                      <a:pPr marL="59690">
                        <a:lnSpc>
                          <a:spcPct val="100000"/>
                        </a:lnSpc>
                      </a:pPr>
                      <a:r>
                        <a:rPr sz="1900" spc="-10" dirty="0">
                          <a:latin typeface="Times New Roman"/>
                          <a:cs typeface="Times New Roman"/>
                        </a:rPr>
                        <a:t>Interface</a:t>
                      </a:r>
                      <a:r>
                        <a:rPr sz="1900" spc="-55" dirty="0">
                          <a:latin typeface="Times New Roman"/>
                          <a:cs typeface="Times New Roman"/>
                        </a:rPr>
                        <a:t> </a:t>
                      </a:r>
                      <a:r>
                        <a:rPr sz="1900" spc="-10" dirty="0">
                          <a:latin typeface="Times New Roman"/>
                          <a:cs typeface="Times New Roman"/>
                        </a:rPr>
                        <a:t>faults</a:t>
                      </a:r>
                      <a:endParaRPr sz="19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59690" marR="683260">
                        <a:lnSpc>
                          <a:spcPct val="100000"/>
                        </a:lnSpc>
                        <a:spcBef>
                          <a:spcPts val="114"/>
                        </a:spcBef>
                      </a:pPr>
                      <a:r>
                        <a:rPr sz="1900" spc="-10" dirty="0">
                          <a:latin typeface="Times New Roman"/>
                          <a:cs typeface="Times New Roman"/>
                        </a:rPr>
                        <a:t>Parameter</a:t>
                      </a:r>
                      <a:r>
                        <a:rPr sz="1900" spc="-75" dirty="0">
                          <a:latin typeface="Times New Roman"/>
                          <a:cs typeface="Times New Roman"/>
                        </a:rPr>
                        <a:t> </a:t>
                      </a:r>
                      <a:r>
                        <a:rPr sz="1900" dirty="0">
                          <a:latin typeface="Times New Roman"/>
                          <a:cs typeface="Times New Roman"/>
                        </a:rPr>
                        <a:t>type</a:t>
                      </a:r>
                      <a:r>
                        <a:rPr sz="1900" spc="15" dirty="0">
                          <a:latin typeface="Times New Roman"/>
                          <a:cs typeface="Times New Roman"/>
                        </a:rPr>
                        <a:t> </a:t>
                      </a:r>
                      <a:r>
                        <a:rPr sz="1900" spc="-10" dirty="0">
                          <a:latin typeface="Times New Roman"/>
                          <a:cs typeface="Times New Roman"/>
                        </a:rPr>
                        <a:t>mismatches Parameter</a:t>
                      </a:r>
                      <a:r>
                        <a:rPr sz="1900" spc="-55" dirty="0">
                          <a:latin typeface="Times New Roman"/>
                          <a:cs typeface="Times New Roman"/>
                        </a:rPr>
                        <a:t> </a:t>
                      </a:r>
                      <a:r>
                        <a:rPr sz="1900" dirty="0">
                          <a:latin typeface="Times New Roman"/>
                          <a:cs typeface="Times New Roman"/>
                        </a:rPr>
                        <a:t>number</a:t>
                      </a:r>
                      <a:r>
                        <a:rPr sz="1900" spc="55" dirty="0">
                          <a:latin typeface="Times New Roman"/>
                          <a:cs typeface="Times New Roman"/>
                        </a:rPr>
                        <a:t> </a:t>
                      </a:r>
                      <a:r>
                        <a:rPr sz="1900" spc="-20" dirty="0">
                          <a:latin typeface="Times New Roman"/>
                          <a:cs typeface="Times New Roman"/>
                        </a:rPr>
                        <a:t>mismatches</a:t>
                      </a:r>
                      <a:endParaRPr sz="1900">
                        <a:latin typeface="Times New Roman"/>
                        <a:cs typeface="Times New Roman"/>
                      </a:endParaRPr>
                    </a:p>
                    <a:p>
                      <a:pPr marL="59690" marR="382270">
                        <a:lnSpc>
                          <a:spcPct val="100000"/>
                        </a:lnSpc>
                      </a:pPr>
                      <a:r>
                        <a:rPr sz="1900" spc="-25" dirty="0">
                          <a:latin typeface="Times New Roman"/>
                          <a:cs typeface="Times New Roman"/>
                        </a:rPr>
                        <a:t>Non-</a:t>
                      </a:r>
                      <a:r>
                        <a:rPr sz="1900" spc="-20" dirty="0">
                          <a:latin typeface="Times New Roman"/>
                          <a:cs typeface="Times New Roman"/>
                        </a:rPr>
                        <a:t>us</a:t>
                      </a:r>
                      <a:r>
                        <a:rPr sz="1900" spc="-125" dirty="0">
                          <a:latin typeface="Times New Roman"/>
                          <a:cs typeface="Times New Roman"/>
                        </a:rPr>
                        <a:t> </a:t>
                      </a:r>
                      <a:r>
                        <a:rPr sz="1900" spc="-25" dirty="0">
                          <a:latin typeface="Times New Roman"/>
                          <a:cs typeface="Times New Roman"/>
                        </a:rPr>
                        <a:t>age</a:t>
                      </a:r>
                      <a:r>
                        <a:rPr sz="1900" spc="-70" dirty="0">
                          <a:latin typeface="Times New Roman"/>
                          <a:cs typeface="Times New Roman"/>
                        </a:rPr>
                        <a:t> </a:t>
                      </a:r>
                      <a:r>
                        <a:rPr sz="1900" dirty="0">
                          <a:latin typeface="Times New Roman"/>
                          <a:cs typeface="Times New Roman"/>
                        </a:rPr>
                        <a:t>of</a:t>
                      </a:r>
                      <a:r>
                        <a:rPr sz="1900" spc="40" dirty="0">
                          <a:latin typeface="Times New Roman"/>
                          <a:cs typeface="Times New Roman"/>
                        </a:rPr>
                        <a:t> </a:t>
                      </a:r>
                      <a:r>
                        <a:rPr sz="1900" dirty="0">
                          <a:latin typeface="Times New Roman"/>
                          <a:cs typeface="Times New Roman"/>
                        </a:rPr>
                        <a:t>the</a:t>
                      </a:r>
                      <a:r>
                        <a:rPr sz="1900" spc="25" dirty="0">
                          <a:latin typeface="Times New Roman"/>
                          <a:cs typeface="Times New Roman"/>
                        </a:rPr>
                        <a:t> </a:t>
                      </a:r>
                      <a:r>
                        <a:rPr sz="1900" spc="-10" dirty="0">
                          <a:latin typeface="Times New Roman"/>
                          <a:cs typeface="Times New Roman"/>
                        </a:rPr>
                        <a:t>results</a:t>
                      </a:r>
                      <a:r>
                        <a:rPr sz="1900" spc="-25" dirty="0">
                          <a:latin typeface="Times New Roman"/>
                          <a:cs typeface="Times New Roman"/>
                        </a:rPr>
                        <a:t> </a:t>
                      </a:r>
                      <a:r>
                        <a:rPr sz="1900" spc="-10" dirty="0">
                          <a:latin typeface="Times New Roman"/>
                          <a:cs typeface="Times New Roman"/>
                        </a:rPr>
                        <a:t>of</a:t>
                      </a:r>
                      <a:r>
                        <a:rPr sz="1900" spc="-65" dirty="0">
                          <a:latin typeface="Times New Roman"/>
                          <a:cs typeface="Times New Roman"/>
                        </a:rPr>
                        <a:t> </a:t>
                      </a:r>
                      <a:r>
                        <a:rPr sz="1900" spc="-10" dirty="0">
                          <a:latin typeface="Times New Roman"/>
                          <a:cs typeface="Times New Roman"/>
                        </a:rPr>
                        <a:t>function</a:t>
                      </a:r>
                      <a:r>
                        <a:rPr sz="1900" spc="-135" dirty="0">
                          <a:latin typeface="Times New Roman"/>
                          <a:cs typeface="Times New Roman"/>
                        </a:rPr>
                        <a:t> </a:t>
                      </a:r>
                      <a:r>
                        <a:rPr sz="1900" spc="-50" dirty="0">
                          <a:latin typeface="Times New Roman"/>
                          <a:cs typeface="Times New Roman"/>
                        </a:rPr>
                        <a:t>s</a:t>
                      </a:r>
                      <a:r>
                        <a:rPr sz="1900" spc="-10" dirty="0">
                          <a:latin typeface="Times New Roman"/>
                          <a:cs typeface="Times New Roman"/>
                        </a:rPr>
                        <a:t> Uncalled</a:t>
                      </a:r>
                      <a:r>
                        <a:rPr sz="1900" spc="-50" dirty="0">
                          <a:latin typeface="Times New Roman"/>
                          <a:cs typeface="Times New Roman"/>
                        </a:rPr>
                        <a:t> </a:t>
                      </a:r>
                      <a:r>
                        <a:rPr sz="1900" dirty="0">
                          <a:latin typeface="Times New Roman"/>
                          <a:cs typeface="Times New Roman"/>
                        </a:rPr>
                        <a:t>functions</a:t>
                      </a:r>
                      <a:r>
                        <a:rPr sz="1900" spc="20" dirty="0">
                          <a:latin typeface="Times New Roman"/>
                          <a:cs typeface="Times New Roman"/>
                        </a:rPr>
                        <a:t> </a:t>
                      </a:r>
                      <a:r>
                        <a:rPr sz="1900" spc="-20" dirty="0">
                          <a:latin typeface="Times New Roman"/>
                          <a:cs typeface="Times New Roman"/>
                        </a:rPr>
                        <a:t>and</a:t>
                      </a:r>
                      <a:r>
                        <a:rPr sz="1900" spc="-45" dirty="0">
                          <a:latin typeface="Times New Roman"/>
                          <a:cs typeface="Times New Roman"/>
                        </a:rPr>
                        <a:t> </a:t>
                      </a:r>
                      <a:r>
                        <a:rPr sz="1900" spc="-10" dirty="0">
                          <a:latin typeface="Times New Roman"/>
                          <a:cs typeface="Times New Roman"/>
                        </a:rPr>
                        <a:t>procedures</a:t>
                      </a:r>
                      <a:endParaRPr sz="1900">
                        <a:latin typeface="Times New Roman"/>
                        <a:cs typeface="Times New Roman"/>
                      </a:endParaRPr>
                    </a:p>
                  </a:txBody>
                  <a:tcPr marL="0" marR="0" marT="29208"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4"/>
                  </a:ext>
                </a:extLst>
              </a:tr>
              <a:tr h="552450">
                <a:tc>
                  <a:txBody>
                    <a:bodyPr/>
                    <a:lstStyle/>
                    <a:p>
                      <a:pPr marL="59690" marR="20320">
                        <a:lnSpc>
                          <a:spcPct val="100000"/>
                        </a:lnSpc>
                        <a:tabLst>
                          <a:tab pos="662940" algn="l"/>
                        </a:tabLst>
                      </a:pPr>
                      <a:r>
                        <a:rPr sz="1900" spc="-10" dirty="0">
                          <a:latin typeface="Times New Roman"/>
                          <a:cs typeface="Times New Roman"/>
                        </a:rPr>
                        <a:t>Storage</a:t>
                      </a:r>
                      <a:r>
                        <a:rPr sz="1900" dirty="0">
                          <a:latin typeface="Times New Roman"/>
                          <a:cs typeface="Times New Roman"/>
                        </a:rPr>
                        <a:t>	</a:t>
                      </a:r>
                      <a:r>
                        <a:rPr sz="1900" spc="-10" dirty="0">
                          <a:latin typeface="Times New Roman"/>
                          <a:cs typeface="Times New Roman"/>
                        </a:rPr>
                        <a:t>management faults</a:t>
                      </a:r>
                      <a:endParaRPr sz="19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59690" marR="1177290">
                        <a:lnSpc>
                          <a:spcPct val="100000"/>
                        </a:lnSpc>
                      </a:pPr>
                      <a:r>
                        <a:rPr sz="1900" spc="-10" dirty="0">
                          <a:latin typeface="Times New Roman"/>
                          <a:cs typeface="Times New Roman"/>
                        </a:rPr>
                        <a:t>Unassigned</a:t>
                      </a:r>
                      <a:r>
                        <a:rPr sz="1900" spc="25" dirty="0">
                          <a:latin typeface="Times New Roman"/>
                          <a:cs typeface="Times New Roman"/>
                        </a:rPr>
                        <a:t> </a:t>
                      </a:r>
                      <a:r>
                        <a:rPr sz="1900" spc="-10" dirty="0">
                          <a:latin typeface="Times New Roman"/>
                          <a:cs typeface="Times New Roman"/>
                        </a:rPr>
                        <a:t>pointers </a:t>
                      </a:r>
                      <a:r>
                        <a:rPr sz="1900" dirty="0">
                          <a:latin typeface="Times New Roman"/>
                          <a:cs typeface="Times New Roman"/>
                        </a:rPr>
                        <a:t>Pointer</a:t>
                      </a:r>
                      <a:r>
                        <a:rPr sz="1900" spc="-60" dirty="0">
                          <a:latin typeface="Times New Roman"/>
                          <a:cs typeface="Times New Roman"/>
                        </a:rPr>
                        <a:t> </a:t>
                      </a:r>
                      <a:r>
                        <a:rPr sz="1900" spc="-10" dirty="0">
                          <a:latin typeface="Times New Roman"/>
                          <a:cs typeface="Times New Roman"/>
                        </a:rPr>
                        <a:t>arithmetic</a:t>
                      </a:r>
                      <a:endParaRPr sz="1900" dirty="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5"/>
                  </a:ext>
                </a:extLst>
              </a:tr>
            </a:tbl>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8673462" y="20321"/>
            <a:ext cx="299720" cy="271869"/>
          </a:xfrm>
          <a:prstGeom prst="rect">
            <a:avLst/>
          </a:prstGeom>
        </p:spPr>
        <p:txBody>
          <a:bodyPr vert="horz" wrap="square" lIns="0" tIns="25400" rIns="0" bIns="0" rtlCol="0">
            <a:spAutoFit/>
          </a:bodyPr>
          <a:lstStyle/>
          <a:p>
            <a:pPr marL="25400">
              <a:spcBef>
                <a:spcPts val="200"/>
              </a:spcBef>
            </a:pPr>
            <a:r>
              <a:rPr sz="1600" spc="-50" dirty="0">
                <a:latin typeface="Comic Sans MS"/>
                <a:cs typeface="Comic Sans MS"/>
              </a:rPr>
              <a:t>20</a:t>
            </a:r>
            <a:endParaRPr sz="1600">
              <a:latin typeface="Comic Sans MS"/>
              <a:cs typeface="Comic Sans MS"/>
            </a:endParaRPr>
          </a:p>
        </p:txBody>
      </p:sp>
      <p:sp>
        <p:nvSpPr>
          <p:cNvPr id="3" name="object 3"/>
          <p:cNvSpPr txBox="1">
            <a:spLocks noGrp="1"/>
          </p:cNvSpPr>
          <p:nvPr>
            <p:ph type="title"/>
          </p:nvPr>
        </p:nvSpPr>
        <p:spPr>
          <a:xfrm>
            <a:off x="522094" y="292190"/>
            <a:ext cx="8301228" cy="735121"/>
          </a:xfrm>
          <a:prstGeom prst="rect">
            <a:avLst/>
          </a:prstGeom>
        </p:spPr>
        <p:txBody>
          <a:bodyPr vert="horz" wrap="square" lIns="0" tIns="118412" rIns="0" bIns="0" rtlCol="0">
            <a:spAutoFit/>
          </a:bodyPr>
          <a:lstStyle/>
          <a:p>
            <a:pPr marL="728980">
              <a:spcBef>
                <a:spcPts val="200"/>
              </a:spcBef>
            </a:pPr>
            <a:r>
              <a:rPr i="0" dirty="0"/>
              <a:t>Stages</a:t>
            </a:r>
            <a:r>
              <a:rPr i="0" spc="-80" dirty="0"/>
              <a:t> </a:t>
            </a:r>
            <a:r>
              <a:rPr i="0" dirty="0"/>
              <a:t>of</a:t>
            </a:r>
            <a:r>
              <a:rPr i="0" spc="-80" dirty="0"/>
              <a:t> </a:t>
            </a:r>
            <a:r>
              <a:rPr i="0" dirty="0"/>
              <a:t>static</a:t>
            </a:r>
            <a:r>
              <a:rPr i="0" spc="-80" dirty="0"/>
              <a:t> </a:t>
            </a:r>
            <a:r>
              <a:rPr i="0" spc="-20" dirty="0"/>
              <a:t>analysis</a:t>
            </a:r>
          </a:p>
        </p:txBody>
      </p:sp>
      <p:sp>
        <p:nvSpPr>
          <p:cNvPr id="4" name="object 4"/>
          <p:cNvSpPr txBox="1"/>
          <p:nvPr/>
        </p:nvSpPr>
        <p:spPr>
          <a:xfrm>
            <a:off x="751240" y="1467166"/>
            <a:ext cx="7099300" cy="3863365"/>
          </a:xfrm>
          <a:prstGeom prst="rect">
            <a:avLst/>
          </a:prstGeom>
        </p:spPr>
        <p:txBody>
          <a:bodyPr vert="horz" wrap="square" lIns="0" tIns="38100" rIns="0" bIns="0" rtlCol="0">
            <a:spAutoFit/>
          </a:bodyPr>
          <a:lstStyle/>
          <a:p>
            <a:pPr marL="368300" marR="10160" indent="-342900">
              <a:lnSpc>
                <a:spcPct val="99000"/>
              </a:lnSpc>
              <a:spcBef>
                <a:spcPts val="300"/>
              </a:spcBef>
              <a:buClr>
                <a:srgbClr val="006600"/>
              </a:buClr>
              <a:buFont typeface="Comic Sans MS"/>
              <a:buChar char="•"/>
              <a:tabLst>
                <a:tab pos="368300" algn="l"/>
              </a:tabLst>
            </a:pPr>
            <a:r>
              <a:rPr sz="2400" dirty="0">
                <a:solidFill>
                  <a:srgbClr val="007600"/>
                </a:solidFill>
                <a:latin typeface="Lucida Sans Unicode" panose="020B0602030504020204" pitchFamily="34" charset="0"/>
                <a:cs typeface="Lucida Sans Unicode" panose="020B0602030504020204" pitchFamily="34" charset="0"/>
              </a:rPr>
              <a:t>Control</a:t>
            </a:r>
            <a:r>
              <a:rPr sz="2400" spc="-40" dirty="0">
                <a:solidFill>
                  <a:srgbClr val="007600"/>
                </a:solidFill>
                <a:latin typeface="Lucida Sans Unicode" panose="020B0602030504020204" pitchFamily="34" charset="0"/>
                <a:cs typeface="Lucida Sans Unicode" panose="020B0602030504020204" pitchFamily="34" charset="0"/>
              </a:rPr>
              <a:t> </a:t>
            </a:r>
            <a:r>
              <a:rPr sz="2400" dirty="0">
                <a:solidFill>
                  <a:srgbClr val="007600"/>
                </a:solidFill>
                <a:latin typeface="Lucida Sans Unicode" panose="020B0602030504020204" pitchFamily="34" charset="0"/>
                <a:cs typeface="Lucida Sans Unicode" panose="020B0602030504020204" pitchFamily="34" charset="0"/>
              </a:rPr>
              <a:t>flow</a:t>
            </a:r>
            <a:r>
              <a:rPr sz="2400" spc="-30" dirty="0">
                <a:solidFill>
                  <a:srgbClr val="007600"/>
                </a:solidFill>
                <a:latin typeface="Lucida Sans Unicode" panose="020B0602030504020204" pitchFamily="34" charset="0"/>
                <a:cs typeface="Lucida Sans Unicode" panose="020B0602030504020204" pitchFamily="34" charset="0"/>
              </a:rPr>
              <a:t> </a:t>
            </a:r>
            <a:r>
              <a:rPr sz="2400" dirty="0">
                <a:solidFill>
                  <a:srgbClr val="007600"/>
                </a:solidFill>
                <a:latin typeface="Lucida Sans Unicode" panose="020B0602030504020204" pitchFamily="34" charset="0"/>
                <a:cs typeface="Lucida Sans Unicode" panose="020B0602030504020204" pitchFamily="34" charset="0"/>
              </a:rPr>
              <a:t>analysis.</a:t>
            </a:r>
            <a:r>
              <a:rPr sz="2400" spc="680" dirty="0">
                <a:solidFill>
                  <a:srgbClr val="007600"/>
                </a:solidFill>
                <a:latin typeface="Lucida Sans Unicode" panose="020B0602030504020204" pitchFamily="34" charset="0"/>
                <a:cs typeface="Lucida Sans Unicode" panose="020B0602030504020204" pitchFamily="34" charset="0"/>
              </a:rPr>
              <a:t> </a:t>
            </a:r>
            <a:r>
              <a:rPr sz="2400" dirty="0">
                <a:solidFill>
                  <a:srgbClr val="006600"/>
                </a:solidFill>
                <a:latin typeface="Lucida Sans Unicode" panose="020B0602030504020204" pitchFamily="34" charset="0"/>
                <a:cs typeface="Lucida Sans Unicode" panose="020B0602030504020204" pitchFamily="34" charset="0"/>
              </a:rPr>
              <a:t>Checks</a:t>
            </a:r>
            <a:r>
              <a:rPr sz="2400" spc="-40" dirty="0">
                <a:solidFill>
                  <a:srgbClr val="006600"/>
                </a:solidFill>
                <a:latin typeface="Lucida Sans Unicode" panose="020B0602030504020204" pitchFamily="34" charset="0"/>
                <a:cs typeface="Lucida Sans Unicode" panose="020B0602030504020204" pitchFamily="34" charset="0"/>
              </a:rPr>
              <a:t> </a:t>
            </a:r>
            <a:r>
              <a:rPr sz="2400" dirty="0">
                <a:solidFill>
                  <a:srgbClr val="006600"/>
                </a:solidFill>
                <a:latin typeface="Lucida Sans Unicode" panose="020B0602030504020204" pitchFamily="34" charset="0"/>
                <a:cs typeface="Lucida Sans Unicode" panose="020B0602030504020204" pitchFamily="34" charset="0"/>
              </a:rPr>
              <a:t>for</a:t>
            </a:r>
            <a:r>
              <a:rPr sz="2400" spc="-30" dirty="0">
                <a:solidFill>
                  <a:srgbClr val="006600"/>
                </a:solidFill>
                <a:latin typeface="Lucida Sans Unicode" panose="020B0602030504020204" pitchFamily="34" charset="0"/>
                <a:cs typeface="Lucida Sans Unicode" panose="020B0602030504020204" pitchFamily="34" charset="0"/>
              </a:rPr>
              <a:t> </a:t>
            </a:r>
            <a:r>
              <a:rPr sz="2400" dirty="0">
                <a:solidFill>
                  <a:srgbClr val="006600"/>
                </a:solidFill>
                <a:latin typeface="Lucida Sans Unicode" panose="020B0602030504020204" pitchFamily="34" charset="0"/>
                <a:cs typeface="Lucida Sans Unicode" panose="020B0602030504020204" pitchFamily="34" charset="0"/>
              </a:rPr>
              <a:t>loops</a:t>
            </a:r>
            <a:r>
              <a:rPr sz="2400" spc="-40" dirty="0">
                <a:solidFill>
                  <a:srgbClr val="006600"/>
                </a:solidFill>
                <a:latin typeface="Lucida Sans Unicode" panose="020B0602030504020204" pitchFamily="34" charset="0"/>
                <a:cs typeface="Lucida Sans Unicode" panose="020B0602030504020204" pitchFamily="34" charset="0"/>
              </a:rPr>
              <a:t> with </a:t>
            </a:r>
            <a:r>
              <a:rPr sz="2400" dirty="0">
                <a:solidFill>
                  <a:srgbClr val="006600"/>
                </a:solidFill>
                <a:latin typeface="Lucida Sans Unicode" panose="020B0602030504020204" pitchFamily="34" charset="0"/>
                <a:cs typeface="Lucida Sans Unicode" panose="020B0602030504020204" pitchFamily="34" charset="0"/>
              </a:rPr>
              <a:t>multiple</a:t>
            </a:r>
            <a:r>
              <a:rPr sz="2400" spc="-30" dirty="0">
                <a:solidFill>
                  <a:srgbClr val="006600"/>
                </a:solidFill>
                <a:latin typeface="Lucida Sans Unicode" panose="020B0602030504020204" pitchFamily="34" charset="0"/>
                <a:cs typeface="Lucida Sans Unicode" panose="020B0602030504020204" pitchFamily="34" charset="0"/>
              </a:rPr>
              <a:t> </a:t>
            </a:r>
            <a:r>
              <a:rPr sz="2400" dirty="0">
                <a:solidFill>
                  <a:srgbClr val="006600"/>
                </a:solidFill>
                <a:latin typeface="Lucida Sans Unicode" panose="020B0602030504020204" pitchFamily="34" charset="0"/>
                <a:cs typeface="Lucida Sans Unicode" panose="020B0602030504020204" pitchFamily="34" charset="0"/>
              </a:rPr>
              <a:t>exit</a:t>
            </a:r>
            <a:r>
              <a:rPr sz="2400" spc="-30" dirty="0">
                <a:solidFill>
                  <a:srgbClr val="006600"/>
                </a:solidFill>
                <a:latin typeface="Lucida Sans Unicode" panose="020B0602030504020204" pitchFamily="34" charset="0"/>
                <a:cs typeface="Lucida Sans Unicode" panose="020B0602030504020204" pitchFamily="34" charset="0"/>
              </a:rPr>
              <a:t> </a:t>
            </a:r>
            <a:r>
              <a:rPr sz="2400" dirty="0">
                <a:solidFill>
                  <a:srgbClr val="006600"/>
                </a:solidFill>
                <a:latin typeface="Lucida Sans Unicode" panose="020B0602030504020204" pitchFamily="34" charset="0"/>
                <a:cs typeface="Lucida Sans Unicode" panose="020B0602030504020204" pitchFamily="34" charset="0"/>
              </a:rPr>
              <a:t>or</a:t>
            </a:r>
            <a:r>
              <a:rPr sz="2400" spc="-20" dirty="0">
                <a:solidFill>
                  <a:srgbClr val="006600"/>
                </a:solidFill>
                <a:latin typeface="Lucida Sans Unicode" panose="020B0602030504020204" pitchFamily="34" charset="0"/>
                <a:cs typeface="Lucida Sans Unicode" panose="020B0602030504020204" pitchFamily="34" charset="0"/>
              </a:rPr>
              <a:t> </a:t>
            </a:r>
            <a:r>
              <a:rPr sz="2400" dirty="0">
                <a:solidFill>
                  <a:srgbClr val="006600"/>
                </a:solidFill>
                <a:latin typeface="Lucida Sans Unicode" panose="020B0602030504020204" pitchFamily="34" charset="0"/>
                <a:cs typeface="Lucida Sans Unicode" panose="020B0602030504020204" pitchFamily="34" charset="0"/>
              </a:rPr>
              <a:t>entry</a:t>
            </a:r>
            <a:r>
              <a:rPr sz="2400" spc="-30" dirty="0">
                <a:solidFill>
                  <a:srgbClr val="006600"/>
                </a:solidFill>
                <a:latin typeface="Lucida Sans Unicode" panose="020B0602030504020204" pitchFamily="34" charset="0"/>
                <a:cs typeface="Lucida Sans Unicode" panose="020B0602030504020204" pitchFamily="34" charset="0"/>
              </a:rPr>
              <a:t> </a:t>
            </a:r>
            <a:r>
              <a:rPr sz="2400" dirty="0">
                <a:solidFill>
                  <a:srgbClr val="006600"/>
                </a:solidFill>
                <a:latin typeface="Lucida Sans Unicode" panose="020B0602030504020204" pitchFamily="34" charset="0"/>
                <a:cs typeface="Lucida Sans Unicode" panose="020B0602030504020204" pitchFamily="34" charset="0"/>
              </a:rPr>
              <a:t>points,</a:t>
            </a:r>
            <a:r>
              <a:rPr sz="2400" spc="-20" dirty="0">
                <a:solidFill>
                  <a:srgbClr val="006600"/>
                </a:solidFill>
                <a:latin typeface="Lucida Sans Unicode" panose="020B0602030504020204" pitchFamily="34" charset="0"/>
                <a:cs typeface="Lucida Sans Unicode" panose="020B0602030504020204" pitchFamily="34" charset="0"/>
              </a:rPr>
              <a:t> </a:t>
            </a:r>
            <a:r>
              <a:rPr sz="2400" dirty="0">
                <a:solidFill>
                  <a:srgbClr val="006600"/>
                </a:solidFill>
                <a:latin typeface="Lucida Sans Unicode" panose="020B0602030504020204" pitchFamily="34" charset="0"/>
                <a:cs typeface="Lucida Sans Unicode" panose="020B0602030504020204" pitchFamily="34" charset="0"/>
              </a:rPr>
              <a:t>finds</a:t>
            </a:r>
            <a:r>
              <a:rPr sz="2400" spc="-40" dirty="0">
                <a:solidFill>
                  <a:srgbClr val="006600"/>
                </a:solidFill>
                <a:latin typeface="Lucida Sans Unicode" panose="020B0602030504020204" pitchFamily="34" charset="0"/>
                <a:cs typeface="Lucida Sans Unicode" panose="020B0602030504020204" pitchFamily="34" charset="0"/>
              </a:rPr>
              <a:t> </a:t>
            </a:r>
            <a:r>
              <a:rPr sz="2400" spc="-20" dirty="0">
                <a:solidFill>
                  <a:srgbClr val="006600"/>
                </a:solidFill>
                <a:latin typeface="Lucida Sans Unicode" panose="020B0602030504020204" pitchFamily="34" charset="0"/>
                <a:cs typeface="Lucida Sans Unicode" panose="020B0602030504020204" pitchFamily="34" charset="0"/>
              </a:rPr>
              <a:t>unreachable </a:t>
            </a:r>
            <a:r>
              <a:rPr sz="2400" dirty="0">
                <a:solidFill>
                  <a:srgbClr val="006600"/>
                </a:solidFill>
                <a:latin typeface="Lucida Sans Unicode" panose="020B0602030504020204" pitchFamily="34" charset="0"/>
                <a:cs typeface="Lucida Sans Unicode" panose="020B0602030504020204" pitchFamily="34" charset="0"/>
              </a:rPr>
              <a:t>code,</a:t>
            </a:r>
            <a:r>
              <a:rPr sz="2400" spc="-30" dirty="0">
                <a:solidFill>
                  <a:srgbClr val="006600"/>
                </a:solidFill>
                <a:latin typeface="Lucida Sans Unicode" panose="020B0602030504020204" pitchFamily="34" charset="0"/>
                <a:cs typeface="Lucida Sans Unicode" panose="020B0602030504020204" pitchFamily="34" charset="0"/>
              </a:rPr>
              <a:t> </a:t>
            </a:r>
            <a:r>
              <a:rPr sz="2400" spc="-40" dirty="0">
                <a:solidFill>
                  <a:srgbClr val="006600"/>
                </a:solidFill>
                <a:latin typeface="Lucida Sans Unicode" panose="020B0602030504020204" pitchFamily="34" charset="0"/>
                <a:cs typeface="Lucida Sans Unicode" panose="020B0602030504020204" pitchFamily="34" charset="0"/>
              </a:rPr>
              <a:t>etc.</a:t>
            </a:r>
            <a:endParaRPr sz="2400" dirty="0">
              <a:latin typeface="Lucida Sans Unicode" panose="020B0602030504020204" pitchFamily="34" charset="0"/>
              <a:cs typeface="Lucida Sans Unicode" panose="020B0602030504020204" pitchFamily="34" charset="0"/>
            </a:endParaRPr>
          </a:p>
          <a:p>
            <a:pPr marL="368300" marR="424180" indent="-342900">
              <a:lnSpc>
                <a:spcPct val="99800"/>
              </a:lnSpc>
              <a:spcBef>
                <a:spcPts val="600"/>
              </a:spcBef>
              <a:buClr>
                <a:srgbClr val="006600"/>
              </a:buClr>
              <a:buFont typeface="Comic Sans MS"/>
              <a:buChar char="•"/>
              <a:tabLst>
                <a:tab pos="368300" algn="l"/>
              </a:tabLst>
            </a:pPr>
            <a:r>
              <a:rPr sz="2400" dirty="0">
                <a:solidFill>
                  <a:srgbClr val="007600"/>
                </a:solidFill>
                <a:latin typeface="Lucida Sans Unicode" panose="020B0602030504020204" pitchFamily="34" charset="0"/>
                <a:cs typeface="Lucida Sans Unicode" panose="020B0602030504020204" pitchFamily="34" charset="0"/>
              </a:rPr>
              <a:t>Data</a:t>
            </a:r>
            <a:r>
              <a:rPr sz="2400" spc="-40" dirty="0">
                <a:solidFill>
                  <a:srgbClr val="007600"/>
                </a:solidFill>
                <a:latin typeface="Lucida Sans Unicode" panose="020B0602030504020204" pitchFamily="34" charset="0"/>
                <a:cs typeface="Lucida Sans Unicode" panose="020B0602030504020204" pitchFamily="34" charset="0"/>
              </a:rPr>
              <a:t> </a:t>
            </a:r>
            <a:r>
              <a:rPr sz="2400" dirty="0">
                <a:solidFill>
                  <a:srgbClr val="007600"/>
                </a:solidFill>
                <a:latin typeface="Lucida Sans Unicode" panose="020B0602030504020204" pitchFamily="34" charset="0"/>
                <a:cs typeface="Lucida Sans Unicode" panose="020B0602030504020204" pitchFamily="34" charset="0"/>
              </a:rPr>
              <a:t>use</a:t>
            </a:r>
            <a:r>
              <a:rPr sz="2400" spc="-20" dirty="0">
                <a:solidFill>
                  <a:srgbClr val="007600"/>
                </a:solidFill>
                <a:latin typeface="Lucida Sans Unicode" panose="020B0602030504020204" pitchFamily="34" charset="0"/>
                <a:cs typeface="Lucida Sans Unicode" panose="020B0602030504020204" pitchFamily="34" charset="0"/>
              </a:rPr>
              <a:t> </a:t>
            </a:r>
            <a:r>
              <a:rPr sz="2400" dirty="0">
                <a:solidFill>
                  <a:srgbClr val="007600"/>
                </a:solidFill>
                <a:latin typeface="Lucida Sans Unicode" panose="020B0602030504020204" pitchFamily="34" charset="0"/>
                <a:cs typeface="Lucida Sans Unicode" panose="020B0602030504020204" pitchFamily="34" charset="0"/>
              </a:rPr>
              <a:t>analysis.</a:t>
            </a:r>
            <a:r>
              <a:rPr sz="2400" spc="660" dirty="0">
                <a:solidFill>
                  <a:srgbClr val="007600"/>
                </a:solidFill>
                <a:latin typeface="Lucida Sans Unicode" panose="020B0602030504020204" pitchFamily="34" charset="0"/>
                <a:cs typeface="Lucida Sans Unicode" panose="020B0602030504020204" pitchFamily="34" charset="0"/>
              </a:rPr>
              <a:t> </a:t>
            </a:r>
            <a:r>
              <a:rPr sz="2400" dirty="0">
                <a:solidFill>
                  <a:srgbClr val="006600"/>
                </a:solidFill>
                <a:latin typeface="Lucida Sans Unicode" panose="020B0602030504020204" pitchFamily="34" charset="0"/>
                <a:cs typeface="Lucida Sans Unicode" panose="020B0602030504020204" pitchFamily="34" charset="0"/>
              </a:rPr>
              <a:t>Detects</a:t>
            </a:r>
            <a:r>
              <a:rPr sz="2400" spc="-30" dirty="0">
                <a:solidFill>
                  <a:srgbClr val="006600"/>
                </a:solidFill>
                <a:latin typeface="Lucida Sans Unicode" panose="020B0602030504020204" pitchFamily="34" charset="0"/>
                <a:cs typeface="Lucida Sans Unicode" panose="020B0602030504020204" pitchFamily="34" charset="0"/>
              </a:rPr>
              <a:t> </a:t>
            </a:r>
            <a:r>
              <a:rPr sz="2400" spc="-20" dirty="0">
                <a:solidFill>
                  <a:srgbClr val="006600"/>
                </a:solidFill>
                <a:latin typeface="Lucida Sans Unicode" panose="020B0602030504020204" pitchFamily="34" charset="0"/>
                <a:cs typeface="Lucida Sans Unicode" panose="020B0602030504020204" pitchFamily="34" charset="0"/>
              </a:rPr>
              <a:t>uninitialized </a:t>
            </a:r>
            <a:r>
              <a:rPr sz="2400" dirty="0">
                <a:solidFill>
                  <a:srgbClr val="006600"/>
                </a:solidFill>
                <a:latin typeface="Lucida Sans Unicode" panose="020B0602030504020204" pitchFamily="34" charset="0"/>
                <a:cs typeface="Lucida Sans Unicode" panose="020B0602030504020204" pitchFamily="34" charset="0"/>
              </a:rPr>
              <a:t>variables,</a:t>
            </a:r>
            <a:r>
              <a:rPr sz="2400" spc="-50" dirty="0">
                <a:solidFill>
                  <a:srgbClr val="006600"/>
                </a:solidFill>
                <a:latin typeface="Lucida Sans Unicode" panose="020B0602030504020204" pitchFamily="34" charset="0"/>
                <a:cs typeface="Lucida Sans Unicode" panose="020B0602030504020204" pitchFamily="34" charset="0"/>
              </a:rPr>
              <a:t> </a:t>
            </a:r>
            <a:r>
              <a:rPr sz="2400" dirty="0">
                <a:solidFill>
                  <a:srgbClr val="006600"/>
                </a:solidFill>
                <a:latin typeface="Lucida Sans Unicode" panose="020B0602030504020204" pitchFamily="34" charset="0"/>
                <a:cs typeface="Lucida Sans Unicode" panose="020B0602030504020204" pitchFamily="34" charset="0"/>
              </a:rPr>
              <a:t>variables</a:t>
            </a:r>
            <a:r>
              <a:rPr sz="2400" spc="-50" dirty="0">
                <a:solidFill>
                  <a:srgbClr val="006600"/>
                </a:solidFill>
                <a:latin typeface="Lucida Sans Unicode" panose="020B0602030504020204" pitchFamily="34" charset="0"/>
                <a:cs typeface="Lucida Sans Unicode" panose="020B0602030504020204" pitchFamily="34" charset="0"/>
              </a:rPr>
              <a:t> </a:t>
            </a:r>
            <a:r>
              <a:rPr sz="2400" dirty="0">
                <a:solidFill>
                  <a:srgbClr val="006600"/>
                </a:solidFill>
                <a:latin typeface="Lucida Sans Unicode" panose="020B0602030504020204" pitchFamily="34" charset="0"/>
                <a:cs typeface="Lucida Sans Unicode" panose="020B0602030504020204" pitchFamily="34" charset="0"/>
              </a:rPr>
              <a:t>written</a:t>
            </a:r>
            <a:r>
              <a:rPr sz="2400" spc="-60" dirty="0">
                <a:solidFill>
                  <a:srgbClr val="006600"/>
                </a:solidFill>
                <a:latin typeface="Lucida Sans Unicode" panose="020B0602030504020204" pitchFamily="34" charset="0"/>
                <a:cs typeface="Lucida Sans Unicode" panose="020B0602030504020204" pitchFamily="34" charset="0"/>
              </a:rPr>
              <a:t> </a:t>
            </a:r>
            <a:r>
              <a:rPr sz="2400" dirty="0">
                <a:solidFill>
                  <a:srgbClr val="006600"/>
                </a:solidFill>
                <a:latin typeface="Lucida Sans Unicode" panose="020B0602030504020204" pitchFamily="34" charset="0"/>
                <a:cs typeface="Lucida Sans Unicode" panose="020B0602030504020204" pitchFamily="34" charset="0"/>
              </a:rPr>
              <a:t>twice</a:t>
            </a:r>
            <a:r>
              <a:rPr sz="2400" spc="-40" dirty="0">
                <a:solidFill>
                  <a:srgbClr val="006600"/>
                </a:solidFill>
                <a:latin typeface="Lucida Sans Unicode" panose="020B0602030504020204" pitchFamily="34" charset="0"/>
                <a:cs typeface="Lucida Sans Unicode" panose="020B0602030504020204" pitchFamily="34" charset="0"/>
              </a:rPr>
              <a:t> </a:t>
            </a:r>
            <a:r>
              <a:rPr sz="2400" dirty="0">
                <a:solidFill>
                  <a:srgbClr val="006600"/>
                </a:solidFill>
                <a:latin typeface="Lucida Sans Unicode" panose="020B0602030504020204" pitchFamily="34" charset="0"/>
                <a:cs typeface="Lucida Sans Unicode" panose="020B0602030504020204" pitchFamily="34" charset="0"/>
              </a:rPr>
              <a:t>without</a:t>
            </a:r>
            <a:r>
              <a:rPr sz="2400" spc="-50" dirty="0">
                <a:solidFill>
                  <a:srgbClr val="006600"/>
                </a:solidFill>
                <a:latin typeface="Lucida Sans Unicode" panose="020B0602030504020204" pitchFamily="34" charset="0"/>
                <a:cs typeface="Lucida Sans Unicode" panose="020B0602030504020204" pitchFamily="34" charset="0"/>
              </a:rPr>
              <a:t> an </a:t>
            </a:r>
            <a:r>
              <a:rPr sz="2400" dirty="0">
                <a:solidFill>
                  <a:srgbClr val="006600"/>
                </a:solidFill>
                <a:latin typeface="Lucida Sans Unicode" panose="020B0602030504020204" pitchFamily="34" charset="0"/>
                <a:cs typeface="Lucida Sans Unicode" panose="020B0602030504020204" pitchFamily="34" charset="0"/>
              </a:rPr>
              <a:t>intervening</a:t>
            </a:r>
            <a:r>
              <a:rPr sz="2400" spc="-110" dirty="0">
                <a:solidFill>
                  <a:srgbClr val="006600"/>
                </a:solidFill>
                <a:latin typeface="Lucida Sans Unicode" panose="020B0602030504020204" pitchFamily="34" charset="0"/>
                <a:cs typeface="Lucida Sans Unicode" panose="020B0602030504020204" pitchFamily="34" charset="0"/>
              </a:rPr>
              <a:t> </a:t>
            </a:r>
            <a:r>
              <a:rPr sz="2400" dirty="0">
                <a:solidFill>
                  <a:srgbClr val="006600"/>
                </a:solidFill>
                <a:latin typeface="Lucida Sans Unicode" panose="020B0602030504020204" pitchFamily="34" charset="0"/>
                <a:cs typeface="Lucida Sans Unicode" panose="020B0602030504020204" pitchFamily="34" charset="0"/>
              </a:rPr>
              <a:t>assignment,</a:t>
            </a:r>
            <a:r>
              <a:rPr sz="2400" spc="-110" dirty="0">
                <a:solidFill>
                  <a:srgbClr val="006600"/>
                </a:solidFill>
                <a:latin typeface="Lucida Sans Unicode" panose="020B0602030504020204" pitchFamily="34" charset="0"/>
                <a:cs typeface="Lucida Sans Unicode" panose="020B0602030504020204" pitchFamily="34" charset="0"/>
              </a:rPr>
              <a:t> </a:t>
            </a:r>
            <a:r>
              <a:rPr sz="2400" dirty="0">
                <a:solidFill>
                  <a:srgbClr val="006600"/>
                </a:solidFill>
                <a:latin typeface="Lucida Sans Unicode" panose="020B0602030504020204" pitchFamily="34" charset="0"/>
                <a:cs typeface="Lucida Sans Unicode" panose="020B0602030504020204" pitchFamily="34" charset="0"/>
              </a:rPr>
              <a:t>variables</a:t>
            </a:r>
            <a:r>
              <a:rPr sz="2400" spc="-110" dirty="0">
                <a:solidFill>
                  <a:srgbClr val="006600"/>
                </a:solidFill>
                <a:latin typeface="Lucida Sans Unicode" panose="020B0602030504020204" pitchFamily="34" charset="0"/>
                <a:cs typeface="Lucida Sans Unicode" panose="020B0602030504020204" pitchFamily="34" charset="0"/>
              </a:rPr>
              <a:t> </a:t>
            </a:r>
            <a:r>
              <a:rPr sz="2400" dirty="0">
                <a:solidFill>
                  <a:srgbClr val="006600"/>
                </a:solidFill>
                <a:latin typeface="Lucida Sans Unicode" panose="020B0602030504020204" pitchFamily="34" charset="0"/>
                <a:cs typeface="Lucida Sans Unicode" panose="020B0602030504020204" pitchFamily="34" charset="0"/>
              </a:rPr>
              <a:t>which</a:t>
            </a:r>
            <a:r>
              <a:rPr sz="2400" spc="-110" dirty="0">
                <a:solidFill>
                  <a:srgbClr val="006600"/>
                </a:solidFill>
                <a:latin typeface="Lucida Sans Unicode" panose="020B0602030504020204" pitchFamily="34" charset="0"/>
                <a:cs typeface="Lucida Sans Unicode" panose="020B0602030504020204" pitchFamily="34" charset="0"/>
              </a:rPr>
              <a:t> </a:t>
            </a:r>
            <a:r>
              <a:rPr sz="2400" spc="-50" dirty="0">
                <a:solidFill>
                  <a:srgbClr val="006600"/>
                </a:solidFill>
                <a:latin typeface="Lucida Sans Unicode" panose="020B0602030504020204" pitchFamily="34" charset="0"/>
                <a:cs typeface="Lucida Sans Unicode" panose="020B0602030504020204" pitchFamily="34" charset="0"/>
              </a:rPr>
              <a:t>are </a:t>
            </a:r>
            <a:r>
              <a:rPr sz="2400" dirty="0">
                <a:solidFill>
                  <a:srgbClr val="006600"/>
                </a:solidFill>
                <a:latin typeface="Lucida Sans Unicode" panose="020B0602030504020204" pitchFamily="34" charset="0"/>
                <a:cs typeface="Lucida Sans Unicode" panose="020B0602030504020204" pitchFamily="34" charset="0"/>
              </a:rPr>
              <a:t>declared</a:t>
            </a:r>
            <a:r>
              <a:rPr sz="2400" spc="-40" dirty="0">
                <a:solidFill>
                  <a:srgbClr val="006600"/>
                </a:solidFill>
                <a:latin typeface="Lucida Sans Unicode" panose="020B0602030504020204" pitchFamily="34" charset="0"/>
                <a:cs typeface="Lucida Sans Unicode" panose="020B0602030504020204" pitchFamily="34" charset="0"/>
              </a:rPr>
              <a:t> </a:t>
            </a:r>
            <a:r>
              <a:rPr sz="2400" dirty="0">
                <a:solidFill>
                  <a:srgbClr val="006600"/>
                </a:solidFill>
                <a:latin typeface="Lucida Sans Unicode" panose="020B0602030504020204" pitchFamily="34" charset="0"/>
                <a:cs typeface="Lucida Sans Unicode" panose="020B0602030504020204" pitchFamily="34" charset="0"/>
              </a:rPr>
              <a:t>but</a:t>
            </a:r>
            <a:r>
              <a:rPr sz="2400" spc="-30" dirty="0">
                <a:solidFill>
                  <a:srgbClr val="006600"/>
                </a:solidFill>
                <a:latin typeface="Lucida Sans Unicode" panose="020B0602030504020204" pitchFamily="34" charset="0"/>
                <a:cs typeface="Lucida Sans Unicode" panose="020B0602030504020204" pitchFamily="34" charset="0"/>
              </a:rPr>
              <a:t> </a:t>
            </a:r>
            <a:r>
              <a:rPr sz="2400" dirty="0">
                <a:solidFill>
                  <a:srgbClr val="006600"/>
                </a:solidFill>
                <a:latin typeface="Lucida Sans Unicode" panose="020B0602030504020204" pitchFamily="34" charset="0"/>
                <a:cs typeface="Lucida Sans Unicode" panose="020B0602030504020204" pitchFamily="34" charset="0"/>
              </a:rPr>
              <a:t>never</a:t>
            </a:r>
            <a:r>
              <a:rPr sz="2400" spc="-40" dirty="0">
                <a:solidFill>
                  <a:srgbClr val="006600"/>
                </a:solidFill>
                <a:latin typeface="Lucida Sans Unicode" panose="020B0602030504020204" pitchFamily="34" charset="0"/>
                <a:cs typeface="Lucida Sans Unicode" panose="020B0602030504020204" pitchFamily="34" charset="0"/>
              </a:rPr>
              <a:t> </a:t>
            </a:r>
            <a:r>
              <a:rPr sz="2400" dirty="0">
                <a:solidFill>
                  <a:srgbClr val="006600"/>
                </a:solidFill>
                <a:latin typeface="Lucida Sans Unicode" panose="020B0602030504020204" pitchFamily="34" charset="0"/>
                <a:cs typeface="Lucida Sans Unicode" panose="020B0602030504020204" pitchFamily="34" charset="0"/>
              </a:rPr>
              <a:t>used,</a:t>
            </a:r>
            <a:r>
              <a:rPr sz="2400" spc="-30" dirty="0">
                <a:solidFill>
                  <a:srgbClr val="006600"/>
                </a:solidFill>
                <a:latin typeface="Lucida Sans Unicode" panose="020B0602030504020204" pitchFamily="34" charset="0"/>
                <a:cs typeface="Lucida Sans Unicode" panose="020B0602030504020204" pitchFamily="34" charset="0"/>
              </a:rPr>
              <a:t> </a:t>
            </a:r>
            <a:r>
              <a:rPr sz="2400" spc="-40" dirty="0">
                <a:solidFill>
                  <a:srgbClr val="006600"/>
                </a:solidFill>
                <a:latin typeface="Lucida Sans Unicode" panose="020B0602030504020204" pitchFamily="34" charset="0"/>
                <a:cs typeface="Lucida Sans Unicode" panose="020B0602030504020204" pitchFamily="34" charset="0"/>
              </a:rPr>
              <a:t>etc.</a:t>
            </a:r>
            <a:endParaRPr sz="2400" dirty="0">
              <a:latin typeface="Lucida Sans Unicode" panose="020B0602030504020204" pitchFamily="34" charset="0"/>
              <a:cs typeface="Lucida Sans Unicode" panose="020B0602030504020204" pitchFamily="34" charset="0"/>
            </a:endParaRPr>
          </a:p>
          <a:p>
            <a:pPr marL="368300" marR="138430" indent="-342900">
              <a:lnSpc>
                <a:spcPct val="99400"/>
              </a:lnSpc>
              <a:spcBef>
                <a:spcPts val="610"/>
              </a:spcBef>
              <a:buClr>
                <a:srgbClr val="006600"/>
              </a:buClr>
              <a:buFont typeface="Comic Sans MS"/>
              <a:buChar char="•"/>
              <a:tabLst>
                <a:tab pos="368300" algn="l"/>
              </a:tabLst>
            </a:pPr>
            <a:r>
              <a:rPr sz="2400" dirty="0">
                <a:solidFill>
                  <a:srgbClr val="007600"/>
                </a:solidFill>
                <a:latin typeface="Lucida Sans Unicode" panose="020B0602030504020204" pitchFamily="34" charset="0"/>
                <a:cs typeface="Lucida Sans Unicode" panose="020B0602030504020204" pitchFamily="34" charset="0"/>
              </a:rPr>
              <a:t>Interface</a:t>
            </a:r>
            <a:r>
              <a:rPr sz="2400" spc="-60" dirty="0">
                <a:solidFill>
                  <a:srgbClr val="007600"/>
                </a:solidFill>
                <a:latin typeface="Lucida Sans Unicode" panose="020B0602030504020204" pitchFamily="34" charset="0"/>
                <a:cs typeface="Lucida Sans Unicode" panose="020B0602030504020204" pitchFamily="34" charset="0"/>
              </a:rPr>
              <a:t> </a:t>
            </a:r>
            <a:r>
              <a:rPr sz="2400" dirty="0">
                <a:solidFill>
                  <a:srgbClr val="007600"/>
                </a:solidFill>
                <a:latin typeface="Lucida Sans Unicode" panose="020B0602030504020204" pitchFamily="34" charset="0"/>
                <a:cs typeface="Lucida Sans Unicode" panose="020B0602030504020204" pitchFamily="34" charset="0"/>
              </a:rPr>
              <a:t>analysis.</a:t>
            </a:r>
            <a:r>
              <a:rPr sz="2400" spc="620" dirty="0">
                <a:solidFill>
                  <a:srgbClr val="007600"/>
                </a:solidFill>
                <a:latin typeface="Lucida Sans Unicode" panose="020B0602030504020204" pitchFamily="34" charset="0"/>
                <a:cs typeface="Lucida Sans Unicode" panose="020B0602030504020204" pitchFamily="34" charset="0"/>
              </a:rPr>
              <a:t> </a:t>
            </a:r>
            <a:r>
              <a:rPr sz="2400" dirty="0">
                <a:solidFill>
                  <a:srgbClr val="006600"/>
                </a:solidFill>
                <a:latin typeface="Lucida Sans Unicode" panose="020B0602030504020204" pitchFamily="34" charset="0"/>
                <a:cs typeface="Lucida Sans Unicode" panose="020B0602030504020204" pitchFamily="34" charset="0"/>
              </a:rPr>
              <a:t>Checks</a:t>
            </a:r>
            <a:r>
              <a:rPr sz="2400" spc="-50" dirty="0">
                <a:solidFill>
                  <a:srgbClr val="006600"/>
                </a:solidFill>
                <a:latin typeface="Lucida Sans Unicode" panose="020B0602030504020204" pitchFamily="34" charset="0"/>
                <a:cs typeface="Lucida Sans Unicode" panose="020B0602030504020204" pitchFamily="34" charset="0"/>
              </a:rPr>
              <a:t> </a:t>
            </a:r>
            <a:r>
              <a:rPr sz="2400" dirty="0">
                <a:solidFill>
                  <a:srgbClr val="006600"/>
                </a:solidFill>
                <a:latin typeface="Lucida Sans Unicode" panose="020B0602030504020204" pitchFamily="34" charset="0"/>
                <a:cs typeface="Lucida Sans Unicode" panose="020B0602030504020204" pitchFamily="34" charset="0"/>
              </a:rPr>
              <a:t>the</a:t>
            </a:r>
            <a:r>
              <a:rPr sz="2400" spc="-50" dirty="0">
                <a:solidFill>
                  <a:srgbClr val="006600"/>
                </a:solidFill>
                <a:latin typeface="Lucida Sans Unicode" panose="020B0602030504020204" pitchFamily="34" charset="0"/>
                <a:cs typeface="Lucida Sans Unicode" panose="020B0602030504020204" pitchFamily="34" charset="0"/>
              </a:rPr>
              <a:t> </a:t>
            </a:r>
            <a:r>
              <a:rPr sz="2400" dirty="0">
                <a:solidFill>
                  <a:srgbClr val="006600"/>
                </a:solidFill>
                <a:latin typeface="Lucida Sans Unicode" panose="020B0602030504020204" pitchFamily="34" charset="0"/>
                <a:cs typeface="Lucida Sans Unicode" panose="020B0602030504020204" pitchFamily="34" charset="0"/>
              </a:rPr>
              <a:t>consistency</a:t>
            </a:r>
            <a:r>
              <a:rPr sz="2400" spc="-40" dirty="0">
                <a:solidFill>
                  <a:srgbClr val="006600"/>
                </a:solidFill>
                <a:latin typeface="Lucida Sans Unicode" panose="020B0602030504020204" pitchFamily="34" charset="0"/>
                <a:cs typeface="Lucida Sans Unicode" panose="020B0602030504020204" pitchFamily="34" charset="0"/>
              </a:rPr>
              <a:t> </a:t>
            </a:r>
            <a:r>
              <a:rPr sz="2400" spc="-50" dirty="0">
                <a:solidFill>
                  <a:srgbClr val="006600"/>
                </a:solidFill>
                <a:latin typeface="Lucida Sans Unicode" panose="020B0602030504020204" pitchFamily="34" charset="0"/>
                <a:cs typeface="Lucida Sans Unicode" panose="020B0602030504020204" pitchFamily="34" charset="0"/>
              </a:rPr>
              <a:t>of </a:t>
            </a:r>
            <a:r>
              <a:rPr sz="2400" dirty="0">
                <a:solidFill>
                  <a:srgbClr val="006600"/>
                </a:solidFill>
                <a:latin typeface="Lucida Sans Unicode" panose="020B0602030504020204" pitchFamily="34" charset="0"/>
                <a:cs typeface="Lucida Sans Unicode" panose="020B0602030504020204" pitchFamily="34" charset="0"/>
              </a:rPr>
              <a:t>routine</a:t>
            </a:r>
            <a:r>
              <a:rPr sz="2400" spc="-20" dirty="0">
                <a:solidFill>
                  <a:srgbClr val="006600"/>
                </a:solidFill>
                <a:latin typeface="Lucida Sans Unicode" panose="020B0602030504020204" pitchFamily="34" charset="0"/>
                <a:cs typeface="Lucida Sans Unicode" panose="020B0602030504020204" pitchFamily="34" charset="0"/>
              </a:rPr>
              <a:t> </a:t>
            </a:r>
            <a:r>
              <a:rPr sz="2400" dirty="0">
                <a:solidFill>
                  <a:srgbClr val="006600"/>
                </a:solidFill>
                <a:latin typeface="Lucida Sans Unicode" panose="020B0602030504020204" pitchFamily="34" charset="0"/>
                <a:cs typeface="Lucida Sans Unicode" panose="020B0602030504020204" pitchFamily="34" charset="0"/>
              </a:rPr>
              <a:t>and</a:t>
            </a:r>
            <a:r>
              <a:rPr sz="2400" spc="-20" dirty="0">
                <a:solidFill>
                  <a:srgbClr val="006600"/>
                </a:solidFill>
                <a:latin typeface="Lucida Sans Unicode" panose="020B0602030504020204" pitchFamily="34" charset="0"/>
                <a:cs typeface="Lucida Sans Unicode" panose="020B0602030504020204" pitchFamily="34" charset="0"/>
              </a:rPr>
              <a:t> </a:t>
            </a:r>
            <a:r>
              <a:rPr sz="2400" dirty="0">
                <a:solidFill>
                  <a:srgbClr val="006600"/>
                </a:solidFill>
                <a:latin typeface="Lucida Sans Unicode" panose="020B0602030504020204" pitchFamily="34" charset="0"/>
                <a:cs typeface="Lucida Sans Unicode" panose="020B0602030504020204" pitchFamily="34" charset="0"/>
              </a:rPr>
              <a:t>procedure</a:t>
            </a:r>
            <a:r>
              <a:rPr sz="2400" spc="-20" dirty="0">
                <a:solidFill>
                  <a:srgbClr val="006600"/>
                </a:solidFill>
                <a:latin typeface="Lucida Sans Unicode" panose="020B0602030504020204" pitchFamily="34" charset="0"/>
                <a:cs typeface="Lucida Sans Unicode" panose="020B0602030504020204" pitchFamily="34" charset="0"/>
              </a:rPr>
              <a:t> </a:t>
            </a:r>
            <a:r>
              <a:rPr sz="2400" dirty="0">
                <a:solidFill>
                  <a:srgbClr val="006600"/>
                </a:solidFill>
                <a:latin typeface="Lucida Sans Unicode" panose="020B0602030504020204" pitchFamily="34" charset="0"/>
                <a:cs typeface="Lucida Sans Unicode" panose="020B0602030504020204" pitchFamily="34" charset="0"/>
              </a:rPr>
              <a:t>declarations</a:t>
            </a:r>
            <a:r>
              <a:rPr sz="2400" spc="-30" dirty="0">
                <a:solidFill>
                  <a:srgbClr val="006600"/>
                </a:solidFill>
                <a:latin typeface="Lucida Sans Unicode" panose="020B0602030504020204" pitchFamily="34" charset="0"/>
                <a:cs typeface="Lucida Sans Unicode" panose="020B0602030504020204" pitchFamily="34" charset="0"/>
              </a:rPr>
              <a:t> </a:t>
            </a:r>
            <a:r>
              <a:rPr sz="2400" dirty="0">
                <a:solidFill>
                  <a:srgbClr val="006600"/>
                </a:solidFill>
                <a:latin typeface="Lucida Sans Unicode" panose="020B0602030504020204" pitchFamily="34" charset="0"/>
                <a:cs typeface="Lucida Sans Unicode" panose="020B0602030504020204" pitchFamily="34" charset="0"/>
              </a:rPr>
              <a:t>and</a:t>
            </a:r>
            <a:r>
              <a:rPr sz="2400" spc="-20" dirty="0">
                <a:solidFill>
                  <a:srgbClr val="006600"/>
                </a:solidFill>
                <a:latin typeface="Lucida Sans Unicode" panose="020B0602030504020204" pitchFamily="34" charset="0"/>
                <a:cs typeface="Lucida Sans Unicode" panose="020B0602030504020204" pitchFamily="34" charset="0"/>
              </a:rPr>
              <a:t> </a:t>
            </a:r>
            <a:r>
              <a:rPr sz="2400" spc="-40" dirty="0">
                <a:solidFill>
                  <a:srgbClr val="006600"/>
                </a:solidFill>
                <a:latin typeface="Lucida Sans Unicode" panose="020B0602030504020204" pitchFamily="34" charset="0"/>
                <a:cs typeface="Lucida Sans Unicode" panose="020B0602030504020204" pitchFamily="34" charset="0"/>
              </a:rPr>
              <a:t>their </a:t>
            </a:r>
            <a:r>
              <a:rPr sz="2400" spc="-50" dirty="0">
                <a:solidFill>
                  <a:srgbClr val="006600"/>
                </a:solidFill>
                <a:latin typeface="Lucida Sans Unicode" panose="020B0602030504020204" pitchFamily="34" charset="0"/>
                <a:cs typeface="Lucida Sans Unicode" panose="020B0602030504020204" pitchFamily="34" charset="0"/>
              </a:rPr>
              <a:t>use</a:t>
            </a:r>
            <a:endParaRPr sz="2400" dirty="0">
              <a:latin typeface="Lucida Sans Unicode" panose="020B0602030504020204" pitchFamily="34" charset="0"/>
              <a:cs typeface="Lucida Sans Unicode" panose="020B0602030504020204" pitchFamily="34" charset="0"/>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8673462" y="20321"/>
            <a:ext cx="266700" cy="271869"/>
          </a:xfrm>
          <a:prstGeom prst="rect">
            <a:avLst/>
          </a:prstGeom>
        </p:spPr>
        <p:txBody>
          <a:bodyPr vert="horz" wrap="square" lIns="0" tIns="25400" rIns="0" bIns="0" rtlCol="0">
            <a:spAutoFit/>
          </a:bodyPr>
          <a:lstStyle/>
          <a:p>
            <a:pPr marL="25400">
              <a:spcBef>
                <a:spcPts val="200"/>
              </a:spcBef>
            </a:pPr>
            <a:r>
              <a:rPr sz="1600" spc="-50" dirty="0">
                <a:latin typeface="Comic Sans MS"/>
                <a:cs typeface="Comic Sans MS"/>
              </a:rPr>
              <a:t>21</a:t>
            </a:r>
            <a:endParaRPr sz="1600">
              <a:latin typeface="Comic Sans MS"/>
              <a:cs typeface="Comic Sans MS"/>
            </a:endParaRPr>
          </a:p>
        </p:txBody>
      </p:sp>
      <p:sp>
        <p:nvSpPr>
          <p:cNvPr id="3" name="object 3"/>
          <p:cNvSpPr txBox="1">
            <a:spLocks noGrp="1"/>
          </p:cNvSpPr>
          <p:nvPr>
            <p:ph type="title"/>
          </p:nvPr>
        </p:nvSpPr>
        <p:spPr>
          <a:xfrm>
            <a:off x="372234" y="295680"/>
            <a:ext cx="8301228" cy="735121"/>
          </a:xfrm>
          <a:prstGeom prst="rect">
            <a:avLst/>
          </a:prstGeom>
        </p:spPr>
        <p:txBody>
          <a:bodyPr vert="horz" wrap="square" lIns="0" tIns="118412" rIns="0" bIns="0" rtlCol="0">
            <a:spAutoFit/>
          </a:bodyPr>
          <a:lstStyle/>
          <a:p>
            <a:pPr marL="728980">
              <a:spcBef>
                <a:spcPts val="200"/>
              </a:spcBef>
            </a:pPr>
            <a:r>
              <a:rPr i="0" dirty="0"/>
              <a:t>Stages</a:t>
            </a:r>
            <a:r>
              <a:rPr i="0" spc="-80" dirty="0"/>
              <a:t> </a:t>
            </a:r>
            <a:r>
              <a:rPr i="0" dirty="0"/>
              <a:t>of</a:t>
            </a:r>
            <a:r>
              <a:rPr i="0" spc="-80" dirty="0"/>
              <a:t> </a:t>
            </a:r>
            <a:r>
              <a:rPr i="0" dirty="0"/>
              <a:t>static</a:t>
            </a:r>
            <a:r>
              <a:rPr i="0" spc="-80" dirty="0"/>
              <a:t> </a:t>
            </a:r>
            <a:r>
              <a:rPr i="0" spc="-20" dirty="0"/>
              <a:t>analysis</a:t>
            </a:r>
          </a:p>
        </p:txBody>
      </p:sp>
      <p:sp>
        <p:nvSpPr>
          <p:cNvPr id="4" name="object 4"/>
          <p:cNvSpPr txBox="1"/>
          <p:nvPr/>
        </p:nvSpPr>
        <p:spPr>
          <a:xfrm>
            <a:off x="135851" y="1295400"/>
            <a:ext cx="8537611" cy="4512004"/>
          </a:xfrm>
          <a:prstGeom prst="rect">
            <a:avLst/>
          </a:prstGeom>
        </p:spPr>
        <p:txBody>
          <a:bodyPr vert="horz" wrap="square" lIns="0" tIns="27940" rIns="0" bIns="0" rtlCol="0">
            <a:spAutoFit/>
          </a:bodyPr>
          <a:lstStyle/>
          <a:p>
            <a:pPr marL="364490" marR="129538" indent="-339090">
              <a:lnSpc>
                <a:spcPct val="99000"/>
              </a:lnSpc>
              <a:spcBef>
                <a:spcPts val="220"/>
              </a:spcBef>
              <a:buClr>
                <a:srgbClr val="006600"/>
              </a:buClr>
              <a:buSzPct val="96551"/>
              <a:buFont typeface="Comic Sans MS"/>
              <a:buChar char="•"/>
              <a:tabLst>
                <a:tab pos="368300" algn="l"/>
              </a:tabLst>
            </a:pPr>
            <a:r>
              <a:rPr sz="2900" i="1" spc="-60" dirty="0">
                <a:solidFill>
                  <a:srgbClr val="007600"/>
                </a:solidFill>
                <a:latin typeface="Lucida Sans Unicode" panose="020B0602030504020204" pitchFamily="34" charset="0"/>
                <a:cs typeface="Lucida Sans Unicode" panose="020B0602030504020204" pitchFamily="34" charset="0"/>
              </a:rPr>
              <a:t>Information</a:t>
            </a:r>
            <a:r>
              <a:rPr sz="2900" i="1" spc="-160" dirty="0">
                <a:solidFill>
                  <a:srgbClr val="007600"/>
                </a:solidFill>
                <a:latin typeface="Lucida Sans Unicode" panose="020B0602030504020204" pitchFamily="34" charset="0"/>
                <a:cs typeface="Lucida Sans Unicode" panose="020B0602030504020204" pitchFamily="34" charset="0"/>
              </a:rPr>
              <a:t> </a:t>
            </a:r>
            <a:r>
              <a:rPr sz="2900" i="1" spc="-40" dirty="0">
                <a:solidFill>
                  <a:srgbClr val="007600"/>
                </a:solidFill>
                <a:latin typeface="Lucida Sans Unicode" panose="020B0602030504020204" pitchFamily="34" charset="0"/>
                <a:cs typeface="Lucida Sans Unicode" panose="020B0602030504020204" pitchFamily="34" charset="0"/>
              </a:rPr>
              <a:t>flow</a:t>
            </a:r>
            <a:r>
              <a:rPr sz="2900" i="1" spc="-180" dirty="0">
                <a:solidFill>
                  <a:srgbClr val="007600"/>
                </a:solidFill>
                <a:latin typeface="Lucida Sans Unicode" panose="020B0602030504020204" pitchFamily="34" charset="0"/>
                <a:cs typeface="Lucida Sans Unicode" panose="020B0602030504020204" pitchFamily="34" charset="0"/>
              </a:rPr>
              <a:t> </a:t>
            </a:r>
            <a:r>
              <a:rPr sz="2900" i="1" dirty="0">
                <a:solidFill>
                  <a:srgbClr val="007600"/>
                </a:solidFill>
                <a:latin typeface="Lucida Sans Unicode" panose="020B0602030504020204" pitchFamily="34" charset="0"/>
                <a:cs typeface="Lucida Sans Unicode" panose="020B0602030504020204" pitchFamily="34" charset="0"/>
              </a:rPr>
              <a:t>analysis.</a:t>
            </a:r>
            <a:r>
              <a:rPr sz="2900" i="1" spc="508" dirty="0">
                <a:solidFill>
                  <a:srgbClr val="007600"/>
                </a:solidFill>
                <a:latin typeface="Lucida Sans Unicode" panose="020B0602030504020204" pitchFamily="34" charset="0"/>
                <a:cs typeface="Lucida Sans Unicode" panose="020B0602030504020204" pitchFamily="34" charset="0"/>
              </a:rPr>
              <a:t> </a:t>
            </a:r>
            <a:r>
              <a:rPr sz="2800" dirty="0">
                <a:solidFill>
                  <a:srgbClr val="006600"/>
                </a:solidFill>
                <a:latin typeface="Lucida Sans Unicode" panose="020B0602030504020204" pitchFamily="34" charset="0"/>
                <a:cs typeface="Lucida Sans Unicode" panose="020B0602030504020204" pitchFamily="34" charset="0"/>
              </a:rPr>
              <a:t>Identifies</a:t>
            </a:r>
            <a:r>
              <a:rPr sz="2800" spc="-140" dirty="0">
                <a:solidFill>
                  <a:srgbClr val="006600"/>
                </a:solidFill>
                <a:latin typeface="Lucida Sans Unicode" panose="020B0602030504020204" pitchFamily="34" charset="0"/>
                <a:cs typeface="Lucida Sans Unicode" panose="020B0602030504020204" pitchFamily="34" charset="0"/>
              </a:rPr>
              <a:t> </a:t>
            </a:r>
            <a:r>
              <a:rPr sz="2800" spc="-50" dirty="0">
                <a:solidFill>
                  <a:srgbClr val="006600"/>
                </a:solidFill>
                <a:latin typeface="Lucida Sans Unicode" panose="020B0602030504020204" pitchFamily="34" charset="0"/>
                <a:cs typeface="Lucida Sans Unicode" panose="020B0602030504020204" pitchFamily="34" charset="0"/>
              </a:rPr>
              <a:t>the 	</a:t>
            </a:r>
            <a:r>
              <a:rPr sz="2800" dirty="0">
                <a:solidFill>
                  <a:srgbClr val="006600"/>
                </a:solidFill>
                <a:latin typeface="Lucida Sans Unicode" panose="020B0602030504020204" pitchFamily="34" charset="0"/>
                <a:cs typeface="Lucida Sans Unicode" panose="020B0602030504020204" pitchFamily="34" charset="0"/>
              </a:rPr>
              <a:t>dependencies</a:t>
            </a:r>
            <a:r>
              <a:rPr sz="2800" spc="-70" dirty="0">
                <a:solidFill>
                  <a:srgbClr val="006600"/>
                </a:solidFill>
                <a:latin typeface="Lucida Sans Unicode" panose="020B0602030504020204" pitchFamily="34" charset="0"/>
                <a:cs typeface="Lucida Sans Unicode" panose="020B0602030504020204" pitchFamily="34" charset="0"/>
              </a:rPr>
              <a:t> </a:t>
            </a:r>
            <a:r>
              <a:rPr sz="2800" dirty="0">
                <a:solidFill>
                  <a:srgbClr val="006600"/>
                </a:solidFill>
                <a:latin typeface="Lucida Sans Unicode" panose="020B0602030504020204" pitchFamily="34" charset="0"/>
                <a:cs typeface="Lucida Sans Unicode" panose="020B0602030504020204" pitchFamily="34" charset="0"/>
              </a:rPr>
              <a:t>of</a:t>
            </a:r>
            <a:r>
              <a:rPr sz="2800" spc="-60" dirty="0">
                <a:solidFill>
                  <a:srgbClr val="006600"/>
                </a:solidFill>
                <a:latin typeface="Lucida Sans Unicode" panose="020B0602030504020204" pitchFamily="34" charset="0"/>
                <a:cs typeface="Lucida Sans Unicode" panose="020B0602030504020204" pitchFamily="34" charset="0"/>
              </a:rPr>
              <a:t> </a:t>
            </a:r>
            <a:r>
              <a:rPr sz="2800" dirty="0">
                <a:solidFill>
                  <a:srgbClr val="006600"/>
                </a:solidFill>
                <a:latin typeface="Lucida Sans Unicode" panose="020B0602030504020204" pitchFamily="34" charset="0"/>
                <a:cs typeface="Lucida Sans Unicode" panose="020B0602030504020204" pitchFamily="34" charset="0"/>
              </a:rPr>
              <a:t>output</a:t>
            </a:r>
            <a:r>
              <a:rPr sz="2800" spc="-60" dirty="0">
                <a:solidFill>
                  <a:srgbClr val="006600"/>
                </a:solidFill>
                <a:latin typeface="Lucida Sans Unicode" panose="020B0602030504020204" pitchFamily="34" charset="0"/>
                <a:cs typeface="Lucida Sans Unicode" panose="020B0602030504020204" pitchFamily="34" charset="0"/>
              </a:rPr>
              <a:t> </a:t>
            </a:r>
            <a:r>
              <a:rPr sz="2800" dirty="0">
                <a:solidFill>
                  <a:srgbClr val="006600"/>
                </a:solidFill>
                <a:latin typeface="Lucida Sans Unicode" panose="020B0602030504020204" pitchFamily="34" charset="0"/>
                <a:cs typeface="Lucida Sans Unicode" panose="020B0602030504020204" pitchFamily="34" charset="0"/>
              </a:rPr>
              <a:t>variables.</a:t>
            </a:r>
            <a:r>
              <a:rPr sz="2800" spc="-70" dirty="0">
                <a:solidFill>
                  <a:srgbClr val="006600"/>
                </a:solidFill>
                <a:latin typeface="Lucida Sans Unicode" panose="020B0602030504020204" pitchFamily="34" charset="0"/>
                <a:cs typeface="Lucida Sans Unicode" panose="020B0602030504020204" pitchFamily="34" charset="0"/>
              </a:rPr>
              <a:t> </a:t>
            </a:r>
            <a:r>
              <a:rPr sz="2800" dirty="0">
                <a:solidFill>
                  <a:srgbClr val="006600"/>
                </a:solidFill>
                <a:latin typeface="Lucida Sans Unicode" panose="020B0602030504020204" pitchFamily="34" charset="0"/>
                <a:cs typeface="Lucida Sans Unicode" panose="020B0602030504020204" pitchFamily="34" charset="0"/>
              </a:rPr>
              <a:t>Does</a:t>
            </a:r>
            <a:r>
              <a:rPr sz="2800" spc="-60" dirty="0">
                <a:solidFill>
                  <a:srgbClr val="006600"/>
                </a:solidFill>
                <a:latin typeface="Lucida Sans Unicode" panose="020B0602030504020204" pitchFamily="34" charset="0"/>
                <a:cs typeface="Lucida Sans Unicode" panose="020B0602030504020204" pitchFamily="34" charset="0"/>
              </a:rPr>
              <a:t> </a:t>
            </a:r>
            <a:r>
              <a:rPr sz="2800" spc="-50" dirty="0">
                <a:solidFill>
                  <a:srgbClr val="006600"/>
                </a:solidFill>
                <a:latin typeface="Lucida Sans Unicode" panose="020B0602030504020204" pitchFamily="34" charset="0"/>
                <a:cs typeface="Lucida Sans Unicode" panose="020B0602030504020204" pitchFamily="34" charset="0"/>
              </a:rPr>
              <a:t>not 	</a:t>
            </a:r>
            <a:r>
              <a:rPr sz="2800" dirty="0">
                <a:solidFill>
                  <a:srgbClr val="006600"/>
                </a:solidFill>
                <a:latin typeface="Lucida Sans Unicode" panose="020B0602030504020204" pitchFamily="34" charset="0"/>
                <a:cs typeface="Lucida Sans Unicode" panose="020B0602030504020204" pitchFamily="34" charset="0"/>
              </a:rPr>
              <a:t>detect</a:t>
            </a:r>
            <a:r>
              <a:rPr sz="2800" spc="-50" dirty="0">
                <a:solidFill>
                  <a:srgbClr val="006600"/>
                </a:solidFill>
                <a:latin typeface="Lucida Sans Unicode" panose="020B0602030504020204" pitchFamily="34" charset="0"/>
                <a:cs typeface="Lucida Sans Unicode" panose="020B0602030504020204" pitchFamily="34" charset="0"/>
              </a:rPr>
              <a:t> </a:t>
            </a:r>
            <a:r>
              <a:rPr sz="2800" dirty="0">
                <a:solidFill>
                  <a:srgbClr val="006600"/>
                </a:solidFill>
                <a:latin typeface="Lucida Sans Unicode" panose="020B0602030504020204" pitchFamily="34" charset="0"/>
                <a:cs typeface="Lucida Sans Unicode" panose="020B0602030504020204" pitchFamily="34" charset="0"/>
              </a:rPr>
              <a:t>anomalies</a:t>
            </a:r>
            <a:r>
              <a:rPr sz="2800" spc="-50" dirty="0">
                <a:solidFill>
                  <a:srgbClr val="006600"/>
                </a:solidFill>
                <a:latin typeface="Lucida Sans Unicode" panose="020B0602030504020204" pitchFamily="34" charset="0"/>
                <a:cs typeface="Lucida Sans Unicode" panose="020B0602030504020204" pitchFamily="34" charset="0"/>
              </a:rPr>
              <a:t> </a:t>
            </a:r>
            <a:r>
              <a:rPr sz="2800" dirty="0">
                <a:solidFill>
                  <a:srgbClr val="006600"/>
                </a:solidFill>
                <a:latin typeface="Lucida Sans Unicode" panose="020B0602030504020204" pitchFamily="34" charset="0"/>
                <a:cs typeface="Lucida Sans Unicode" panose="020B0602030504020204" pitchFamily="34" charset="0"/>
              </a:rPr>
              <a:t>itself</a:t>
            </a:r>
            <a:r>
              <a:rPr sz="2800" spc="-50" dirty="0">
                <a:solidFill>
                  <a:srgbClr val="006600"/>
                </a:solidFill>
                <a:latin typeface="Lucida Sans Unicode" panose="020B0602030504020204" pitchFamily="34" charset="0"/>
                <a:cs typeface="Lucida Sans Unicode" panose="020B0602030504020204" pitchFamily="34" charset="0"/>
              </a:rPr>
              <a:t> </a:t>
            </a:r>
            <a:r>
              <a:rPr sz="2800" dirty="0">
                <a:solidFill>
                  <a:srgbClr val="006600"/>
                </a:solidFill>
                <a:latin typeface="Lucida Sans Unicode" panose="020B0602030504020204" pitchFamily="34" charset="0"/>
                <a:cs typeface="Lucida Sans Unicode" panose="020B0602030504020204" pitchFamily="34" charset="0"/>
              </a:rPr>
              <a:t>but</a:t>
            </a:r>
            <a:r>
              <a:rPr sz="2800" spc="-40" dirty="0">
                <a:solidFill>
                  <a:srgbClr val="006600"/>
                </a:solidFill>
                <a:latin typeface="Lucida Sans Unicode" panose="020B0602030504020204" pitchFamily="34" charset="0"/>
                <a:cs typeface="Lucida Sans Unicode" panose="020B0602030504020204" pitchFamily="34" charset="0"/>
              </a:rPr>
              <a:t> </a:t>
            </a:r>
            <a:r>
              <a:rPr sz="2800" spc="-20" dirty="0">
                <a:solidFill>
                  <a:srgbClr val="006600"/>
                </a:solidFill>
                <a:latin typeface="Lucida Sans Unicode" panose="020B0602030504020204" pitchFamily="34" charset="0"/>
                <a:cs typeface="Lucida Sans Unicode" panose="020B0602030504020204" pitchFamily="34" charset="0"/>
              </a:rPr>
              <a:t>highlights 	</a:t>
            </a:r>
            <a:r>
              <a:rPr sz="2800" dirty="0">
                <a:solidFill>
                  <a:srgbClr val="006600"/>
                </a:solidFill>
                <a:latin typeface="Lucida Sans Unicode" panose="020B0602030504020204" pitchFamily="34" charset="0"/>
                <a:cs typeface="Lucida Sans Unicode" panose="020B0602030504020204" pitchFamily="34" charset="0"/>
              </a:rPr>
              <a:t>information</a:t>
            </a:r>
            <a:r>
              <a:rPr sz="2800" spc="-120" dirty="0">
                <a:solidFill>
                  <a:srgbClr val="006600"/>
                </a:solidFill>
                <a:latin typeface="Lucida Sans Unicode" panose="020B0602030504020204" pitchFamily="34" charset="0"/>
                <a:cs typeface="Lucida Sans Unicode" panose="020B0602030504020204" pitchFamily="34" charset="0"/>
              </a:rPr>
              <a:t> </a:t>
            </a:r>
            <a:r>
              <a:rPr sz="2800" dirty="0">
                <a:solidFill>
                  <a:srgbClr val="006600"/>
                </a:solidFill>
                <a:latin typeface="Lucida Sans Unicode" panose="020B0602030504020204" pitchFamily="34" charset="0"/>
                <a:cs typeface="Lucida Sans Unicode" panose="020B0602030504020204" pitchFamily="34" charset="0"/>
              </a:rPr>
              <a:t>for</a:t>
            </a:r>
            <a:r>
              <a:rPr sz="2800" spc="-110" dirty="0">
                <a:solidFill>
                  <a:srgbClr val="006600"/>
                </a:solidFill>
                <a:latin typeface="Lucida Sans Unicode" panose="020B0602030504020204" pitchFamily="34" charset="0"/>
                <a:cs typeface="Lucida Sans Unicode" panose="020B0602030504020204" pitchFamily="34" charset="0"/>
              </a:rPr>
              <a:t> </a:t>
            </a:r>
            <a:r>
              <a:rPr sz="2800" dirty="0">
                <a:solidFill>
                  <a:srgbClr val="006600"/>
                </a:solidFill>
                <a:latin typeface="Lucida Sans Unicode" panose="020B0602030504020204" pitchFamily="34" charset="0"/>
                <a:cs typeface="Lucida Sans Unicode" panose="020B0602030504020204" pitchFamily="34" charset="0"/>
              </a:rPr>
              <a:t>code</a:t>
            </a:r>
            <a:r>
              <a:rPr sz="2800" spc="-110" dirty="0">
                <a:solidFill>
                  <a:srgbClr val="006600"/>
                </a:solidFill>
                <a:latin typeface="Lucida Sans Unicode" panose="020B0602030504020204" pitchFamily="34" charset="0"/>
                <a:cs typeface="Lucida Sans Unicode" panose="020B0602030504020204" pitchFamily="34" charset="0"/>
              </a:rPr>
              <a:t> </a:t>
            </a:r>
            <a:r>
              <a:rPr sz="2800" dirty="0">
                <a:solidFill>
                  <a:srgbClr val="006600"/>
                </a:solidFill>
                <a:latin typeface="Lucida Sans Unicode" panose="020B0602030504020204" pitchFamily="34" charset="0"/>
                <a:cs typeface="Lucida Sans Unicode" panose="020B0602030504020204" pitchFamily="34" charset="0"/>
              </a:rPr>
              <a:t>inspection</a:t>
            </a:r>
            <a:r>
              <a:rPr sz="2800" spc="-110" dirty="0">
                <a:solidFill>
                  <a:srgbClr val="006600"/>
                </a:solidFill>
                <a:latin typeface="Lucida Sans Unicode" panose="020B0602030504020204" pitchFamily="34" charset="0"/>
                <a:cs typeface="Lucida Sans Unicode" panose="020B0602030504020204" pitchFamily="34" charset="0"/>
              </a:rPr>
              <a:t> </a:t>
            </a:r>
            <a:r>
              <a:rPr sz="2800" dirty="0">
                <a:solidFill>
                  <a:srgbClr val="006600"/>
                </a:solidFill>
                <a:latin typeface="Lucida Sans Unicode" panose="020B0602030504020204" pitchFamily="34" charset="0"/>
                <a:cs typeface="Lucida Sans Unicode" panose="020B0602030504020204" pitchFamily="34" charset="0"/>
              </a:rPr>
              <a:t>or</a:t>
            </a:r>
            <a:r>
              <a:rPr sz="2800" spc="-110" dirty="0">
                <a:solidFill>
                  <a:srgbClr val="006600"/>
                </a:solidFill>
                <a:latin typeface="Lucida Sans Unicode" panose="020B0602030504020204" pitchFamily="34" charset="0"/>
                <a:cs typeface="Lucida Sans Unicode" panose="020B0602030504020204" pitchFamily="34" charset="0"/>
              </a:rPr>
              <a:t> </a:t>
            </a:r>
            <a:r>
              <a:rPr sz="2800" spc="-20" dirty="0">
                <a:solidFill>
                  <a:srgbClr val="006600"/>
                </a:solidFill>
                <a:latin typeface="Lucida Sans Unicode" panose="020B0602030504020204" pitchFamily="34" charset="0"/>
                <a:cs typeface="Lucida Sans Unicode" panose="020B0602030504020204" pitchFamily="34" charset="0"/>
              </a:rPr>
              <a:t>review</a:t>
            </a:r>
            <a:endParaRPr sz="2800" dirty="0">
              <a:latin typeface="Lucida Sans Unicode" panose="020B0602030504020204" pitchFamily="34" charset="0"/>
              <a:cs typeface="Lucida Sans Unicode" panose="020B0602030504020204" pitchFamily="34" charset="0"/>
            </a:endParaRPr>
          </a:p>
          <a:p>
            <a:pPr marL="364490" marR="10160" indent="-339090">
              <a:lnSpc>
                <a:spcPct val="99300"/>
              </a:lnSpc>
              <a:spcBef>
                <a:spcPts val="630"/>
              </a:spcBef>
              <a:buClr>
                <a:srgbClr val="006600"/>
              </a:buClr>
              <a:buSzPct val="96551"/>
              <a:buFont typeface="Comic Sans MS"/>
              <a:buChar char="•"/>
              <a:tabLst>
                <a:tab pos="368300" algn="l"/>
              </a:tabLst>
            </a:pPr>
            <a:r>
              <a:rPr sz="2900" i="1" spc="-40" dirty="0">
                <a:solidFill>
                  <a:srgbClr val="007600"/>
                </a:solidFill>
                <a:latin typeface="Lucida Sans Unicode" panose="020B0602030504020204" pitchFamily="34" charset="0"/>
                <a:cs typeface="Lucida Sans Unicode" panose="020B0602030504020204" pitchFamily="34" charset="0"/>
              </a:rPr>
              <a:t>Path</a:t>
            </a:r>
            <a:r>
              <a:rPr sz="2900" i="1" spc="-180" dirty="0">
                <a:solidFill>
                  <a:srgbClr val="007600"/>
                </a:solidFill>
                <a:latin typeface="Lucida Sans Unicode" panose="020B0602030504020204" pitchFamily="34" charset="0"/>
                <a:cs typeface="Lucida Sans Unicode" panose="020B0602030504020204" pitchFamily="34" charset="0"/>
              </a:rPr>
              <a:t> </a:t>
            </a:r>
            <a:r>
              <a:rPr sz="2900" i="1" dirty="0">
                <a:solidFill>
                  <a:srgbClr val="007600"/>
                </a:solidFill>
                <a:latin typeface="Lucida Sans Unicode" panose="020B0602030504020204" pitchFamily="34" charset="0"/>
                <a:cs typeface="Lucida Sans Unicode" panose="020B0602030504020204" pitchFamily="34" charset="0"/>
              </a:rPr>
              <a:t>analysis.</a:t>
            </a:r>
            <a:r>
              <a:rPr sz="2900" i="1" spc="540" dirty="0">
                <a:solidFill>
                  <a:srgbClr val="007600"/>
                </a:solidFill>
                <a:latin typeface="Lucida Sans Unicode" panose="020B0602030504020204" pitchFamily="34" charset="0"/>
                <a:cs typeface="Lucida Sans Unicode" panose="020B0602030504020204" pitchFamily="34" charset="0"/>
              </a:rPr>
              <a:t> </a:t>
            </a:r>
            <a:r>
              <a:rPr sz="2800" dirty="0">
                <a:solidFill>
                  <a:srgbClr val="006600"/>
                </a:solidFill>
                <a:latin typeface="Lucida Sans Unicode" panose="020B0602030504020204" pitchFamily="34" charset="0"/>
                <a:cs typeface="Lucida Sans Unicode" panose="020B0602030504020204" pitchFamily="34" charset="0"/>
              </a:rPr>
              <a:t>Identifies</a:t>
            </a:r>
            <a:r>
              <a:rPr sz="2800" spc="-150" dirty="0">
                <a:solidFill>
                  <a:srgbClr val="006600"/>
                </a:solidFill>
                <a:latin typeface="Lucida Sans Unicode" panose="020B0602030504020204" pitchFamily="34" charset="0"/>
                <a:cs typeface="Lucida Sans Unicode" panose="020B0602030504020204" pitchFamily="34" charset="0"/>
              </a:rPr>
              <a:t> </a:t>
            </a:r>
            <a:r>
              <a:rPr sz="2800" dirty="0">
                <a:solidFill>
                  <a:srgbClr val="006600"/>
                </a:solidFill>
                <a:latin typeface="Lucida Sans Unicode" panose="020B0602030504020204" pitchFamily="34" charset="0"/>
                <a:cs typeface="Lucida Sans Unicode" panose="020B0602030504020204" pitchFamily="34" charset="0"/>
              </a:rPr>
              <a:t>paths</a:t>
            </a:r>
            <a:r>
              <a:rPr sz="2800" spc="-140" dirty="0">
                <a:solidFill>
                  <a:srgbClr val="006600"/>
                </a:solidFill>
                <a:latin typeface="Lucida Sans Unicode" panose="020B0602030504020204" pitchFamily="34" charset="0"/>
                <a:cs typeface="Lucida Sans Unicode" panose="020B0602030504020204" pitchFamily="34" charset="0"/>
              </a:rPr>
              <a:t> </a:t>
            </a:r>
            <a:r>
              <a:rPr sz="2800" dirty="0">
                <a:solidFill>
                  <a:srgbClr val="006600"/>
                </a:solidFill>
                <a:latin typeface="Lucida Sans Unicode" panose="020B0602030504020204" pitchFamily="34" charset="0"/>
                <a:cs typeface="Lucida Sans Unicode" panose="020B0602030504020204" pitchFamily="34" charset="0"/>
              </a:rPr>
              <a:t>through</a:t>
            </a:r>
            <a:r>
              <a:rPr sz="2800" spc="-150" dirty="0">
                <a:solidFill>
                  <a:srgbClr val="006600"/>
                </a:solidFill>
                <a:latin typeface="Lucida Sans Unicode" panose="020B0602030504020204" pitchFamily="34" charset="0"/>
                <a:cs typeface="Lucida Sans Unicode" panose="020B0602030504020204" pitchFamily="34" charset="0"/>
              </a:rPr>
              <a:t> </a:t>
            </a:r>
            <a:r>
              <a:rPr sz="2800" spc="-50" dirty="0">
                <a:solidFill>
                  <a:srgbClr val="006600"/>
                </a:solidFill>
                <a:latin typeface="Lucida Sans Unicode" panose="020B0602030504020204" pitchFamily="34" charset="0"/>
                <a:cs typeface="Lucida Sans Unicode" panose="020B0602030504020204" pitchFamily="34" charset="0"/>
              </a:rPr>
              <a:t>the 	</a:t>
            </a:r>
            <a:r>
              <a:rPr sz="2800" dirty="0">
                <a:solidFill>
                  <a:srgbClr val="006600"/>
                </a:solidFill>
                <a:latin typeface="Lucida Sans Unicode" panose="020B0602030504020204" pitchFamily="34" charset="0"/>
                <a:cs typeface="Lucida Sans Unicode" panose="020B0602030504020204" pitchFamily="34" charset="0"/>
              </a:rPr>
              <a:t>program</a:t>
            </a:r>
            <a:r>
              <a:rPr sz="2800" spc="-50" dirty="0">
                <a:solidFill>
                  <a:srgbClr val="006600"/>
                </a:solidFill>
                <a:latin typeface="Lucida Sans Unicode" panose="020B0602030504020204" pitchFamily="34" charset="0"/>
                <a:cs typeface="Lucida Sans Unicode" panose="020B0602030504020204" pitchFamily="34" charset="0"/>
              </a:rPr>
              <a:t> </a:t>
            </a:r>
            <a:r>
              <a:rPr sz="2800" dirty="0">
                <a:solidFill>
                  <a:srgbClr val="006600"/>
                </a:solidFill>
                <a:latin typeface="Lucida Sans Unicode" panose="020B0602030504020204" pitchFamily="34" charset="0"/>
                <a:cs typeface="Lucida Sans Unicode" panose="020B0602030504020204" pitchFamily="34" charset="0"/>
              </a:rPr>
              <a:t>and</a:t>
            </a:r>
            <a:r>
              <a:rPr sz="2800" spc="-40" dirty="0">
                <a:solidFill>
                  <a:srgbClr val="006600"/>
                </a:solidFill>
                <a:latin typeface="Lucida Sans Unicode" panose="020B0602030504020204" pitchFamily="34" charset="0"/>
                <a:cs typeface="Lucida Sans Unicode" panose="020B0602030504020204" pitchFamily="34" charset="0"/>
              </a:rPr>
              <a:t> </a:t>
            </a:r>
            <a:r>
              <a:rPr sz="2800" dirty="0">
                <a:solidFill>
                  <a:srgbClr val="006600"/>
                </a:solidFill>
                <a:latin typeface="Lucida Sans Unicode" panose="020B0602030504020204" pitchFamily="34" charset="0"/>
                <a:cs typeface="Lucida Sans Unicode" panose="020B0602030504020204" pitchFamily="34" charset="0"/>
              </a:rPr>
              <a:t>sets</a:t>
            </a:r>
            <a:r>
              <a:rPr sz="2800" spc="-50" dirty="0">
                <a:solidFill>
                  <a:srgbClr val="006600"/>
                </a:solidFill>
                <a:latin typeface="Lucida Sans Unicode" panose="020B0602030504020204" pitchFamily="34" charset="0"/>
                <a:cs typeface="Lucida Sans Unicode" panose="020B0602030504020204" pitchFamily="34" charset="0"/>
              </a:rPr>
              <a:t> </a:t>
            </a:r>
            <a:r>
              <a:rPr sz="2800" dirty="0">
                <a:solidFill>
                  <a:srgbClr val="006600"/>
                </a:solidFill>
                <a:latin typeface="Lucida Sans Unicode" panose="020B0602030504020204" pitchFamily="34" charset="0"/>
                <a:cs typeface="Lucida Sans Unicode" panose="020B0602030504020204" pitchFamily="34" charset="0"/>
              </a:rPr>
              <a:t>out</a:t>
            </a:r>
            <a:r>
              <a:rPr sz="2800" spc="-40" dirty="0">
                <a:solidFill>
                  <a:srgbClr val="006600"/>
                </a:solidFill>
                <a:latin typeface="Lucida Sans Unicode" panose="020B0602030504020204" pitchFamily="34" charset="0"/>
                <a:cs typeface="Lucida Sans Unicode" panose="020B0602030504020204" pitchFamily="34" charset="0"/>
              </a:rPr>
              <a:t> </a:t>
            </a:r>
            <a:r>
              <a:rPr sz="2800" dirty="0">
                <a:solidFill>
                  <a:srgbClr val="006600"/>
                </a:solidFill>
                <a:latin typeface="Lucida Sans Unicode" panose="020B0602030504020204" pitchFamily="34" charset="0"/>
                <a:cs typeface="Lucida Sans Unicode" panose="020B0602030504020204" pitchFamily="34" charset="0"/>
              </a:rPr>
              <a:t>the</a:t>
            </a:r>
            <a:r>
              <a:rPr sz="2800" spc="-40" dirty="0">
                <a:solidFill>
                  <a:srgbClr val="006600"/>
                </a:solidFill>
                <a:latin typeface="Lucida Sans Unicode" panose="020B0602030504020204" pitchFamily="34" charset="0"/>
                <a:cs typeface="Lucida Sans Unicode" panose="020B0602030504020204" pitchFamily="34" charset="0"/>
              </a:rPr>
              <a:t> </a:t>
            </a:r>
            <a:r>
              <a:rPr sz="2800" spc="-20" dirty="0">
                <a:solidFill>
                  <a:srgbClr val="006600"/>
                </a:solidFill>
                <a:latin typeface="Lucida Sans Unicode" panose="020B0602030504020204" pitchFamily="34" charset="0"/>
                <a:cs typeface="Lucida Sans Unicode" panose="020B0602030504020204" pitchFamily="34" charset="0"/>
              </a:rPr>
              <a:t>statements 	</a:t>
            </a:r>
            <a:r>
              <a:rPr sz="2800" dirty="0">
                <a:solidFill>
                  <a:srgbClr val="006600"/>
                </a:solidFill>
                <a:latin typeface="Lucida Sans Unicode" panose="020B0602030504020204" pitchFamily="34" charset="0"/>
                <a:cs typeface="Lucida Sans Unicode" panose="020B0602030504020204" pitchFamily="34" charset="0"/>
              </a:rPr>
              <a:t>executed</a:t>
            </a:r>
            <a:r>
              <a:rPr sz="2800" spc="-50" dirty="0">
                <a:solidFill>
                  <a:srgbClr val="006600"/>
                </a:solidFill>
                <a:latin typeface="Lucida Sans Unicode" panose="020B0602030504020204" pitchFamily="34" charset="0"/>
                <a:cs typeface="Lucida Sans Unicode" panose="020B0602030504020204" pitchFamily="34" charset="0"/>
              </a:rPr>
              <a:t> </a:t>
            </a:r>
            <a:r>
              <a:rPr sz="2800" dirty="0">
                <a:solidFill>
                  <a:srgbClr val="006600"/>
                </a:solidFill>
                <a:latin typeface="Lucida Sans Unicode" panose="020B0602030504020204" pitchFamily="34" charset="0"/>
                <a:cs typeface="Lucida Sans Unicode" panose="020B0602030504020204" pitchFamily="34" charset="0"/>
              </a:rPr>
              <a:t>in</a:t>
            </a:r>
            <a:r>
              <a:rPr sz="2800" spc="-50" dirty="0">
                <a:solidFill>
                  <a:srgbClr val="006600"/>
                </a:solidFill>
                <a:latin typeface="Lucida Sans Unicode" panose="020B0602030504020204" pitchFamily="34" charset="0"/>
                <a:cs typeface="Lucida Sans Unicode" panose="020B0602030504020204" pitchFamily="34" charset="0"/>
              </a:rPr>
              <a:t> </a:t>
            </a:r>
            <a:r>
              <a:rPr sz="2800" dirty="0">
                <a:solidFill>
                  <a:srgbClr val="006600"/>
                </a:solidFill>
                <a:latin typeface="Lucida Sans Unicode" panose="020B0602030504020204" pitchFamily="34" charset="0"/>
                <a:cs typeface="Lucida Sans Unicode" panose="020B0602030504020204" pitchFamily="34" charset="0"/>
              </a:rPr>
              <a:t>that</a:t>
            </a:r>
            <a:r>
              <a:rPr sz="2800" spc="-40" dirty="0">
                <a:solidFill>
                  <a:srgbClr val="006600"/>
                </a:solidFill>
                <a:latin typeface="Lucida Sans Unicode" panose="020B0602030504020204" pitchFamily="34" charset="0"/>
                <a:cs typeface="Lucida Sans Unicode" panose="020B0602030504020204" pitchFamily="34" charset="0"/>
              </a:rPr>
              <a:t> </a:t>
            </a:r>
            <a:r>
              <a:rPr sz="2800" dirty="0">
                <a:solidFill>
                  <a:srgbClr val="006600"/>
                </a:solidFill>
                <a:latin typeface="Lucida Sans Unicode" panose="020B0602030504020204" pitchFamily="34" charset="0"/>
                <a:cs typeface="Lucida Sans Unicode" panose="020B0602030504020204" pitchFamily="34" charset="0"/>
              </a:rPr>
              <a:t>path.</a:t>
            </a:r>
            <a:r>
              <a:rPr sz="2800" spc="-50" dirty="0">
                <a:solidFill>
                  <a:srgbClr val="006600"/>
                </a:solidFill>
                <a:latin typeface="Lucida Sans Unicode" panose="020B0602030504020204" pitchFamily="34" charset="0"/>
                <a:cs typeface="Lucida Sans Unicode" panose="020B0602030504020204" pitchFamily="34" charset="0"/>
              </a:rPr>
              <a:t> </a:t>
            </a:r>
            <a:r>
              <a:rPr sz="2800" dirty="0">
                <a:solidFill>
                  <a:srgbClr val="006600"/>
                </a:solidFill>
                <a:latin typeface="Lucida Sans Unicode" panose="020B0602030504020204" pitchFamily="34" charset="0"/>
                <a:cs typeface="Lucida Sans Unicode" panose="020B0602030504020204" pitchFamily="34" charset="0"/>
              </a:rPr>
              <a:t>Again,</a:t>
            </a:r>
            <a:r>
              <a:rPr sz="2800" spc="-40" dirty="0">
                <a:solidFill>
                  <a:srgbClr val="006600"/>
                </a:solidFill>
                <a:latin typeface="Lucida Sans Unicode" panose="020B0602030504020204" pitchFamily="34" charset="0"/>
                <a:cs typeface="Lucida Sans Unicode" panose="020B0602030504020204" pitchFamily="34" charset="0"/>
              </a:rPr>
              <a:t> </a:t>
            </a:r>
            <a:r>
              <a:rPr sz="2800" spc="-20" dirty="0">
                <a:solidFill>
                  <a:srgbClr val="006600"/>
                </a:solidFill>
                <a:latin typeface="Lucida Sans Unicode" panose="020B0602030504020204" pitchFamily="34" charset="0"/>
                <a:cs typeface="Lucida Sans Unicode" panose="020B0602030504020204" pitchFamily="34" charset="0"/>
              </a:rPr>
              <a:t>potentially 	</a:t>
            </a:r>
            <a:r>
              <a:rPr sz="2800" dirty="0">
                <a:solidFill>
                  <a:srgbClr val="006600"/>
                </a:solidFill>
                <a:latin typeface="Lucida Sans Unicode" panose="020B0602030504020204" pitchFamily="34" charset="0"/>
                <a:cs typeface="Lucida Sans Unicode" panose="020B0602030504020204" pitchFamily="34" charset="0"/>
              </a:rPr>
              <a:t>useful</a:t>
            </a:r>
            <a:r>
              <a:rPr sz="2800" spc="-50" dirty="0">
                <a:solidFill>
                  <a:srgbClr val="006600"/>
                </a:solidFill>
                <a:latin typeface="Lucida Sans Unicode" panose="020B0602030504020204" pitchFamily="34" charset="0"/>
                <a:cs typeface="Lucida Sans Unicode" panose="020B0602030504020204" pitchFamily="34" charset="0"/>
              </a:rPr>
              <a:t> </a:t>
            </a:r>
            <a:r>
              <a:rPr sz="2800" dirty="0">
                <a:solidFill>
                  <a:srgbClr val="006600"/>
                </a:solidFill>
                <a:latin typeface="Lucida Sans Unicode" panose="020B0602030504020204" pitchFamily="34" charset="0"/>
                <a:cs typeface="Lucida Sans Unicode" panose="020B0602030504020204" pitchFamily="34" charset="0"/>
              </a:rPr>
              <a:t>in</a:t>
            </a:r>
            <a:r>
              <a:rPr sz="2800" spc="-40" dirty="0">
                <a:solidFill>
                  <a:srgbClr val="006600"/>
                </a:solidFill>
                <a:latin typeface="Lucida Sans Unicode" panose="020B0602030504020204" pitchFamily="34" charset="0"/>
                <a:cs typeface="Lucida Sans Unicode" panose="020B0602030504020204" pitchFamily="34" charset="0"/>
              </a:rPr>
              <a:t> </a:t>
            </a:r>
            <a:r>
              <a:rPr sz="2800" dirty="0">
                <a:solidFill>
                  <a:srgbClr val="006600"/>
                </a:solidFill>
                <a:latin typeface="Lucida Sans Unicode" panose="020B0602030504020204" pitchFamily="34" charset="0"/>
                <a:cs typeface="Lucida Sans Unicode" panose="020B0602030504020204" pitchFamily="34" charset="0"/>
              </a:rPr>
              <a:t>the</a:t>
            </a:r>
            <a:r>
              <a:rPr sz="2800" spc="-40" dirty="0">
                <a:solidFill>
                  <a:srgbClr val="006600"/>
                </a:solidFill>
                <a:latin typeface="Lucida Sans Unicode" panose="020B0602030504020204" pitchFamily="34" charset="0"/>
                <a:cs typeface="Lucida Sans Unicode" panose="020B0602030504020204" pitchFamily="34" charset="0"/>
              </a:rPr>
              <a:t> </a:t>
            </a:r>
            <a:r>
              <a:rPr sz="2800" dirty="0">
                <a:solidFill>
                  <a:srgbClr val="006600"/>
                </a:solidFill>
                <a:latin typeface="Lucida Sans Unicode" panose="020B0602030504020204" pitchFamily="34" charset="0"/>
                <a:cs typeface="Lucida Sans Unicode" panose="020B0602030504020204" pitchFamily="34" charset="0"/>
              </a:rPr>
              <a:t>review</a:t>
            </a:r>
            <a:r>
              <a:rPr sz="2800" spc="-30" dirty="0">
                <a:solidFill>
                  <a:srgbClr val="006600"/>
                </a:solidFill>
                <a:latin typeface="Lucida Sans Unicode" panose="020B0602030504020204" pitchFamily="34" charset="0"/>
                <a:cs typeface="Lucida Sans Unicode" panose="020B0602030504020204" pitchFamily="34" charset="0"/>
              </a:rPr>
              <a:t> </a:t>
            </a:r>
            <a:r>
              <a:rPr sz="2800" spc="-20" dirty="0">
                <a:solidFill>
                  <a:srgbClr val="006600"/>
                </a:solidFill>
                <a:latin typeface="Lucida Sans Unicode" panose="020B0602030504020204" pitchFamily="34" charset="0"/>
                <a:cs typeface="Lucida Sans Unicode" panose="020B0602030504020204" pitchFamily="34" charset="0"/>
              </a:rPr>
              <a:t>process</a:t>
            </a:r>
            <a:endParaRPr sz="2800" dirty="0">
              <a:latin typeface="Lucida Sans Unicode" panose="020B0602030504020204" pitchFamily="34" charset="0"/>
              <a:cs typeface="Lucida Sans Unicode" panose="020B0602030504020204" pitchFamily="34" charset="0"/>
            </a:endParaRPr>
          </a:p>
          <a:p>
            <a:pPr marL="364490" marR="387350" indent="-339090">
              <a:lnSpc>
                <a:spcPts val="3320"/>
              </a:lnSpc>
              <a:spcBef>
                <a:spcPts val="860"/>
              </a:spcBef>
              <a:buChar char="•"/>
              <a:tabLst>
                <a:tab pos="368300" algn="l"/>
              </a:tabLst>
            </a:pPr>
            <a:r>
              <a:rPr sz="2800" dirty="0">
                <a:solidFill>
                  <a:srgbClr val="006600"/>
                </a:solidFill>
                <a:latin typeface="Lucida Sans Unicode" panose="020B0602030504020204" pitchFamily="34" charset="0"/>
                <a:cs typeface="Lucida Sans Unicode" panose="020B0602030504020204" pitchFamily="34" charset="0"/>
              </a:rPr>
              <a:t>Both</a:t>
            </a:r>
            <a:r>
              <a:rPr sz="2800" spc="-60" dirty="0">
                <a:solidFill>
                  <a:srgbClr val="006600"/>
                </a:solidFill>
                <a:latin typeface="Lucida Sans Unicode" panose="020B0602030504020204" pitchFamily="34" charset="0"/>
                <a:cs typeface="Lucida Sans Unicode" panose="020B0602030504020204" pitchFamily="34" charset="0"/>
              </a:rPr>
              <a:t> </a:t>
            </a:r>
            <a:r>
              <a:rPr sz="2800" dirty="0">
                <a:solidFill>
                  <a:srgbClr val="006600"/>
                </a:solidFill>
                <a:latin typeface="Lucida Sans Unicode" panose="020B0602030504020204" pitchFamily="34" charset="0"/>
                <a:cs typeface="Lucida Sans Unicode" panose="020B0602030504020204" pitchFamily="34" charset="0"/>
              </a:rPr>
              <a:t>these</a:t>
            </a:r>
            <a:r>
              <a:rPr sz="2800" spc="-50" dirty="0">
                <a:solidFill>
                  <a:srgbClr val="006600"/>
                </a:solidFill>
                <a:latin typeface="Lucida Sans Unicode" panose="020B0602030504020204" pitchFamily="34" charset="0"/>
                <a:cs typeface="Lucida Sans Unicode" panose="020B0602030504020204" pitchFamily="34" charset="0"/>
              </a:rPr>
              <a:t> </a:t>
            </a:r>
            <a:r>
              <a:rPr sz="2800" dirty="0">
                <a:solidFill>
                  <a:srgbClr val="006600"/>
                </a:solidFill>
                <a:latin typeface="Lucida Sans Unicode" panose="020B0602030504020204" pitchFamily="34" charset="0"/>
                <a:cs typeface="Lucida Sans Unicode" panose="020B0602030504020204" pitchFamily="34" charset="0"/>
              </a:rPr>
              <a:t>stages</a:t>
            </a:r>
            <a:r>
              <a:rPr sz="2800" spc="-60" dirty="0">
                <a:solidFill>
                  <a:srgbClr val="006600"/>
                </a:solidFill>
                <a:latin typeface="Lucida Sans Unicode" panose="020B0602030504020204" pitchFamily="34" charset="0"/>
                <a:cs typeface="Lucida Sans Unicode" panose="020B0602030504020204" pitchFamily="34" charset="0"/>
              </a:rPr>
              <a:t> </a:t>
            </a:r>
            <a:r>
              <a:rPr sz="2800" dirty="0">
                <a:solidFill>
                  <a:srgbClr val="006600"/>
                </a:solidFill>
                <a:latin typeface="Lucida Sans Unicode" panose="020B0602030504020204" pitchFamily="34" charset="0"/>
                <a:cs typeface="Lucida Sans Unicode" panose="020B0602030504020204" pitchFamily="34" charset="0"/>
              </a:rPr>
              <a:t>generate</a:t>
            </a:r>
            <a:r>
              <a:rPr sz="2800" spc="-40" dirty="0">
                <a:solidFill>
                  <a:srgbClr val="006600"/>
                </a:solidFill>
                <a:latin typeface="Lucida Sans Unicode" panose="020B0602030504020204" pitchFamily="34" charset="0"/>
                <a:cs typeface="Lucida Sans Unicode" panose="020B0602030504020204" pitchFamily="34" charset="0"/>
              </a:rPr>
              <a:t> </a:t>
            </a:r>
            <a:r>
              <a:rPr sz="2800" dirty="0">
                <a:solidFill>
                  <a:srgbClr val="006600"/>
                </a:solidFill>
                <a:latin typeface="Lucida Sans Unicode" panose="020B0602030504020204" pitchFamily="34" charset="0"/>
                <a:cs typeface="Lucida Sans Unicode" panose="020B0602030504020204" pitchFamily="34" charset="0"/>
              </a:rPr>
              <a:t>vast</a:t>
            </a:r>
            <a:r>
              <a:rPr sz="2800" spc="-50" dirty="0">
                <a:solidFill>
                  <a:srgbClr val="006600"/>
                </a:solidFill>
                <a:latin typeface="Lucida Sans Unicode" panose="020B0602030504020204" pitchFamily="34" charset="0"/>
                <a:cs typeface="Lucida Sans Unicode" panose="020B0602030504020204" pitchFamily="34" charset="0"/>
              </a:rPr>
              <a:t> </a:t>
            </a:r>
            <a:r>
              <a:rPr sz="2800" spc="-20" dirty="0">
                <a:solidFill>
                  <a:srgbClr val="006600"/>
                </a:solidFill>
                <a:latin typeface="Lucida Sans Unicode" panose="020B0602030504020204" pitchFamily="34" charset="0"/>
                <a:cs typeface="Lucida Sans Unicode" panose="020B0602030504020204" pitchFamily="34" charset="0"/>
              </a:rPr>
              <a:t>amounts 	</a:t>
            </a:r>
            <a:r>
              <a:rPr sz="2800" dirty="0">
                <a:solidFill>
                  <a:srgbClr val="006600"/>
                </a:solidFill>
                <a:latin typeface="Lucida Sans Unicode" panose="020B0602030504020204" pitchFamily="34" charset="0"/>
                <a:cs typeface="Lucida Sans Unicode" panose="020B0602030504020204" pitchFamily="34" charset="0"/>
              </a:rPr>
              <a:t>of</a:t>
            </a:r>
            <a:r>
              <a:rPr sz="2800" spc="-50" dirty="0">
                <a:solidFill>
                  <a:srgbClr val="006600"/>
                </a:solidFill>
                <a:latin typeface="Lucida Sans Unicode" panose="020B0602030504020204" pitchFamily="34" charset="0"/>
                <a:cs typeface="Lucida Sans Unicode" panose="020B0602030504020204" pitchFamily="34" charset="0"/>
              </a:rPr>
              <a:t> </a:t>
            </a:r>
            <a:r>
              <a:rPr sz="2800" dirty="0">
                <a:solidFill>
                  <a:srgbClr val="006600"/>
                </a:solidFill>
                <a:latin typeface="Lucida Sans Unicode" panose="020B0602030504020204" pitchFamily="34" charset="0"/>
                <a:cs typeface="Lucida Sans Unicode" panose="020B0602030504020204" pitchFamily="34" charset="0"/>
              </a:rPr>
              <a:t>information.</a:t>
            </a:r>
            <a:r>
              <a:rPr sz="2800" spc="-60" dirty="0">
                <a:solidFill>
                  <a:srgbClr val="006600"/>
                </a:solidFill>
                <a:latin typeface="Lucida Sans Unicode" panose="020B0602030504020204" pitchFamily="34" charset="0"/>
                <a:cs typeface="Lucida Sans Unicode" panose="020B0602030504020204" pitchFamily="34" charset="0"/>
              </a:rPr>
              <a:t> </a:t>
            </a:r>
            <a:r>
              <a:rPr sz="2800" dirty="0">
                <a:solidFill>
                  <a:srgbClr val="006600"/>
                </a:solidFill>
                <a:latin typeface="Lucida Sans Unicode" panose="020B0602030504020204" pitchFamily="34" charset="0"/>
                <a:cs typeface="Lucida Sans Unicode" panose="020B0602030504020204" pitchFamily="34" charset="0"/>
              </a:rPr>
              <a:t>Must</a:t>
            </a:r>
            <a:r>
              <a:rPr sz="2800" spc="-50" dirty="0">
                <a:solidFill>
                  <a:srgbClr val="006600"/>
                </a:solidFill>
                <a:latin typeface="Lucida Sans Unicode" panose="020B0602030504020204" pitchFamily="34" charset="0"/>
                <a:cs typeface="Lucida Sans Unicode" panose="020B0602030504020204" pitchFamily="34" charset="0"/>
              </a:rPr>
              <a:t> </a:t>
            </a:r>
            <a:r>
              <a:rPr sz="2800" dirty="0">
                <a:solidFill>
                  <a:srgbClr val="006600"/>
                </a:solidFill>
                <a:latin typeface="Lucida Sans Unicode" panose="020B0602030504020204" pitchFamily="34" charset="0"/>
                <a:cs typeface="Lucida Sans Unicode" panose="020B0602030504020204" pitchFamily="34" charset="0"/>
              </a:rPr>
              <a:t>be</a:t>
            </a:r>
            <a:r>
              <a:rPr sz="2800" spc="-50" dirty="0">
                <a:solidFill>
                  <a:srgbClr val="006600"/>
                </a:solidFill>
                <a:latin typeface="Lucida Sans Unicode" panose="020B0602030504020204" pitchFamily="34" charset="0"/>
                <a:cs typeface="Lucida Sans Unicode" panose="020B0602030504020204" pitchFamily="34" charset="0"/>
              </a:rPr>
              <a:t> </a:t>
            </a:r>
            <a:r>
              <a:rPr sz="2800" dirty="0">
                <a:solidFill>
                  <a:srgbClr val="006600"/>
                </a:solidFill>
                <a:latin typeface="Lucida Sans Unicode" panose="020B0602030504020204" pitchFamily="34" charset="0"/>
                <a:cs typeface="Lucida Sans Unicode" panose="020B0602030504020204" pitchFamily="34" charset="0"/>
              </a:rPr>
              <a:t>used</a:t>
            </a:r>
            <a:r>
              <a:rPr sz="2800" spc="-50" dirty="0">
                <a:solidFill>
                  <a:srgbClr val="006600"/>
                </a:solidFill>
                <a:latin typeface="Lucida Sans Unicode" panose="020B0602030504020204" pitchFamily="34" charset="0"/>
                <a:cs typeface="Lucida Sans Unicode" panose="020B0602030504020204" pitchFamily="34" charset="0"/>
              </a:rPr>
              <a:t> </a:t>
            </a:r>
            <a:r>
              <a:rPr sz="2800" dirty="0">
                <a:solidFill>
                  <a:srgbClr val="006600"/>
                </a:solidFill>
                <a:latin typeface="Lucida Sans Unicode" panose="020B0602030504020204" pitchFamily="34" charset="0"/>
                <a:cs typeface="Lucida Sans Unicode" panose="020B0602030504020204" pitchFamily="34" charset="0"/>
              </a:rPr>
              <a:t>with</a:t>
            </a:r>
            <a:r>
              <a:rPr sz="2800" spc="-60" dirty="0">
                <a:solidFill>
                  <a:srgbClr val="006600"/>
                </a:solidFill>
                <a:latin typeface="Lucida Sans Unicode" panose="020B0602030504020204" pitchFamily="34" charset="0"/>
                <a:cs typeface="Lucida Sans Unicode" panose="020B0602030504020204" pitchFamily="34" charset="0"/>
              </a:rPr>
              <a:t> </a:t>
            </a:r>
            <a:r>
              <a:rPr sz="2800" spc="-20" dirty="0">
                <a:solidFill>
                  <a:srgbClr val="006600"/>
                </a:solidFill>
                <a:latin typeface="Lucida Sans Unicode" panose="020B0602030504020204" pitchFamily="34" charset="0"/>
                <a:cs typeface="Lucida Sans Unicode" panose="020B0602030504020204" pitchFamily="34" charset="0"/>
              </a:rPr>
              <a:t>care.</a:t>
            </a:r>
            <a:endParaRPr sz="2800" dirty="0">
              <a:latin typeface="Lucida Sans Unicode" panose="020B0602030504020204" pitchFamily="34" charset="0"/>
              <a:cs typeface="Lucida Sans Unicode" panose="020B0602030504020204" pitchFamily="34" charset="0"/>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768759" y="285275"/>
            <a:ext cx="4608830" cy="579646"/>
          </a:xfrm>
          <a:prstGeom prst="rect">
            <a:avLst/>
          </a:prstGeom>
        </p:spPr>
        <p:txBody>
          <a:bodyPr vert="horz" wrap="square" lIns="0" tIns="25400" rIns="0" bIns="0" rtlCol="0">
            <a:spAutoFit/>
          </a:bodyPr>
          <a:lstStyle/>
          <a:p>
            <a:pPr marL="25400">
              <a:spcBef>
                <a:spcPts val="200"/>
              </a:spcBef>
            </a:pPr>
            <a:r>
              <a:rPr sz="3600" b="1" dirty="0">
                <a:solidFill>
                  <a:srgbClr val="000099"/>
                </a:solidFill>
                <a:latin typeface="Comic Sans MS"/>
                <a:cs typeface="Comic Sans MS"/>
              </a:rPr>
              <a:t>LINT</a:t>
            </a:r>
            <a:r>
              <a:rPr sz="3600" b="1" spc="-40" dirty="0">
                <a:solidFill>
                  <a:srgbClr val="000099"/>
                </a:solidFill>
                <a:latin typeface="Comic Sans MS"/>
                <a:cs typeface="Comic Sans MS"/>
              </a:rPr>
              <a:t> </a:t>
            </a:r>
            <a:r>
              <a:rPr sz="3600" b="1" dirty="0">
                <a:solidFill>
                  <a:srgbClr val="000099"/>
                </a:solidFill>
                <a:latin typeface="Comic Sans MS"/>
                <a:cs typeface="Comic Sans MS"/>
              </a:rPr>
              <a:t>static</a:t>
            </a:r>
            <a:r>
              <a:rPr sz="3600" b="1" spc="-40" dirty="0">
                <a:solidFill>
                  <a:srgbClr val="000099"/>
                </a:solidFill>
                <a:latin typeface="Comic Sans MS"/>
                <a:cs typeface="Comic Sans MS"/>
              </a:rPr>
              <a:t> </a:t>
            </a:r>
            <a:r>
              <a:rPr sz="3600" b="1" spc="-20" dirty="0">
                <a:solidFill>
                  <a:srgbClr val="000099"/>
                </a:solidFill>
                <a:latin typeface="Comic Sans MS"/>
                <a:cs typeface="Comic Sans MS"/>
              </a:rPr>
              <a:t>analysis</a:t>
            </a:r>
            <a:endParaRPr sz="3600">
              <a:latin typeface="Comic Sans MS"/>
              <a:cs typeface="Comic Sans MS"/>
            </a:endParaRPr>
          </a:p>
        </p:txBody>
      </p:sp>
      <p:sp>
        <p:nvSpPr>
          <p:cNvPr id="3" name="object 3"/>
          <p:cNvSpPr txBox="1">
            <a:spLocks noGrp="1"/>
          </p:cNvSpPr>
          <p:nvPr>
            <p:ph type="title"/>
          </p:nvPr>
        </p:nvSpPr>
        <p:spPr>
          <a:xfrm>
            <a:off x="524228" y="162096"/>
            <a:ext cx="1993900" cy="271869"/>
          </a:xfrm>
          <a:prstGeom prst="rect">
            <a:avLst/>
          </a:prstGeom>
        </p:spPr>
        <p:txBody>
          <a:bodyPr vert="horz" wrap="square" lIns="0" tIns="25400" rIns="0" bIns="0" rtlCol="0">
            <a:spAutoFit/>
          </a:bodyPr>
          <a:lstStyle/>
          <a:p>
            <a:pPr marL="25400">
              <a:spcBef>
                <a:spcPts val="200"/>
              </a:spcBef>
            </a:pPr>
            <a:r>
              <a:rPr sz="1600" b="0" dirty="0">
                <a:solidFill>
                  <a:srgbClr val="000000"/>
                </a:solidFill>
                <a:latin typeface="Arial MT"/>
                <a:cs typeface="Arial MT"/>
              </a:rPr>
              <a:t>138%</a:t>
            </a:r>
            <a:r>
              <a:rPr sz="1600" b="0" spc="-50" dirty="0">
                <a:solidFill>
                  <a:srgbClr val="000000"/>
                </a:solidFill>
                <a:latin typeface="Arial MT"/>
                <a:cs typeface="Arial MT"/>
              </a:rPr>
              <a:t> </a:t>
            </a:r>
            <a:r>
              <a:rPr sz="1600" dirty="0">
                <a:solidFill>
                  <a:srgbClr val="000000"/>
                </a:solidFill>
                <a:latin typeface="Arial"/>
                <a:cs typeface="Arial"/>
              </a:rPr>
              <a:t>more</a:t>
            </a:r>
            <a:r>
              <a:rPr sz="1600" spc="-40" dirty="0">
                <a:solidFill>
                  <a:srgbClr val="000000"/>
                </a:solidFill>
                <a:latin typeface="Arial"/>
                <a:cs typeface="Arial"/>
              </a:rPr>
              <a:t> </a:t>
            </a:r>
            <a:r>
              <a:rPr sz="1600" spc="-20" dirty="0">
                <a:solidFill>
                  <a:srgbClr val="000000"/>
                </a:solidFill>
                <a:latin typeface="Arial"/>
                <a:cs typeface="Arial"/>
              </a:rPr>
              <a:t>lint_ex.c</a:t>
            </a:r>
            <a:endParaRPr sz="1600">
              <a:latin typeface="Arial"/>
              <a:cs typeface="Arial"/>
            </a:endParaRPr>
          </a:p>
        </p:txBody>
      </p:sp>
      <p:sp>
        <p:nvSpPr>
          <p:cNvPr id="4" name="object 4"/>
          <p:cNvSpPr txBox="1"/>
          <p:nvPr/>
        </p:nvSpPr>
        <p:spPr>
          <a:xfrm>
            <a:off x="524229" y="644697"/>
            <a:ext cx="2513330" cy="2977738"/>
          </a:xfrm>
          <a:prstGeom prst="rect">
            <a:avLst/>
          </a:prstGeom>
        </p:spPr>
        <p:txBody>
          <a:bodyPr vert="horz" wrap="square" lIns="0" tIns="35560" rIns="0" bIns="0" rtlCol="0">
            <a:spAutoFit/>
          </a:bodyPr>
          <a:lstStyle/>
          <a:p>
            <a:pPr marL="25400" marR="709930">
              <a:lnSpc>
                <a:spcPts val="1900"/>
              </a:lnSpc>
              <a:spcBef>
                <a:spcPts val="280"/>
              </a:spcBef>
            </a:pPr>
            <a:r>
              <a:rPr sz="1600" dirty="0">
                <a:latin typeface="Arial MT"/>
                <a:cs typeface="Arial MT"/>
              </a:rPr>
              <a:t>#include</a:t>
            </a:r>
            <a:r>
              <a:rPr sz="1600" spc="-100" dirty="0">
                <a:latin typeface="Arial MT"/>
                <a:cs typeface="Arial MT"/>
              </a:rPr>
              <a:t> </a:t>
            </a:r>
            <a:r>
              <a:rPr sz="1600" spc="-20" dirty="0">
                <a:latin typeface="Arial MT"/>
                <a:cs typeface="Arial MT"/>
              </a:rPr>
              <a:t>&lt;stdio.h&gt; </a:t>
            </a:r>
            <a:r>
              <a:rPr sz="1600" dirty="0">
                <a:latin typeface="Arial MT"/>
                <a:cs typeface="Arial MT"/>
              </a:rPr>
              <a:t>printarray</a:t>
            </a:r>
            <a:r>
              <a:rPr sz="1600" spc="-90" dirty="0">
                <a:latin typeface="Arial MT"/>
                <a:cs typeface="Arial MT"/>
              </a:rPr>
              <a:t> </a:t>
            </a:r>
            <a:r>
              <a:rPr sz="1600" spc="-20" dirty="0">
                <a:latin typeface="Arial MT"/>
                <a:cs typeface="Arial MT"/>
              </a:rPr>
              <a:t>(Anarray) int</a:t>
            </a:r>
            <a:r>
              <a:rPr sz="1600" spc="-60" dirty="0">
                <a:latin typeface="Arial MT"/>
                <a:cs typeface="Arial MT"/>
              </a:rPr>
              <a:t> </a:t>
            </a:r>
            <a:r>
              <a:rPr sz="1600" spc="-20" dirty="0">
                <a:latin typeface="Arial MT"/>
                <a:cs typeface="Arial MT"/>
              </a:rPr>
              <a:t>Anarray;</a:t>
            </a:r>
            <a:endParaRPr sz="1600">
              <a:latin typeface="Arial MT"/>
              <a:cs typeface="Arial MT"/>
            </a:endParaRPr>
          </a:p>
          <a:p>
            <a:pPr marL="25400">
              <a:lnSpc>
                <a:spcPts val="1910"/>
              </a:lnSpc>
              <a:spcBef>
                <a:spcPts val="20"/>
              </a:spcBef>
            </a:pPr>
            <a:r>
              <a:rPr sz="1600" spc="-100" dirty="0">
                <a:latin typeface="Arial MT"/>
                <a:cs typeface="Arial MT"/>
              </a:rPr>
              <a:t>{</a:t>
            </a:r>
            <a:endParaRPr sz="1600">
              <a:latin typeface="Arial MT"/>
              <a:cs typeface="Arial MT"/>
            </a:endParaRPr>
          </a:p>
          <a:p>
            <a:pPr marL="137160">
              <a:lnSpc>
                <a:spcPts val="1900"/>
              </a:lnSpc>
            </a:pPr>
            <a:r>
              <a:rPr sz="1600" spc="-20" dirty="0">
                <a:latin typeface="Arial MT"/>
                <a:cs typeface="Arial MT"/>
              </a:rPr>
              <a:t>printf(“%d”,Anarray);</a:t>
            </a:r>
            <a:endParaRPr sz="1600">
              <a:latin typeface="Arial MT"/>
              <a:cs typeface="Arial MT"/>
            </a:endParaRPr>
          </a:p>
          <a:p>
            <a:pPr marL="25400">
              <a:lnSpc>
                <a:spcPts val="1900"/>
              </a:lnSpc>
            </a:pPr>
            <a:r>
              <a:rPr sz="1600" spc="-100" dirty="0">
                <a:latin typeface="Arial MT"/>
                <a:cs typeface="Arial MT"/>
              </a:rPr>
              <a:t>}</a:t>
            </a:r>
            <a:endParaRPr sz="1600">
              <a:latin typeface="Arial MT"/>
              <a:cs typeface="Arial MT"/>
            </a:endParaRPr>
          </a:p>
          <a:p>
            <a:pPr marL="25400">
              <a:lnSpc>
                <a:spcPts val="1900"/>
              </a:lnSpc>
            </a:pPr>
            <a:r>
              <a:rPr sz="1600" dirty="0">
                <a:latin typeface="Arial MT"/>
                <a:cs typeface="Arial MT"/>
              </a:rPr>
              <a:t>main</a:t>
            </a:r>
            <a:r>
              <a:rPr sz="1600" spc="-50" dirty="0">
                <a:latin typeface="Arial MT"/>
                <a:cs typeface="Arial MT"/>
              </a:rPr>
              <a:t> ()</a:t>
            </a:r>
            <a:endParaRPr sz="1600">
              <a:latin typeface="Arial MT"/>
              <a:cs typeface="Arial MT"/>
            </a:endParaRPr>
          </a:p>
          <a:p>
            <a:pPr marL="25400">
              <a:lnSpc>
                <a:spcPts val="1900"/>
              </a:lnSpc>
            </a:pPr>
            <a:r>
              <a:rPr sz="1600" spc="-100" dirty="0">
                <a:latin typeface="Arial MT"/>
                <a:cs typeface="Arial MT"/>
              </a:rPr>
              <a:t>{</a:t>
            </a:r>
            <a:endParaRPr sz="1600">
              <a:latin typeface="Arial MT"/>
              <a:cs typeface="Arial MT"/>
            </a:endParaRPr>
          </a:p>
          <a:p>
            <a:pPr marL="137160">
              <a:lnSpc>
                <a:spcPts val="1910"/>
              </a:lnSpc>
            </a:pPr>
            <a:r>
              <a:rPr sz="1600" spc="-20" dirty="0">
                <a:latin typeface="Arial MT"/>
                <a:cs typeface="Arial MT"/>
              </a:rPr>
              <a:t>int</a:t>
            </a:r>
            <a:r>
              <a:rPr sz="1600" spc="-80" dirty="0">
                <a:latin typeface="Arial MT"/>
                <a:cs typeface="Arial MT"/>
              </a:rPr>
              <a:t> </a:t>
            </a:r>
            <a:r>
              <a:rPr sz="1600" spc="-20" dirty="0">
                <a:latin typeface="Arial MT"/>
                <a:cs typeface="Arial MT"/>
              </a:rPr>
              <a:t>Anarray[5];</a:t>
            </a:r>
            <a:r>
              <a:rPr sz="1600" dirty="0">
                <a:latin typeface="Arial MT"/>
                <a:cs typeface="Arial MT"/>
              </a:rPr>
              <a:t> int</a:t>
            </a:r>
            <a:r>
              <a:rPr sz="1600" spc="10" dirty="0">
                <a:latin typeface="Arial MT"/>
                <a:cs typeface="Arial MT"/>
              </a:rPr>
              <a:t> </a:t>
            </a:r>
            <a:r>
              <a:rPr sz="1600" dirty="0">
                <a:latin typeface="Arial MT"/>
                <a:cs typeface="Arial MT"/>
              </a:rPr>
              <a:t>i; char</a:t>
            </a:r>
            <a:r>
              <a:rPr sz="1600" spc="20" dirty="0">
                <a:latin typeface="Arial MT"/>
                <a:cs typeface="Arial MT"/>
              </a:rPr>
              <a:t> </a:t>
            </a:r>
            <a:r>
              <a:rPr sz="1600" spc="-50" dirty="0">
                <a:latin typeface="Arial MT"/>
                <a:cs typeface="Arial MT"/>
              </a:rPr>
              <a:t>c;</a:t>
            </a:r>
            <a:endParaRPr sz="1600">
              <a:latin typeface="Arial MT"/>
              <a:cs typeface="Arial MT"/>
            </a:endParaRPr>
          </a:p>
          <a:p>
            <a:pPr marL="137160" marR="182880">
              <a:spcBef>
                <a:spcPts val="80"/>
              </a:spcBef>
            </a:pPr>
            <a:r>
              <a:rPr sz="1600" dirty="0">
                <a:latin typeface="Arial MT"/>
                <a:cs typeface="Arial MT"/>
              </a:rPr>
              <a:t>printarray</a:t>
            </a:r>
            <a:r>
              <a:rPr sz="1600" spc="-50" dirty="0">
                <a:latin typeface="Arial MT"/>
                <a:cs typeface="Arial MT"/>
              </a:rPr>
              <a:t> </a:t>
            </a:r>
            <a:r>
              <a:rPr sz="1600" spc="-20" dirty="0">
                <a:latin typeface="Arial MT"/>
                <a:cs typeface="Arial MT"/>
              </a:rPr>
              <a:t>(Anarray,</a:t>
            </a:r>
            <a:r>
              <a:rPr sz="1600" spc="-50" dirty="0">
                <a:latin typeface="Arial MT"/>
                <a:cs typeface="Arial MT"/>
              </a:rPr>
              <a:t> </a:t>
            </a:r>
            <a:r>
              <a:rPr sz="1600" dirty="0">
                <a:latin typeface="Arial MT"/>
                <a:cs typeface="Arial MT"/>
              </a:rPr>
              <a:t>i,</a:t>
            </a:r>
            <a:r>
              <a:rPr sz="1600" spc="-50" dirty="0">
                <a:latin typeface="Arial MT"/>
                <a:cs typeface="Arial MT"/>
              </a:rPr>
              <a:t> c);</a:t>
            </a:r>
            <a:r>
              <a:rPr sz="1600" dirty="0">
                <a:latin typeface="Arial MT"/>
                <a:cs typeface="Arial MT"/>
              </a:rPr>
              <a:t> printarray</a:t>
            </a:r>
            <a:r>
              <a:rPr sz="1600" spc="-90" dirty="0">
                <a:latin typeface="Arial MT"/>
                <a:cs typeface="Arial MT"/>
              </a:rPr>
              <a:t> </a:t>
            </a:r>
            <a:r>
              <a:rPr sz="1600" dirty="0">
                <a:latin typeface="Arial MT"/>
                <a:cs typeface="Arial MT"/>
              </a:rPr>
              <a:t>(Anarray)</a:t>
            </a:r>
            <a:r>
              <a:rPr sz="1600" spc="-80" dirty="0">
                <a:latin typeface="Arial MT"/>
                <a:cs typeface="Arial MT"/>
              </a:rPr>
              <a:t> </a:t>
            </a:r>
            <a:r>
              <a:rPr sz="1600" spc="-100" dirty="0">
                <a:latin typeface="Arial MT"/>
                <a:cs typeface="Arial MT"/>
              </a:rPr>
              <a:t>;</a:t>
            </a:r>
            <a:endParaRPr sz="1600">
              <a:latin typeface="Arial MT"/>
              <a:cs typeface="Arial MT"/>
            </a:endParaRPr>
          </a:p>
          <a:p>
            <a:pPr marL="25400">
              <a:lnSpc>
                <a:spcPts val="1880"/>
              </a:lnSpc>
            </a:pPr>
            <a:r>
              <a:rPr sz="1600" spc="-100" dirty="0">
                <a:latin typeface="Arial MT"/>
                <a:cs typeface="Arial MT"/>
              </a:rPr>
              <a:t>}</a:t>
            </a:r>
            <a:endParaRPr sz="1600">
              <a:latin typeface="Arial MT"/>
              <a:cs typeface="Arial MT"/>
            </a:endParaRPr>
          </a:p>
        </p:txBody>
      </p:sp>
      <p:sp>
        <p:nvSpPr>
          <p:cNvPr id="5" name="object 5"/>
          <p:cNvSpPr txBox="1"/>
          <p:nvPr/>
        </p:nvSpPr>
        <p:spPr>
          <a:xfrm>
            <a:off x="524229" y="3819696"/>
            <a:ext cx="5020310" cy="2736647"/>
          </a:xfrm>
          <a:prstGeom prst="rect">
            <a:avLst/>
          </a:prstGeom>
        </p:spPr>
        <p:txBody>
          <a:bodyPr vert="horz" wrap="square" lIns="0" tIns="25400" rIns="0" bIns="0" rtlCol="0">
            <a:spAutoFit/>
          </a:bodyPr>
          <a:lstStyle/>
          <a:p>
            <a:pPr marL="25400">
              <a:lnSpc>
                <a:spcPts val="1910"/>
              </a:lnSpc>
              <a:spcBef>
                <a:spcPts val="200"/>
              </a:spcBef>
            </a:pPr>
            <a:r>
              <a:rPr sz="1600" dirty="0">
                <a:latin typeface="Arial MT"/>
                <a:cs typeface="Arial MT"/>
              </a:rPr>
              <a:t>139%</a:t>
            </a:r>
            <a:r>
              <a:rPr sz="1600" spc="-50" dirty="0">
                <a:latin typeface="Arial MT"/>
                <a:cs typeface="Arial MT"/>
              </a:rPr>
              <a:t> </a:t>
            </a:r>
            <a:r>
              <a:rPr sz="1600" b="1" dirty="0">
                <a:latin typeface="Arial"/>
                <a:cs typeface="Arial"/>
              </a:rPr>
              <a:t>cc</a:t>
            </a:r>
            <a:r>
              <a:rPr sz="1600" b="1" spc="-40" dirty="0">
                <a:latin typeface="Arial"/>
                <a:cs typeface="Arial"/>
              </a:rPr>
              <a:t> </a:t>
            </a:r>
            <a:r>
              <a:rPr sz="1600" b="1" spc="-20" dirty="0">
                <a:latin typeface="Arial"/>
                <a:cs typeface="Arial"/>
              </a:rPr>
              <a:t>lint_ex.c</a:t>
            </a:r>
            <a:endParaRPr sz="1600">
              <a:latin typeface="Arial"/>
              <a:cs typeface="Arial"/>
            </a:endParaRPr>
          </a:p>
          <a:p>
            <a:pPr marL="25400">
              <a:lnSpc>
                <a:spcPts val="1910"/>
              </a:lnSpc>
            </a:pPr>
            <a:r>
              <a:rPr sz="1600" dirty="0">
                <a:latin typeface="Arial MT"/>
                <a:cs typeface="Arial MT"/>
              </a:rPr>
              <a:t>140%</a:t>
            </a:r>
            <a:r>
              <a:rPr sz="1600" spc="-40" dirty="0">
                <a:latin typeface="Arial MT"/>
                <a:cs typeface="Arial MT"/>
              </a:rPr>
              <a:t> </a:t>
            </a:r>
            <a:r>
              <a:rPr sz="1600" b="1" dirty="0">
                <a:latin typeface="Arial"/>
                <a:cs typeface="Arial"/>
              </a:rPr>
              <a:t>lint</a:t>
            </a:r>
            <a:r>
              <a:rPr sz="1600" b="1" spc="-30" dirty="0">
                <a:latin typeface="Arial"/>
                <a:cs typeface="Arial"/>
              </a:rPr>
              <a:t> </a:t>
            </a:r>
            <a:r>
              <a:rPr sz="1600" b="1" spc="-20" dirty="0">
                <a:latin typeface="Arial"/>
                <a:cs typeface="Arial"/>
              </a:rPr>
              <a:t>lint_ex.c</a:t>
            </a:r>
            <a:endParaRPr sz="1600">
              <a:latin typeface="Arial"/>
              <a:cs typeface="Arial"/>
            </a:endParaRPr>
          </a:p>
          <a:p>
            <a:pPr>
              <a:spcBef>
                <a:spcPts val="30"/>
              </a:spcBef>
            </a:pPr>
            <a:endParaRPr sz="1600">
              <a:latin typeface="Arial"/>
              <a:cs typeface="Arial"/>
            </a:endParaRPr>
          </a:p>
          <a:p>
            <a:pPr marL="25400" marR="10160">
              <a:lnSpc>
                <a:spcPct val="100299"/>
              </a:lnSpc>
            </a:pPr>
            <a:r>
              <a:rPr sz="1600" spc="-20" dirty="0">
                <a:latin typeface="Arial MT"/>
                <a:cs typeface="Arial MT"/>
              </a:rPr>
              <a:t>lint_ex.c(10):</a:t>
            </a:r>
            <a:r>
              <a:rPr sz="1600" spc="-40" dirty="0">
                <a:latin typeface="Arial MT"/>
                <a:cs typeface="Arial MT"/>
              </a:rPr>
              <a:t> </a:t>
            </a:r>
            <a:r>
              <a:rPr sz="1600" dirty="0">
                <a:latin typeface="Arial MT"/>
                <a:cs typeface="Arial MT"/>
              </a:rPr>
              <a:t>warning:</a:t>
            </a:r>
            <a:r>
              <a:rPr sz="1600" spc="-30" dirty="0">
                <a:latin typeface="Arial MT"/>
                <a:cs typeface="Arial MT"/>
              </a:rPr>
              <a:t> </a:t>
            </a:r>
            <a:r>
              <a:rPr sz="1600" dirty="0">
                <a:latin typeface="Arial MT"/>
                <a:cs typeface="Arial MT"/>
              </a:rPr>
              <a:t>c</a:t>
            </a:r>
            <a:r>
              <a:rPr sz="1600" spc="-20" dirty="0">
                <a:latin typeface="Arial MT"/>
                <a:cs typeface="Arial MT"/>
              </a:rPr>
              <a:t> </a:t>
            </a:r>
            <a:r>
              <a:rPr sz="1600" dirty="0">
                <a:latin typeface="Arial MT"/>
                <a:cs typeface="Arial MT"/>
              </a:rPr>
              <a:t>may</a:t>
            </a:r>
            <a:r>
              <a:rPr sz="1600" spc="-20" dirty="0">
                <a:latin typeface="Arial MT"/>
                <a:cs typeface="Arial MT"/>
              </a:rPr>
              <a:t> </a:t>
            </a:r>
            <a:r>
              <a:rPr sz="1600" dirty="0">
                <a:latin typeface="Arial MT"/>
                <a:cs typeface="Arial MT"/>
              </a:rPr>
              <a:t>be</a:t>
            </a:r>
            <a:r>
              <a:rPr sz="1600" spc="-20" dirty="0">
                <a:latin typeface="Arial MT"/>
                <a:cs typeface="Arial MT"/>
              </a:rPr>
              <a:t> </a:t>
            </a:r>
            <a:r>
              <a:rPr sz="1600" dirty="0">
                <a:latin typeface="Arial MT"/>
                <a:cs typeface="Arial MT"/>
              </a:rPr>
              <a:t>used</a:t>
            </a:r>
            <a:r>
              <a:rPr sz="1600" spc="-20" dirty="0">
                <a:latin typeface="Arial MT"/>
                <a:cs typeface="Arial MT"/>
              </a:rPr>
              <a:t> </a:t>
            </a:r>
            <a:r>
              <a:rPr sz="1600" dirty="0">
                <a:latin typeface="Arial MT"/>
                <a:cs typeface="Arial MT"/>
              </a:rPr>
              <a:t>before</a:t>
            </a:r>
            <a:r>
              <a:rPr sz="1600" spc="-30" dirty="0">
                <a:latin typeface="Arial MT"/>
                <a:cs typeface="Arial MT"/>
              </a:rPr>
              <a:t> </a:t>
            </a:r>
            <a:r>
              <a:rPr sz="1600" spc="-50" dirty="0">
                <a:latin typeface="Arial MT"/>
                <a:cs typeface="Arial MT"/>
              </a:rPr>
              <a:t>set</a:t>
            </a:r>
            <a:r>
              <a:rPr sz="1600" spc="-20" dirty="0">
                <a:latin typeface="Arial MT"/>
                <a:cs typeface="Arial MT"/>
              </a:rPr>
              <a:t> lint_ex.c(10):</a:t>
            </a:r>
            <a:r>
              <a:rPr sz="1600" spc="-40" dirty="0">
                <a:latin typeface="Arial MT"/>
                <a:cs typeface="Arial MT"/>
              </a:rPr>
              <a:t> </a:t>
            </a:r>
            <a:r>
              <a:rPr sz="1600" dirty="0">
                <a:latin typeface="Arial MT"/>
                <a:cs typeface="Arial MT"/>
              </a:rPr>
              <a:t>warning:</a:t>
            </a:r>
            <a:r>
              <a:rPr sz="1600" spc="-30" dirty="0">
                <a:latin typeface="Arial MT"/>
                <a:cs typeface="Arial MT"/>
              </a:rPr>
              <a:t> </a:t>
            </a:r>
            <a:r>
              <a:rPr sz="1600" dirty="0">
                <a:latin typeface="Arial MT"/>
                <a:cs typeface="Arial MT"/>
              </a:rPr>
              <a:t>i</a:t>
            </a:r>
            <a:r>
              <a:rPr sz="1600" spc="-20" dirty="0">
                <a:latin typeface="Arial MT"/>
                <a:cs typeface="Arial MT"/>
              </a:rPr>
              <a:t> </a:t>
            </a:r>
            <a:r>
              <a:rPr sz="1600" dirty="0">
                <a:latin typeface="Arial MT"/>
                <a:cs typeface="Arial MT"/>
              </a:rPr>
              <a:t>may</a:t>
            </a:r>
            <a:r>
              <a:rPr sz="1600" spc="-20" dirty="0">
                <a:latin typeface="Arial MT"/>
                <a:cs typeface="Arial MT"/>
              </a:rPr>
              <a:t> </a:t>
            </a:r>
            <a:r>
              <a:rPr sz="1600" dirty="0">
                <a:latin typeface="Arial MT"/>
                <a:cs typeface="Arial MT"/>
              </a:rPr>
              <a:t>be</a:t>
            </a:r>
            <a:r>
              <a:rPr sz="1600" spc="-20" dirty="0">
                <a:latin typeface="Arial MT"/>
                <a:cs typeface="Arial MT"/>
              </a:rPr>
              <a:t> </a:t>
            </a:r>
            <a:r>
              <a:rPr sz="1600" dirty="0">
                <a:latin typeface="Arial MT"/>
                <a:cs typeface="Arial MT"/>
              </a:rPr>
              <a:t>used</a:t>
            </a:r>
            <a:r>
              <a:rPr sz="1600" spc="-20" dirty="0">
                <a:latin typeface="Arial MT"/>
                <a:cs typeface="Arial MT"/>
              </a:rPr>
              <a:t> </a:t>
            </a:r>
            <a:r>
              <a:rPr sz="1600" dirty="0">
                <a:latin typeface="Arial MT"/>
                <a:cs typeface="Arial MT"/>
              </a:rPr>
              <a:t>before</a:t>
            </a:r>
            <a:r>
              <a:rPr sz="1600" spc="-20" dirty="0">
                <a:latin typeface="Arial MT"/>
                <a:cs typeface="Arial MT"/>
              </a:rPr>
              <a:t> </a:t>
            </a:r>
            <a:r>
              <a:rPr sz="1600" spc="-50" dirty="0">
                <a:latin typeface="Arial MT"/>
                <a:cs typeface="Arial MT"/>
              </a:rPr>
              <a:t>set</a:t>
            </a:r>
            <a:r>
              <a:rPr sz="1600" dirty="0">
                <a:latin typeface="Arial MT"/>
                <a:cs typeface="Arial MT"/>
              </a:rPr>
              <a:t> printarray:</a:t>
            </a:r>
            <a:r>
              <a:rPr sz="1600" spc="-70" dirty="0">
                <a:latin typeface="Arial MT"/>
                <a:cs typeface="Arial MT"/>
              </a:rPr>
              <a:t> </a:t>
            </a:r>
            <a:r>
              <a:rPr sz="1600" dirty="0">
                <a:latin typeface="Arial MT"/>
                <a:cs typeface="Arial MT"/>
              </a:rPr>
              <a:t>variable</a:t>
            </a:r>
            <a:r>
              <a:rPr sz="1600" spc="-60" dirty="0">
                <a:latin typeface="Arial MT"/>
                <a:cs typeface="Arial MT"/>
              </a:rPr>
              <a:t> </a:t>
            </a:r>
            <a:r>
              <a:rPr sz="1600" dirty="0">
                <a:latin typeface="Arial MT"/>
                <a:cs typeface="Arial MT"/>
              </a:rPr>
              <a:t>#</a:t>
            </a:r>
            <a:r>
              <a:rPr sz="1600" spc="-60" dirty="0">
                <a:latin typeface="Arial MT"/>
                <a:cs typeface="Arial MT"/>
              </a:rPr>
              <a:t> </a:t>
            </a:r>
            <a:r>
              <a:rPr sz="1600" dirty="0">
                <a:latin typeface="Arial MT"/>
                <a:cs typeface="Arial MT"/>
              </a:rPr>
              <a:t>of</a:t>
            </a:r>
            <a:r>
              <a:rPr sz="1600" spc="-60" dirty="0">
                <a:latin typeface="Arial MT"/>
                <a:cs typeface="Arial MT"/>
              </a:rPr>
              <a:t> </a:t>
            </a:r>
            <a:r>
              <a:rPr sz="1600" dirty="0">
                <a:latin typeface="Arial MT"/>
                <a:cs typeface="Arial MT"/>
              </a:rPr>
              <a:t>args.</a:t>
            </a:r>
            <a:r>
              <a:rPr sz="1600" spc="-70" dirty="0">
                <a:latin typeface="Arial MT"/>
                <a:cs typeface="Arial MT"/>
              </a:rPr>
              <a:t> </a:t>
            </a:r>
            <a:r>
              <a:rPr sz="1600" dirty="0">
                <a:latin typeface="Arial MT"/>
                <a:cs typeface="Arial MT"/>
              </a:rPr>
              <a:t>lint_ex.c(4)</a:t>
            </a:r>
            <a:r>
              <a:rPr sz="1600" spc="-60" dirty="0">
                <a:latin typeface="Arial MT"/>
                <a:cs typeface="Arial MT"/>
              </a:rPr>
              <a:t> </a:t>
            </a:r>
            <a:r>
              <a:rPr sz="1600" dirty="0">
                <a:latin typeface="Arial MT"/>
                <a:cs typeface="Arial MT"/>
              </a:rPr>
              <a:t>::</a:t>
            </a:r>
            <a:r>
              <a:rPr sz="1600" spc="-60" dirty="0">
                <a:latin typeface="Arial MT"/>
                <a:cs typeface="Arial MT"/>
              </a:rPr>
              <a:t> </a:t>
            </a:r>
            <a:r>
              <a:rPr sz="1600" spc="-20" dirty="0">
                <a:latin typeface="Arial MT"/>
                <a:cs typeface="Arial MT"/>
              </a:rPr>
              <a:t>lint_ex.c(10) printarray,</a:t>
            </a:r>
            <a:r>
              <a:rPr sz="1600" spc="-30" dirty="0">
                <a:latin typeface="Arial MT"/>
                <a:cs typeface="Arial MT"/>
              </a:rPr>
              <a:t> </a:t>
            </a:r>
            <a:r>
              <a:rPr sz="1600" dirty="0">
                <a:latin typeface="Arial MT"/>
                <a:cs typeface="Arial MT"/>
              </a:rPr>
              <a:t>arg.</a:t>
            </a:r>
            <a:r>
              <a:rPr sz="1600" spc="-20" dirty="0">
                <a:latin typeface="Arial MT"/>
                <a:cs typeface="Arial MT"/>
              </a:rPr>
              <a:t> </a:t>
            </a:r>
            <a:r>
              <a:rPr sz="1600" dirty="0">
                <a:latin typeface="Arial MT"/>
                <a:cs typeface="Arial MT"/>
              </a:rPr>
              <a:t>1</a:t>
            </a:r>
            <a:r>
              <a:rPr sz="1600" spc="-10" dirty="0">
                <a:latin typeface="Arial MT"/>
                <a:cs typeface="Arial MT"/>
              </a:rPr>
              <a:t> </a:t>
            </a:r>
            <a:r>
              <a:rPr sz="1600" dirty="0">
                <a:latin typeface="Arial MT"/>
                <a:cs typeface="Arial MT"/>
              </a:rPr>
              <a:t>used</a:t>
            </a:r>
            <a:r>
              <a:rPr sz="1600" spc="-10" dirty="0">
                <a:latin typeface="Arial MT"/>
                <a:cs typeface="Arial MT"/>
              </a:rPr>
              <a:t> </a:t>
            </a:r>
            <a:r>
              <a:rPr sz="1600" spc="-20" dirty="0">
                <a:latin typeface="Arial MT"/>
                <a:cs typeface="Arial MT"/>
              </a:rPr>
              <a:t>inconsistently </a:t>
            </a:r>
            <a:r>
              <a:rPr sz="1600" dirty="0">
                <a:latin typeface="Arial MT"/>
                <a:cs typeface="Arial MT"/>
              </a:rPr>
              <a:t>lint_ex.c(4)</a:t>
            </a:r>
            <a:r>
              <a:rPr sz="1600" spc="-10" dirty="0">
                <a:latin typeface="Arial MT"/>
                <a:cs typeface="Arial MT"/>
              </a:rPr>
              <a:t> </a:t>
            </a:r>
            <a:r>
              <a:rPr sz="1600" spc="-50" dirty="0">
                <a:latin typeface="Arial MT"/>
                <a:cs typeface="Arial MT"/>
              </a:rPr>
              <a:t>::</a:t>
            </a:r>
            <a:r>
              <a:rPr sz="1600" spc="-20" dirty="0">
                <a:latin typeface="Arial MT"/>
                <a:cs typeface="Arial MT"/>
              </a:rPr>
              <a:t> lint_ex.c(10)</a:t>
            </a:r>
            <a:endParaRPr sz="1600">
              <a:latin typeface="Arial MT"/>
              <a:cs typeface="Arial MT"/>
            </a:endParaRPr>
          </a:p>
          <a:p>
            <a:pPr marL="25400" marR="510540">
              <a:lnSpc>
                <a:spcPts val="1900"/>
              </a:lnSpc>
              <a:spcBef>
                <a:spcPts val="60"/>
              </a:spcBef>
            </a:pPr>
            <a:r>
              <a:rPr sz="1600" spc="-20" dirty="0">
                <a:latin typeface="Arial MT"/>
                <a:cs typeface="Arial MT"/>
              </a:rPr>
              <a:t>printarray,</a:t>
            </a:r>
            <a:r>
              <a:rPr sz="1600" spc="-30" dirty="0">
                <a:latin typeface="Arial MT"/>
                <a:cs typeface="Arial MT"/>
              </a:rPr>
              <a:t> </a:t>
            </a:r>
            <a:r>
              <a:rPr sz="1600" dirty="0">
                <a:latin typeface="Arial MT"/>
                <a:cs typeface="Arial MT"/>
              </a:rPr>
              <a:t>arg.</a:t>
            </a:r>
            <a:r>
              <a:rPr sz="1600" spc="-20" dirty="0">
                <a:latin typeface="Arial MT"/>
                <a:cs typeface="Arial MT"/>
              </a:rPr>
              <a:t> </a:t>
            </a:r>
            <a:r>
              <a:rPr sz="1600" dirty="0">
                <a:latin typeface="Arial MT"/>
                <a:cs typeface="Arial MT"/>
              </a:rPr>
              <a:t>1</a:t>
            </a:r>
            <a:r>
              <a:rPr sz="1600" spc="-10" dirty="0">
                <a:latin typeface="Arial MT"/>
                <a:cs typeface="Arial MT"/>
              </a:rPr>
              <a:t> </a:t>
            </a:r>
            <a:r>
              <a:rPr sz="1600" dirty="0">
                <a:latin typeface="Arial MT"/>
                <a:cs typeface="Arial MT"/>
              </a:rPr>
              <a:t>used</a:t>
            </a:r>
            <a:r>
              <a:rPr sz="1600" spc="-10" dirty="0">
                <a:latin typeface="Arial MT"/>
                <a:cs typeface="Arial MT"/>
              </a:rPr>
              <a:t> </a:t>
            </a:r>
            <a:r>
              <a:rPr sz="1600" spc="-20" dirty="0">
                <a:latin typeface="Arial MT"/>
                <a:cs typeface="Arial MT"/>
              </a:rPr>
              <a:t>inconsistently </a:t>
            </a:r>
            <a:r>
              <a:rPr sz="1600" dirty="0">
                <a:latin typeface="Arial MT"/>
                <a:cs typeface="Arial MT"/>
              </a:rPr>
              <a:t>lint_ex.c(4)</a:t>
            </a:r>
            <a:r>
              <a:rPr sz="1600" spc="-10" dirty="0">
                <a:latin typeface="Arial MT"/>
                <a:cs typeface="Arial MT"/>
              </a:rPr>
              <a:t> </a:t>
            </a:r>
            <a:r>
              <a:rPr sz="1600" spc="-50" dirty="0">
                <a:latin typeface="Arial MT"/>
                <a:cs typeface="Arial MT"/>
              </a:rPr>
              <a:t>::</a:t>
            </a:r>
            <a:r>
              <a:rPr sz="1600" spc="-20" dirty="0">
                <a:latin typeface="Arial MT"/>
                <a:cs typeface="Arial MT"/>
              </a:rPr>
              <a:t> lint_ex.c(11)</a:t>
            </a:r>
            <a:endParaRPr sz="1600">
              <a:latin typeface="Arial MT"/>
              <a:cs typeface="Arial MT"/>
            </a:endParaRPr>
          </a:p>
          <a:p>
            <a:pPr marL="25400">
              <a:spcBef>
                <a:spcPts val="20"/>
              </a:spcBef>
            </a:pPr>
            <a:r>
              <a:rPr sz="1600" dirty="0">
                <a:latin typeface="Arial MT"/>
                <a:cs typeface="Arial MT"/>
              </a:rPr>
              <a:t>printf</a:t>
            </a:r>
            <a:r>
              <a:rPr sz="1600" spc="-60" dirty="0">
                <a:latin typeface="Arial MT"/>
                <a:cs typeface="Arial MT"/>
              </a:rPr>
              <a:t> </a:t>
            </a:r>
            <a:r>
              <a:rPr sz="1600" dirty="0">
                <a:latin typeface="Arial MT"/>
                <a:cs typeface="Arial MT"/>
              </a:rPr>
              <a:t>returns</a:t>
            </a:r>
            <a:r>
              <a:rPr sz="1600" spc="-40" dirty="0">
                <a:latin typeface="Arial MT"/>
                <a:cs typeface="Arial MT"/>
              </a:rPr>
              <a:t> </a:t>
            </a:r>
            <a:r>
              <a:rPr sz="1600" dirty="0">
                <a:latin typeface="Arial MT"/>
                <a:cs typeface="Arial MT"/>
              </a:rPr>
              <a:t>value</a:t>
            </a:r>
            <a:r>
              <a:rPr sz="1600" spc="-40" dirty="0">
                <a:latin typeface="Arial MT"/>
                <a:cs typeface="Arial MT"/>
              </a:rPr>
              <a:t> </a:t>
            </a:r>
            <a:r>
              <a:rPr sz="1600" dirty="0">
                <a:latin typeface="Arial MT"/>
                <a:cs typeface="Arial MT"/>
              </a:rPr>
              <a:t>which</a:t>
            </a:r>
            <a:r>
              <a:rPr sz="1600" spc="-50" dirty="0">
                <a:latin typeface="Arial MT"/>
                <a:cs typeface="Arial MT"/>
              </a:rPr>
              <a:t> </a:t>
            </a:r>
            <a:r>
              <a:rPr sz="1600" dirty="0">
                <a:latin typeface="Arial MT"/>
                <a:cs typeface="Arial MT"/>
              </a:rPr>
              <a:t>is</a:t>
            </a:r>
            <a:r>
              <a:rPr sz="1600" spc="-40" dirty="0">
                <a:latin typeface="Arial MT"/>
                <a:cs typeface="Arial MT"/>
              </a:rPr>
              <a:t> </a:t>
            </a:r>
            <a:r>
              <a:rPr sz="1600" dirty="0">
                <a:latin typeface="Arial MT"/>
                <a:cs typeface="Arial MT"/>
              </a:rPr>
              <a:t>always</a:t>
            </a:r>
            <a:r>
              <a:rPr sz="1600" spc="-50" dirty="0">
                <a:latin typeface="Arial MT"/>
                <a:cs typeface="Arial MT"/>
              </a:rPr>
              <a:t> </a:t>
            </a:r>
            <a:r>
              <a:rPr sz="1600" spc="-20" dirty="0">
                <a:latin typeface="Arial MT"/>
                <a:cs typeface="Arial MT"/>
              </a:rPr>
              <a:t>ignored</a:t>
            </a:r>
            <a:endParaRPr sz="1600">
              <a:latin typeface="Arial MT"/>
              <a:cs typeface="Arial MT"/>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8673462" y="20321"/>
            <a:ext cx="299720" cy="271869"/>
          </a:xfrm>
          <a:prstGeom prst="rect">
            <a:avLst/>
          </a:prstGeom>
        </p:spPr>
        <p:txBody>
          <a:bodyPr vert="horz" wrap="square" lIns="0" tIns="25400" rIns="0" bIns="0" rtlCol="0">
            <a:spAutoFit/>
          </a:bodyPr>
          <a:lstStyle/>
          <a:p>
            <a:pPr marL="25400">
              <a:spcBef>
                <a:spcPts val="200"/>
              </a:spcBef>
            </a:pPr>
            <a:r>
              <a:rPr sz="1600" spc="-50" dirty="0">
                <a:latin typeface="Comic Sans MS"/>
                <a:cs typeface="Comic Sans MS"/>
              </a:rPr>
              <a:t>23</a:t>
            </a:r>
            <a:endParaRPr sz="1600">
              <a:latin typeface="Comic Sans MS"/>
              <a:cs typeface="Comic Sans MS"/>
            </a:endParaRPr>
          </a:p>
        </p:txBody>
      </p:sp>
      <p:sp>
        <p:nvSpPr>
          <p:cNvPr id="3" name="object 3"/>
          <p:cNvSpPr txBox="1">
            <a:spLocks noGrp="1"/>
          </p:cNvSpPr>
          <p:nvPr>
            <p:ph type="title"/>
          </p:nvPr>
        </p:nvSpPr>
        <p:spPr>
          <a:xfrm>
            <a:off x="671954" y="381000"/>
            <a:ext cx="8301228" cy="641201"/>
          </a:xfrm>
          <a:prstGeom prst="rect">
            <a:avLst/>
          </a:prstGeom>
        </p:spPr>
        <p:txBody>
          <a:bodyPr vert="horz" wrap="square" lIns="0" tIns="25400" rIns="0" bIns="0" rtlCol="0">
            <a:spAutoFit/>
          </a:bodyPr>
          <a:lstStyle/>
          <a:p>
            <a:pPr marL="1075690">
              <a:spcBef>
                <a:spcPts val="200"/>
              </a:spcBef>
            </a:pPr>
            <a:r>
              <a:rPr i="0" dirty="0"/>
              <a:t>Use</a:t>
            </a:r>
            <a:r>
              <a:rPr i="0" spc="-80" dirty="0"/>
              <a:t> </a:t>
            </a:r>
            <a:r>
              <a:rPr i="0" dirty="0"/>
              <a:t>of</a:t>
            </a:r>
            <a:r>
              <a:rPr i="0" spc="-60" dirty="0"/>
              <a:t> </a:t>
            </a:r>
            <a:r>
              <a:rPr i="0" dirty="0"/>
              <a:t>static</a:t>
            </a:r>
            <a:r>
              <a:rPr i="0" spc="-60" dirty="0"/>
              <a:t> </a:t>
            </a:r>
            <a:r>
              <a:rPr i="0" spc="-20" dirty="0"/>
              <a:t>analysis</a:t>
            </a:r>
          </a:p>
        </p:txBody>
      </p:sp>
      <p:sp>
        <p:nvSpPr>
          <p:cNvPr id="4" name="object 4"/>
          <p:cNvSpPr txBox="1">
            <a:spLocks noGrp="1"/>
          </p:cNvSpPr>
          <p:nvPr>
            <p:ph type="body" idx="1"/>
          </p:nvPr>
        </p:nvSpPr>
        <p:spPr>
          <a:xfrm>
            <a:off x="685800" y="2590800"/>
            <a:ext cx="6858000" cy="1962076"/>
          </a:xfrm>
          <a:prstGeom prst="rect">
            <a:avLst/>
          </a:prstGeom>
        </p:spPr>
        <p:txBody>
          <a:bodyPr vert="horz" wrap="square" lIns="0" tIns="25400" rIns="0" bIns="0" rtlCol="0">
            <a:spAutoFit/>
          </a:bodyPr>
          <a:lstStyle/>
          <a:p>
            <a:pPr marL="364490" marR="314960" indent="-339090">
              <a:lnSpc>
                <a:spcPct val="99800"/>
              </a:lnSpc>
              <a:spcBef>
                <a:spcPts val="200"/>
              </a:spcBef>
              <a:buChar char="•"/>
              <a:tabLst>
                <a:tab pos="368300" algn="l"/>
              </a:tabLst>
            </a:pPr>
            <a:r>
              <a:rPr dirty="0"/>
              <a:t>Particularly</a:t>
            </a:r>
            <a:r>
              <a:rPr spc="-90" dirty="0"/>
              <a:t> </a:t>
            </a:r>
            <a:r>
              <a:rPr dirty="0"/>
              <a:t>valuable</a:t>
            </a:r>
            <a:r>
              <a:rPr spc="-70" dirty="0"/>
              <a:t> </a:t>
            </a:r>
            <a:r>
              <a:rPr dirty="0"/>
              <a:t>when</a:t>
            </a:r>
            <a:r>
              <a:rPr spc="-80" dirty="0"/>
              <a:t> </a:t>
            </a:r>
            <a:r>
              <a:rPr dirty="0"/>
              <a:t>a</a:t>
            </a:r>
            <a:r>
              <a:rPr spc="-80" dirty="0"/>
              <a:t> </a:t>
            </a:r>
            <a:r>
              <a:rPr spc="-20" dirty="0"/>
              <a:t>language 	</a:t>
            </a:r>
            <a:r>
              <a:rPr dirty="0"/>
              <a:t>such</a:t>
            </a:r>
            <a:r>
              <a:rPr spc="-50" dirty="0"/>
              <a:t> </a:t>
            </a:r>
            <a:r>
              <a:rPr dirty="0"/>
              <a:t>as</a:t>
            </a:r>
            <a:r>
              <a:rPr spc="-50" dirty="0"/>
              <a:t> </a:t>
            </a:r>
            <a:r>
              <a:rPr dirty="0"/>
              <a:t>C</a:t>
            </a:r>
            <a:r>
              <a:rPr spc="-40" dirty="0"/>
              <a:t> </a:t>
            </a:r>
            <a:r>
              <a:rPr dirty="0"/>
              <a:t>is</a:t>
            </a:r>
            <a:r>
              <a:rPr spc="-50" dirty="0"/>
              <a:t> </a:t>
            </a:r>
            <a:r>
              <a:rPr dirty="0"/>
              <a:t>used</a:t>
            </a:r>
            <a:r>
              <a:rPr spc="-30" dirty="0"/>
              <a:t> </a:t>
            </a:r>
            <a:r>
              <a:rPr dirty="0"/>
              <a:t>which</a:t>
            </a:r>
            <a:r>
              <a:rPr spc="-50" dirty="0"/>
              <a:t> </a:t>
            </a:r>
            <a:r>
              <a:rPr dirty="0"/>
              <a:t>has</a:t>
            </a:r>
            <a:r>
              <a:rPr spc="-40" dirty="0"/>
              <a:t> weak 	</a:t>
            </a:r>
            <a:r>
              <a:rPr dirty="0"/>
              <a:t>typing</a:t>
            </a:r>
            <a:r>
              <a:rPr spc="-90" dirty="0"/>
              <a:t> </a:t>
            </a:r>
            <a:r>
              <a:rPr dirty="0"/>
              <a:t>and</a:t>
            </a:r>
            <a:r>
              <a:rPr spc="-80" dirty="0"/>
              <a:t> </a:t>
            </a:r>
            <a:r>
              <a:rPr dirty="0"/>
              <a:t>hence</a:t>
            </a:r>
            <a:r>
              <a:rPr spc="-80" dirty="0"/>
              <a:t> </a:t>
            </a:r>
            <a:r>
              <a:rPr dirty="0"/>
              <a:t>many</a:t>
            </a:r>
            <a:r>
              <a:rPr spc="-80" dirty="0"/>
              <a:t> </a:t>
            </a:r>
            <a:r>
              <a:rPr dirty="0"/>
              <a:t>errors</a:t>
            </a:r>
            <a:r>
              <a:rPr spc="-80" dirty="0"/>
              <a:t> </a:t>
            </a:r>
            <a:r>
              <a:rPr spc="-50" dirty="0"/>
              <a:t>are 	</a:t>
            </a:r>
            <a:r>
              <a:rPr dirty="0"/>
              <a:t>undetected</a:t>
            </a:r>
            <a:r>
              <a:rPr spc="-50" dirty="0"/>
              <a:t> </a:t>
            </a:r>
            <a:r>
              <a:rPr dirty="0"/>
              <a:t>by</a:t>
            </a:r>
            <a:r>
              <a:rPr spc="-50" dirty="0"/>
              <a:t> </a:t>
            </a:r>
            <a:r>
              <a:rPr dirty="0"/>
              <a:t>the</a:t>
            </a:r>
            <a:r>
              <a:rPr spc="-50" dirty="0"/>
              <a:t> </a:t>
            </a:r>
            <a:r>
              <a:rPr spc="-20" dirty="0"/>
              <a:t>compiler</a:t>
            </a:r>
          </a:p>
          <a:p>
            <a:pPr marL="364490" marR="10160" indent="-339090">
              <a:lnSpc>
                <a:spcPct val="100099"/>
              </a:lnSpc>
              <a:spcBef>
                <a:spcPts val="730"/>
              </a:spcBef>
              <a:buChar char="•"/>
              <a:tabLst>
                <a:tab pos="368300" algn="l"/>
              </a:tabLst>
            </a:pPr>
            <a:r>
              <a:rPr dirty="0"/>
              <a:t>Less</a:t>
            </a:r>
            <a:r>
              <a:rPr spc="-30" dirty="0"/>
              <a:t> </a:t>
            </a:r>
            <a:r>
              <a:rPr spc="-20" dirty="0"/>
              <a:t>cost-</a:t>
            </a:r>
            <a:r>
              <a:rPr dirty="0"/>
              <a:t>effective</a:t>
            </a:r>
            <a:r>
              <a:rPr spc="-20" dirty="0"/>
              <a:t> </a:t>
            </a:r>
            <a:r>
              <a:rPr dirty="0"/>
              <a:t>for</a:t>
            </a:r>
            <a:r>
              <a:rPr spc="-20" dirty="0"/>
              <a:t> </a:t>
            </a:r>
            <a:r>
              <a:rPr dirty="0"/>
              <a:t>languages</a:t>
            </a:r>
            <a:r>
              <a:rPr spc="-20" dirty="0"/>
              <a:t> </a:t>
            </a:r>
            <a:r>
              <a:rPr spc="-40" dirty="0"/>
              <a:t>like 	</a:t>
            </a:r>
            <a:r>
              <a:rPr dirty="0"/>
              <a:t>Java</a:t>
            </a:r>
            <a:r>
              <a:rPr spc="-60" dirty="0"/>
              <a:t> </a:t>
            </a:r>
            <a:r>
              <a:rPr dirty="0"/>
              <a:t>that</a:t>
            </a:r>
            <a:r>
              <a:rPr spc="-40" dirty="0"/>
              <a:t> </a:t>
            </a:r>
            <a:r>
              <a:rPr dirty="0"/>
              <a:t>have</a:t>
            </a:r>
            <a:r>
              <a:rPr spc="-40" dirty="0"/>
              <a:t> </a:t>
            </a:r>
            <a:r>
              <a:rPr dirty="0"/>
              <a:t>strong</a:t>
            </a:r>
            <a:r>
              <a:rPr spc="-40" dirty="0"/>
              <a:t> </a:t>
            </a:r>
            <a:r>
              <a:rPr dirty="0"/>
              <a:t>type</a:t>
            </a:r>
            <a:r>
              <a:rPr spc="-40" dirty="0"/>
              <a:t> </a:t>
            </a:r>
            <a:r>
              <a:rPr spc="-20" dirty="0"/>
              <a:t>checking 	</a:t>
            </a:r>
            <a:r>
              <a:rPr dirty="0"/>
              <a:t>and</a:t>
            </a:r>
            <a:r>
              <a:rPr spc="-80" dirty="0"/>
              <a:t> </a:t>
            </a:r>
            <a:r>
              <a:rPr dirty="0"/>
              <a:t>can</a:t>
            </a:r>
            <a:r>
              <a:rPr spc="-70" dirty="0"/>
              <a:t> </a:t>
            </a:r>
            <a:r>
              <a:rPr dirty="0"/>
              <a:t>therefore</a:t>
            </a:r>
            <a:r>
              <a:rPr spc="-80" dirty="0"/>
              <a:t> </a:t>
            </a:r>
            <a:r>
              <a:rPr dirty="0"/>
              <a:t>detect</a:t>
            </a:r>
            <a:r>
              <a:rPr spc="-70" dirty="0"/>
              <a:t> </a:t>
            </a:r>
            <a:r>
              <a:rPr dirty="0"/>
              <a:t>many</a:t>
            </a:r>
            <a:r>
              <a:rPr spc="-80" dirty="0"/>
              <a:t> </a:t>
            </a:r>
            <a:r>
              <a:rPr spc="-20" dirty="0"/>
              <a:t>errors 	</a:t>
            </a:r>
            <a:r>
              <a:rPr dirty="0"/>
              <a:t>during</a:t>
            </a:r>
            <a:r>
              <a:rPr spc="-80" dirty="0"/>
              <a:t> </a:t>
            </a:r>
            <a:r>
              <a:rPr spc="-20" dirty="0"/>
              <a:t>compilation</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066800" y="3439886"/>
            <a:ext cx="7310120" cy="1243289"/>
          </a:xfrm>
          <a:prstGeom prst="rect">
            <a:avLst/>
          </a:prstGeom>
        </p:spPr>
        <p:txBody>
          <a:bodyPr vert="horz" wrap="square" lIns="0" tIns="12065" rIns="0" bIns="0" rtlCol="0">
            <a:spAutoFit/>
          </a:bodyPr>
          <a:lstStyle/>
          <a:p>
            <a:pPr algn="ctr">
              <a:lnSpc>
                <a:spcPct val="100000"/>
              </a:lnSpc>
            </a:pPr>
            <a:r>
              <a:rPr sz="4000" i="0" dirty="0"/>
              <a:t>Cleanroom</a:t>
            </a:r>
            <a:r>
              <a:rPr sz="4000" i="0" spc="-195" dirty="0"/>
              <a:t> </a:t>
            </a:r>
            <a:r>
              <a:rPr sz="4000" i="0" dirty="0"/>
              <a:t>Software</a:t>
            </a:r>
            <a:r>
              <a:rPr sz="4000" i="0" spc="-180" dirty="0"/>
              <a:t> </a:t>
            </a:r>
            <a:r>
              <a:rPr sz="4000" i="0" spc="-10" dirty="0"/>
              <a:t>Development</a:t>
            </a:r>
            <a:endParaRPr sz="4000" i="0" dirty="0"/>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spc="-50" dirty="0"/>
              <a:t>37</a:t>
            </a:fld>
            <a:endParaRPr spc="-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spc="-50" dirty="0"/>
              <a:t>38</a:t>
            </a:fld>
            <a:endParaRPr spc="-50" dirty="0"/>
          </a:p>
        </p:txBody>
      </p:sp>
      <p:sp>
        <p:nvSpPr>
          <p:cNvPr id="2" name="object 2"/>
          <p:cNvSpPr txBox="1">
            <a:spLocks noGrp="1"/>
          </p:cNvSpPr>
          <p:nvPr>
            <p:ph type="title"/>
          </p:nvPr>
        </p:nvSpPr>
        <p:spPr>
          <a:xfrm>
            <a:off x="3144773" y="461899"/>
            <a:ext cx="2851785" cy="696595"/>
          </a:xfrm>
          <a:prstGeom prst="rect">
            <a:avLst/>
          </a:prstGeom>
        </p:spPr>
        <p:txBody>
          <a:bodyPr vert="horz" wrap="square" lIns="0" tIns="13335" rIns="0" bIns="0" rtlCol="0">
            <a:spAutoFit/>
          </a:bodyPr>
          <a:lstStyle/>
          <a:p>
            <a:pPr marL="12700">
              <a:lnSpc>
                <a:spcPct val="100000"/>
              </a:lnSpc>
              <a:spcBef>
                <a:spcPts val="105"/>
              </a:spcBef>
            </a:pPr>
            <a:r>
              <a:rPr b="0" spc="-10" dirty="0">
                <a:solidFill>
                  <a:srgbClr val="000000"/>
                </a:solidFill>
                <a:latin typeface="Calibri"/>
                <a:cs typeface="Calibri"/>
              </a:rPr>
              <a:t>Introduction</a:t>
            </a:r>
          </a:p>
        </p:txBody>
      </p:sp>
      <p:sp>
        <p:nvSpPr>
          <p:cNvPr id="3" name="object 3"/>
          <p:cNvSpPr txBox="1"/>
          <p:nvPr/>
        </p:nvSpPr>
        <p:spPr>
          <a:xfrm>
            <a:off x="535940" y="1509941"/>
            <a:ext cx="8023859" cy="3343275"/>
          </a:xfrm>
          <a:prstGeom prst="rect">
            <a:avLst/>
          </a:prstGeom>
        </p:spPr>
        <p:txBody>
          <a:bodyPr vert="horz" wrap="square" lIns="0" tIns="110489" rIns="0" bIns="0" rtlCol="0">
            <a:spAutoFit/>
          </a:bodyPr>
          <a:lstStyle/>
          <a:p>
            <a:pPr marL="354330" indent="-341630" algn="just">
              <a:lnSpc>
                <a:spcPct val="100000"/>
              </a:lnSpc>
              <a:spcBef>
                <a:spcPts val="869"/>
              </a:spcBef>
              <a:buFont typeface="Arial MT"/>
              <a:buChar char="•"/>
              <a:tabLst>
                <a:tab pos="354330" algn="l"/>
              </a:tabLst>
            </a:pPr>
            <a:r>
              <a:rPr sz="3200" dirty="0">
                <a:latin typeface="Calibri"/>
                <a:cs typeface="Calibri"/>
              </a:rPr>
              <a:t>Developed</a:t>
            </a:r>
            <a:r>
              <a:rPr sz="3200" spc="-65" dirty="0">
                <a:latin typeface="Calibri"/>
                <a:cs typeface="Calibri"/>
              </a:rPr>
              <a:t> </a:t>
            </a:r>
            <a:r>
              <a:rPr sz="3200" dirty="0">
                <a:latin typeface="Calibri"/>
                <a:cs typeface="Calibri"/>
              </a:rPr>
              <a:t>by</a:t>
            </a:r>
            <a:r>
              <a:rPr sz="3200" spc="-55" dirty="0">
                <a:latin typeface="Calibri"/>
                <a:cs typeface="Calibri"/>
              </a:rPr>
              <a:t> </a:t>
            </a:r>
            <a:r>
              <a:rPr sz="3200" spc="-100" dirty="0">
                <a:latin typeface="Calibri"/>
                <a:cs typeface="Calibri"/>
              </a:rPr>
              <a:t>Dr.</a:t>
            </a:r>
            <a:r>
              <a:rPr sz="3200" spc="-70" dirty="0">
                <a:latin typeface="Calibri"/>
                <a:cs typeface="Calibri"/>
              </a:rPr>
              <a:t> </a:t>
            </a:r>
            <a:r>
              <a:rPr sz="3200" dirty="0">
                <a:latin typeface="Calibri"/>
                <a:cs typeface="Calibri"/>
              </a:rPr>
              <a:t>Harlan</a:t>
            </a:r>
            <a:r>
              <a:rPr sz="3200" spc="-45" dirty="0">
                <a:latin typeface="Calibri"/>
                <a:cs typeface="Calibri"/>
              </a:rPr>
              <a:t> </a:t>
            </a:r>
            <a:r>
              <a:rPr sz="3200" dirty="0">
                <a:latin typeface="Calibri"/>
                <a:cs typeface="Calibri"/>
              </a:rPr>
              <a:t>Mills</a:t>
            </a:r>
            <a:r>
              <a:rPr sz="3200" spc="-40" dirty="0">
                <a:latin typeface="Calibri"/>
                <a:cs typeface="Calibri"/>
              </a:rPr>
              <a:t> </a:t>
            </a:r>
            <a:r>
              <a:rPr sz="3200" dirty="0">
                <a:latin typeface="Calibri"/>
                <a:cs typeface="Calibri"/>
              </a:rPr>
              <a:t>in</a:t>
            </a:r>
            <a:r>
              <a:rPr sz="3200" spc="-60" dirty="0">
                <a:latin typeface="Calibri"/>
                <a:cs typeface="Calibri"/>
              </a:rPr>
              <a:t> </a:t>
            </a:r>
            <a:r>
              <a:rPr sz="3200" spc="-20" dirty="0">
                <a:latin typeface="Calibri"/>
                <a:cs typeface="Calibri"/>
              </a:rPr>
              <a:t>1987</a:t>
            </a:r>
            <a:endParaRPr sz="3200">
              <a:latin typeface="Calibri"/>
              <a:cs typeface="Calibri"/>
            </a:endParaRPr>
          </a:p>
          <a:p>
            <a:pPr marL="354965" indent="-342265" algn="just">
              <a:lnSpc>
                <a:spcPct val="100000"/>
              </a:lnSpc>
              <a:spcBef>
                <a:spcPts val="770"/>
              </a:spcBef>
              <a:buFont typeface="Arial MT"/>
              <a:buChar char="•"/>
              <a:tabLst>
                <a:tab pos="354965" algn="l"/>
              </a:tabLst>
            </a:pPr>
            <a:r>
              <a:rPr sz="3200" dirty="0">
                <a:latin typeface="Calibri"/>
                <a:cs typeface="Calibri"/>
              </a:rPr>
              <a:t>Name</a:t>
            </a:r>
            <a:r>
              <a:rPr sz="3200" spc="-45" dirty="0">
                <a:latin typeface="Calibri"/>
                <a:cs typeface="Calibri"/>
              </a:rPr>
              <a:t> </a:t>
            </a:r>
            <a:r>
              <a:rPr sz="3200" dirty="0">
                <a:latin typeface="Calibri"/>
                <a:cs typeface="Calibri"/>
              </a:rPr>
              <a:t>derived</a:t>
            </a:r>
            <a:r>
              <a:rPr sz="3200" spc="-40" dirty="0">
                <a:latin typeface="Calibri"/>
                <a:cs typeface="Calibri"/>
              </a:rPr>
              <a:t> </a:t>
            </a:r>
            <a:r>
              <a:rPr sz="3200" dirty="0">
                <a:latin typeface="Calibri"/>
                <a:cs typeface="Calibri"/>
              </a:rPr>
              <a:t>from</a:t>
            </a:r>
            <a:r>
              <a:rPr sz="3200" spc="-45" dirty="0">
                <a:latin typeface="Calibri"/>
                <a:cs typeface="Calibri"/>
              </a:rPr>
              <a:t> </a:t>
            </a:r>
            <a:r>
              <a:rPr sz="3200" spc="-20" dirty="0">
                <a:latin typeface="Calibri"/>
                <a:cs typeface="Calibri"/>
              </a:rPr>
              <a:t>hardware</a:t>
            </a:r>
            <a:r>
              <a:rPr sz="3200" spc="-105" dirty="0">
                <a:latin typeface="Calibri"/>
                <a:cs typeface="Calibri"/>
              </a:rPr>
              <a:t> </a:t>
            </a:r>
            <a:r>
              <a:rPr sz="3200" spc="-10" dirty="0">
                <a:latin typeface="Calibri"/>
                <a:cs typeface="Calibri"/>
              </a:rPr>
              <a:t>cleanrooms</a:t>
            </a:r>
            <a:endParaRPr sz="3200">
              <a:latin typeface="Calibri"/>
              <a:cs typeface="Calibri"/>
            </a:endParaRPr>
          </a:p>
          <a:p>
            <a:pPr marL="355600" marR="5080" indent="-342900" algn="just">
              <a:lnSpc>
                <a:spcPct val="100000"/>
              </a:lnSpc>
              <a:spcBef>
                <a:spcPts val="770"/>
              </a:spcBef>
              <a:buFont typeface="Arial MT"/>
              <a:buChar char="•"/>
              <a:tabLst>
                <a:tab pos="355600" algn="l"/>
              </a:tabLst>
            </a:pPr>
            <a:r>
              <a:rPr sz="3200" dirty="0">
                <a:latin typeface="Calibri"/>
                <a:cs typeface="Calibri"/>
              </a:rPr>
              <a:t>is</a:t>
            </a:r>
            <a:r>
              <a:rPr sz="3200" spc="-75" dirty="0">
                <a:latin typeface="Calibri"/>
                <a:cs typeface="Calibri"/>
              </a:rPr>
              <a:t> </a:t>
            </a:r>
            <a:r>
              <a:rPr sz="3200" dirty="0">
                <a:latin typeface="Calibri"/>
                <a:cs typeface="Calibri"/>
              </a:rPr>
              <a:t>the</a:t>
            </a:r>
            <a:r>
              <a:rPr sz="3200" spc="-70" dirty="0">
                <a:latin typeface="Calibri"/>
                <a:cs typeface="Calibri"/>
              </a:rPr>
              <a:t> </a:t>
            </a:r>
            <a:r>
              <a:rPr sz="3200" spc="-10" dirty="0">
                <a:latin typeface="Calibri"/>
                <a:cs typeface="Calibri"/>
              </a:rPr>
              <a:t>mathematically</a:t>
            </a:r>
            <a:r>
              <a:rPr sz="3200" spc="-45" dirty="0">
                <a:latin typeface="Calibri"/>
                <a:cs typeface="Calibri"/>
              </a:rPr>
              <a:t> </a:t>
            </a:r>
            <a:r>
              <a:rPr sz="3200" dirty="0">
                <a:latin typeface="Calibri"/>
                <a:cs typeface="Calibri"/>
              </a:rPr>
              <a:t>based</a:t>
            </a:r>
            <a:r>
              <a:rPr sz="3200" spc="-65" dirty="0">
                <a:latin typeface="Calibri"/>
                <a:cs typeface="Calibri"/>
              </a:rPr>
              <a:t> </a:t>
            </a:r>
            <a:r>
              <a:rPr sz="3200" dirty="0">
                <a:latin typeface="Calibri"/>
                <a:cs typeface="Calibri"/>
              </a:rPr>
              <a:t>technique</a:t>
            </a:r>
            <a:r>
              <a:rPr sz="3200" spc="-65" dirty="0">
                <a:latin typeface="Calibri"/>
                <a:cs typeface="Calibri"/>
              </a:rPr>
              <a:t> </a:t>
            </a:r>
            <a:r>
              <a:rPr sz="3200" dirty="0">
                <a:latin typeface="Calibri"/>
                <a:cs typeface="Calibri"/>
              </a:rPr>
              <a:t>for</a:t>
            </a:r>
            <a:r>
              <a:rPr sz="3200" spc="-75" dirty="0">
                <a:latin typeface="Calibri"/>
                <a:cs typeface="Calibri"/>
              </a:rPr>
              <a:t> </a:t>
            </a:r>
            <a:r>
              <a:rPr sz="3200" spc="-25" dirty="0">
                <a:latin typeface="Calibri"/>
                <a:cs typeface="Calibri"/>
              </a:rPr>
              <a:t>the </a:t>
            </a:r>
            <a:r>
              <a:rPr sz="3200" dirty="0">
                <a:latin typeface="Calibri"/>
                <a:cs typeface="Calibri"/>
              </a:rPr>
              <a:t>specification</a:t>
            </a:r>
            <a:r>
              <a:rPr sz="3200" spc="-85" dirty="0">
                <a:latin typeface="Calibri"/>
                <a:cs typeface="Calibri"/>
              </a:rPr>
              <a:t> </a:t>
            </a:r>
            <a:r>
              <a:rPr sz="3200" dirty="0">
                <a:latin typeface="Calibri"/>
                <a:cs typeface="Calibri"/>
              </a:rPr>
              <a:t>,</a:t>
            </a:r>
            <a:r>
              <a:rPr sz="3200" spc="-65" dirty="0">
                <a:latin typeface="Calibri"/>
                <a:cs typeface="Calibri"/>
              </a:rPr>
              <a:t> </a:t>
            </a:r>
            <a:r>
              <a:rPr sz="3200" dirty="0">
                <a:latin typeface="Calibri"/>
                <a:cs typeface="Calibri"/>
              </a:rPr>
              <a:t>development</a:t>
            </a:r>
            <a:r>
              <a:rPr sz="3200" spc="-80" dirty="0">
                <a:latin typeface="Calibri"/>
                <a:cs typeface="Calibri"/>
              </a:rPr>
              <a:t> </a:t>
            </a:r>
            <a:r>
              <a:rPr sz="3200" dirty="0">
                <a:latin typeface="Calibri"/>
                <a:cs typeface="Calibri"/>
              </a:rPr>
              <a:t>and</a:t>
            </a:r>
            <a:r>
              <a:rPr sz="3200" spc="-75" dirty="0">
                <a:latin typeface="Calibri"/>
                <a:cs typeface="Calibri"/>
              </a:rPr>
              <a:t> </a:t>
            </a:r>
            <a:r>
              <a:rPr sz="3200" spc="-10" dirty="0">
                <a:latin typeface="Calibri"/>
                <a:cs typeface="Calibri"/>
              </a:rPr>
              <a:t>verification</a:t>
            </a:r>
            <a:r>
              <a:rPr sz="3200" spc="-80" dirty="0">
                <a:latin typeface="Calibri"/>
                <a:cs typeface="Calibri"/>
              </a:rPr>
              <a:t> </a:t>
            </a:r>
            <a:r>
              <a:rPr sz="3200" spc="-25" dirty="0">
                <a:latin typeface="Calibri"/>
                <a:cs typeface="Calibri"/>
              </a:rPr>
              <a:t>of </a:t>
            </a:r>
            <a:r>
              <a:rPr sz="3200" dirty="0">
                <a:latin typeface="Calibri"/>
                <a:cs typeface="Calibri"/>
              </a:rPr>
              <a:t>software</a:t>
            </a:r>
            <a:r>
              <a:rPr sz="3200" spc="-95" dirty="0">
                <a:latin typeface="Calibri"/>
                <a:cs typeface="Calibri"/>
              </a:rPr>
              <a:t> </a:t>
            </a:r>
            <a:r>
              <a:rPr sz="3200" dirty="0">
                <a:latin typeface="Calibri"/>
                <a:cs typeface="Calibri"/>
              </a:rPr>
              <a:t>and</a:t>
            </a:r>
            <a:r>
              <a:rPr sz="3200" spc="-65" dirty="0">
                <a:latin typeface="Calibri"/>
                <a:cs typeface="Calibri"/>
              </a:rPr>
              <a:t> </a:t>
            </a:r>
            <a:r>
              <a:rPr sz="3200" spc="-10" dirty="0">
                <a:latin typeface="Calibri"/>
                <a:cs typeface="Calibri"/>
              </a:rPr>
              <a:t>hardware</a:t>
            </a:r>
            <a:r>
              <a:rPr sz="3200" spc="-80" dirty="0">
                <a:latin typeface="Calibri"/>
                <a:cs typeface="Calibri"/>
              </a:rPr>
              <a:t> </a:t>
            </a:r>
            <a:r>
              <a:rPr sz="3200" spc="-10" dirty="0">
                <a:latin typeface="Calibri"/>
                <a:cs typeface="Calibri"/>
              </a:rPr>
              <a:t>systems.</a:t>
            </a:r>
            <a:endParaRPr sz="3200">
              <a:latin typeface="Calibri"/>
              <a:cs typeface="Calibri"/>
            </a:endParaRPr>
          </a:p>
          <a:p>
            <a:pPr marL="354965" indent="-342265" algn="just">
              <a:lnSpc>
                <a:spcPct val="100000"/>
              </a:lnSpc>
              <a:spcBef>
                <a:spcPts val="770"/>
              </a:spcBef>
              <a:buFont typeface="Arial MT"/>
              <a:buChar char="•"/>
              <a:tabLst>
                <a:tab pos="354965" algn="l"/>
              </a:tabLst>
            </a:pPr>
            <a:r>
              <a:rPr sz="3200" dirty="0">
                <a:latin typeface="Calibri"/>
                <a:cs typeface="Calibri"/>
              </a:rPr>
              <a:t>Goal</a:t>
            </a:r>
            <a:r>
              <a:rPr sz="3200" spc="-70" dirty="0">
                <a:latin typeface="Calibri"/>
                <a:cs typeface="Calibri"/>
              </a:rPr>
              <a:t> </a:t>
            </a:r>
            <a:r>
              <a:rPr sz="3200" dirty="0">
                <a:latin typeface="Calibri"/>
                <a:cs typeface="Calibri"/>
              </a:rPr>
              <a:t>is</a:t>
            </a:r>
            <a:r>
              <a:rPr sz="3200" spc="-75" dirty="0">
                <a:latin typeface="Calibri"/>
                <a:cs typeface="Calibri"/>
              </a:rPr>
              <a:t> </a:t>
            </a:r>
            <a:r>
              <a:rPr sz="3200" dirty="0">
                <a:latin typeface="Calibri"/>
                <a:cs typeface="Calibri"/>
              </a:rPr>
              <a:t>zero</a:t>
            </a:r>
            <a:r>
              <a:rPr sz="3200" spc="-80" dirty="0">
                <a:latin typeface="Calibri"/>
                <a:cs typeface="Calibri"/>
              </a:rPr>
              <a:t> </a:t>
            </a:r>
            <a:r>
              <a:rPr sz="3200" dirty="0">
                <a:latin typeface="Calibri"/>
                <a:cs typeface="Calibri"/>
              </a:rPr>
              <a:t>defect</a:t>
            </a:r>
            <a:r>
              <a:rPr sz="3200" spc="-75" dirty="0">
                <a:latin typeface="Calibri"/>
                <a:cs typeface="Calibri"/>
              </a:rPr>
              <a:t> </a:t>
            </a:r>
            <a:r>
              <a:rPr sz="3200" spc="-20" dirty="0">
                <a:latin typeface="Calibri"/>
                <a:cs typeface="Calibri"/>
              </a:rPr>
              <a:t>rate</a:t>
            </a:r>
            <a:endParaRPr sz="3200">
              <a:latin typeface="Calibri"/>
              <a:cs typeface="Calibri"/>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spc="-50" dirty="0"/>
              <a:t>39</a:t>
            </a:fld>
            <a:endParaRPr spc="-50" dirty="0"/>
          </a:p>
        </p:txBody>
      </p:sp>
      <p:sp>
        <p:nvSpPr>
          <p:cNvPr id="3" name="object 3"/>
          <p:cNvSpPr txBox="1"/>
          <p:nvPr/>
        </p:nvSpPr>
        <p:spPr>
          <a:xfrm>
            <a:off x="231140" y="1607261"/>
            <a:ext cx="8684260" cy="4026535"/>
          </a:xfrm>
          <a:prstGeom prst="rect">
            <a:avLst/>
          </a:prstGeom>
        </p:spPr>
        <p:txBody>
          <a:bodyPr vert="horz" wrap="square" lIns="0" tIns="13335" rIns="0" bIns="0" rtlCol="0">
            <a:spAutoFit/>
          </a:bodyPr>
          <a:lstStyle/>
          <a:p>
            <a:pPr marL="355600" marR="5080" indent="-342900" algn="just">
              <a:lnSpc>
                <a:spcPct val="100000"/>
              </a:lnSpc>
              <a:spcBef>
                <a:spcPts val="105"/>
              </a:spcBef>
              <a:buFont typeface="Wingdings"/>
              <a:buChar char=""/>
              <a:tabLst>
                <a:tab pos="355600" algn="l"/>
                <a:tab pos="446405" algn="l"/>
              </a:tabLst>
            </a:pPr>
            <a:r>
              <a:rPr sz="3200" dirty="0">
                <a:latin typeface="Calibri"/>
                <a:cs typeface="Calibri"/>
              </a:rPr>
              <a:t>	is</a:t>
            </a:r>
            <a:r>
              <a:rPr sz="3200" spc="105" dirty="0">
                <a:latin typeface="Calibri"/>
                <a:cs typeface="Calibri"/>
              </a:rPr>
              <a:t> </a:t>
            </a:r>
            <a:r>
              <a:rPr sz="3200" dirty="0">
                <a:latin typeface="Calibri"/>
                <a:cs typeface="Calibri"/>
              </a:rPr>
              <a:t>an</a:t>
            </a:r>
            <a:r>
              <a:rPr sz="3200" spc="110" dirty="0">
                <a:latin typeface="Calibri"/>
                <a:cs typeface="Calibri"/>
              </a:rPr>
              <a:t> </a:t>
            </a:r>
            <a:r>
              <a:rPr sz="3200" dirty="0">
                <a:latin typeface="Calibri"/>
                <a:cs typeface="Calibri"/>
              </a:rPr>
              <a:t>engineering</a:t>
            </a:r>
            <a:r>
              <a:rPr sz="3200" spc="130" dirty="0">
                <a:latin typeface="Calibri"/>
                <a:cs typeface="Calibri"/>
              </a:rPr>
              <a:t> </a:t>
            </a:r>
            <a:r>
              <a:rPr sz="3200" dirty="0">
                <a:latin typeface="Calibri"/>
                <a:cs typeface="Calibri"/>
              </a:rPr>
              <a:t>process</a:t>
            </a:r>
            <a:r>
              <a:rPr sz="3200" spc="95" dirty="0">
                <a:latin typeface="Calibri"/>
                <a:cs typeface="Calibri"/>
              </a:rPr>
              <a:t> </a:t>
            </a:r>
            <a:r>
              <a:rPr sz="3200" dirty="0">
                <a:latin typeface="Calibri"/>
                <a:cs typeface="Calibri"/>
              </a:rPr>
              <a:t>for</a:t>
            </a:r>
            <a:r>
              <a:rPr sz="3200" spc="110" dirty="0">
                <a:latin typeface="Calibri"/>
                <a:cs typeface="Calibri"/>
              </a:rPr>
              <a:t> </a:t>
            </a:r>
            <a:r>
              <a:rPr sz="3200" dirty="0">
                <a:latin typeface="Calibri"/>
                <a:cs typeface="Calibri"/>
              </a:rPr>
              <a:t>the</a:t>
            </a:r>
            <a:r>
              <a:rPr sz="3200" spc="95" dirty="0">
                <a:latin typeface="Calibri"/>
                <a:cs typeface="Calibri"/>
              </a:rPr>
              <a:t> </a:t>
            </a:r>
            <a:r>
              <a:rPr sz="3200" dirty="0">
                <a:latin typeface="Calibri"/>
                <a:cs typeface="Calibri"/>
              </a:rPr>
              <a:t>development</a:t>
            </a:r>
            <a:r>
              <a:rPr sz="3200" spc="114" dirty="0">
                <a:latin typeface="Calibri"/>
                <a:cs typeface="Calibri"/>
              </a:rPr>
              <a:t> </a:t>
            </a:r>
            <a:r>
              <a:rPr sz="3200" spc="-25" dirty="0">
                <a:latin typeface="Calibri"/>
                <a:cs typeface="Calibri"/>
              </a:rPr>
              <a:t>of </a:t>
            </a:r>
            <a:r>
              <a:rPr sz="3200" dirty="0">
                <a:latin typeface="Calibri"/>
                <a:cs typeface="Calibri"/>
              </a:rPr>
              <a:t>high</a:t>
            </a:r>
            <a:r>
              <a:rPr sz="3200" spc="25" dirty="0">
                <a:latin typeface="Calibri"/>
                <a:cs typeface="Calibri"/>
              </a:rPr>
              <a:t> </a:t>
            </a:r>
            <a:r>
              <a:rPr sz="3200" dirty="0">
                <a:latin typeface="Calibri"/>
                <a:cs typeface="Calibri"/>
              </a:rPr>
              <a:t>quality</a:t>
            </a:r>
            <a:r>
              <a:rPr sz="3200" spc="20" dirty="0">
                <a:latin typeface="Calibri"/>
                <a:cs typeface="Calibri"/>
              </a:rPr>
              <a:t> </a:t>
            </a:r>
            <a:r>
              <a:rPr sz="3200" dirty="0">
                <a:latin typeface="Calibri"/>
                <a:cs typeface="Calibri"/>
              </a:rPr>
              <a:t>software</a:t>
            </a:r>
            <a:r>
              <a:rPr sz="3200" spc="10" dirty="0">
                <a:latin typeface="Calibri"/>
                <a:cs typeface="Calibri"/>
              </a:rPr>
              <a:t> </a:t>
            </a:r>
            <a:r>
              <a:rPr sz="3200" dirty="0">
                <a:latin typeface="Calibri"/>
                <a:cs typeface="Calibri"/>
              </a:rPr>
              <a:t>with</a:t>
            </a:r>
            <a:r>
              <a:rPr sz="3200" spc="25" dirty="0">
                <a:latin typeface="Calibri"/>
                <a:cs typeface="Calibri"/>
              </a:rPr>
              <a:t> </a:t>
            </a:r>
            <a:r>
              <a:rPr sz="3200" dirty="0">
                <a:latin typeface="Calibri"/>
                <a:cs typeface="Calibri"/>
              </a:rPr>
              <a:t>certified</a:t>
            </a:r>
            <a:r>
              <a:rPr sz="3200" spc="15" dirty="0">
                <a:latin typeface="Calibri"/>
                <a:cs typeface="Calibri"/>
              </a:rPr>
              <a:t> </a:t>
            </a:r>
            <a:r>
              <a:rPr sz="3200" dirty="0">
                <a:latin typeface="Calibri"/>
                <a:cs typeface="Calibri"/>
              </a:rPr>
              <a:t>reliability</a:t>
            </a:r>
            <a:r>
              <a:rPr sz="3200" spc="15" dirty="0">
                <a:latin typeface="Calibri"/>
                <a:cs typeface="Calibri"/>
              </a:rPr>
              <a:t> </a:t>
            </a:r>
            <a:r>
              <a:rPr sz="3200" spc="-20" dirty="0">
                <a:latin typeface="Calibri"/>
                <a:cs typeface="Calibri"/>
              </a:rPr>
              <a:t>with </a:t>
            </a:r>
            <a:r>
              <a:rPr sz="3200" dirty="0">
                <a:latin typeface="Calibri"/>
                <a:cs typeface="Calibri"/>
              </a:rPr>
              <a:t>the</a:t>
            </a:r>
            <a:r>
              <a:rPr sz="3200" spc="270" dirty="0">
                <a:latin typeface="Calibri"/>
                <a:cs typeface="Calibri"/>
              </a:rPr>
              <a:t> </a:t>
            </a:r>
            <a:r>
              <a:rPr sz="3200" dirty="0">
                <a:latin typeface="Calibri"/>
                <a:cs typeface="Calibri"/>
              </a:rPr>
              <a:t>emphasis</a:t>
            </a:r>
            <a:r>
              <a:rPr sz="3200" spc="290" dirty="0">
                <a:latin typeface="Calibri"/>
                <a:cs typeface="Calibri"/>
              </a:rPr>
              <a:t> </a:t>
            </a:r>
            <a:r>
              <a:rPr sz="3200" dirty="0">
                <a:latin typeface="Calibri"/>
                <a:cs typeface="Calibri"/>
              </a:rPr>
              <a:t>on</a:t>
            </a:r>
            <a:r>
              <a:rPr sz="3200" spc="285" dirty="0">
                <a:latin typeface="Calibri"/>
                <a:cs typeface="Calibri"/>
              </a:rPr>
              <a:t> </a:t>
            </a:r>
            <a:r>
              <a:rPr sz="3200" dirty="0">
                <a:latin typeface="Calibri"/>
                <a:cs typeface="Calibri"/>
              </a:rPr>
              <a:t>design</a:t>
            </a:r>
            <a:r>
              <a:rPr sz="3200" spc="275" dirty="0">
                <a:latin typeface="Calibri"/>
                <a:cs typeface="Calibri"/>
              </a:rPr>
              <a:t> </a:t>
            </a:r>
            <a:r>
              <a:rPr sz="3200" dirty="0">
                <a:latin typeface="Calibri"/>
                <a:cs typeface="Calibri"/>
              </a:rPr>
              <a:t>with</a:t>
            </a:r>
            <a:r>
              <a:rPr sz="3200" spc="290" dirty="0">
                <a:latin typeface="Calibri"/>
                <a:cs typeface="Calibri"/>
              </a:rPr>
              <a:t> </a:t>
            </a:r>
            <a:r>
              <a:rPr sz="3200" dirty="0">
                <a:latin typeface="Calibri"/>
                <a:cs typeface="Calibri"/>
              </a:rPr>
              <a:t>no</a:t>
            </a:r>
            <a:r>
              <a:rPr sz="3200" spc="290" dirty="0">
                <a:latin typeface="Calibri"/>
                <a:cs typeface="Calibri"/>
              </a:rPr>
              <a:t> </a:t>
            </a:r>
            <a:r>
              <a:rPr sz="3200" dirty="0">
                <a:latin typeface="Calibri"/>
                <a:cs typeface="Calibri"/>
              </a:rPr>
              <a:t>defects</a:t>
            </a:r>
            <a:r>
              <a:rPr sz="3200" spc="275" dirty="0">
                <a:latin typeface="Calibri"/>
                <a:cs typeface="Calibri"/>
              </a:rPr>
              <a:t> </a:t>
            </a:r>
            <a:r>
              <a:rPr sz="3200" dirty="0">
                <a:latin typeface="Calibri"/>
                <a:cs typeface="Calibri"/>
              </a:rPr>
              <a:t>and</a:t>
            </a:r>
            <a:r>
              <a:rPr sz="3200" spc="290" dirty="0">
                <a:latin typeface="Calibri"/>
                <a:cs typeface="Calibri"/>
              </a:rPr>
              <a:t> </a:t>
            </a:r>
            <a:r>
              <a:rPr sz="3200" spc="-20" dirty="0">
                <a:latin typeface="Calibri"/>
                <a:cs typeface="Calibri"/>
              </a:rPr>
              <a:t>test </a:t>
            </a:r>
            <a:r>
              <a:rPr sz="3200" dirty="0">
                <a:latin typeface="Calibri"/>
                <a:cs typeface="Calibri"/>
              </a:rPr>
              <a:t>based</a:t>
            </a:r>
            <a:r>
              <a:rPr sz="3200" spc="535" dirty="0">
                <a:latin typeface="Calibri"/>
                <a:cs typeface="Calibri"/>
              </a:rPr>
              <a:t>   </a:t>
            </a:r>
            <a:r>
              <a:rPr sz="3200" dirty="0">
                <a:latin typeface="Calibri"/>
                <a:cs typeface="Calibri"/>
              </a:rPr>
              <a:t>on</a:t>
            </a:r>
            <a:r>
              <a:rPr sz="3200" spc="530" dirty="0">
                <a:latin typeface="Calibri"/>
                <a:cs typeface="Calibri"/>
              </a:rPr>
              <a:t>   </a:t>
            </a:r>
            <a:r>
              <a:rPr sz="3200" dirty="0">
                <a:latin typeface="Calibri"/>
                <a:cs typeface="Calibri"/>
              </a:rPr>
              <a:t>software</a:t>
            </a:r>
            <a:r>
              <a:rPr sz="3200" spc="525" dirty="0">
                <a:latin typeface="Calibri"/>
                <a:cs typeface="Calibri"/>
              </a:rPr>
              <a:t>   </a:t>
            </a:r>
            <a:r>
              <a:rPr sz="3200" dirty="0">
                <a:latin typeface="Calibri"/>
                <a:cs typeface="Calibri"/>
              </a:rPr>
              <a:t>reliability</a:t>
            </a:r>
            <a:r>
              <a:rPr sz="3200" spc="530" dirty="0">
                <a:latin typeface="Calibri"/>
                <a:cs typeface="Calibri"/>
              </a:rPr>
              <a:t>   </a:t>
            </a:r>
            <a:r>
              <a:rPr sz="3200" spc="-10" dirty="0">
                <a:latin typeface="Calibri"/>
                <a:cs typeface="Calibri"/>
              </a:rPr>
              <a:t>engineering concepts.</a:t>
            </a:r>
            <a:endParaRPr sz="3200">
              <a:latin typeface="Calibri"/>
              <a:cs typeface="Calibri"/>
            </a:endParaRPr>
          </a:p>
          <a:p>
            <a:pPr marL="355600" marR="6350" indent="-342900" algn="just">
              <a:lnSpc>
                <a:spcPct val="100000"/>
              </a:lnSpc>
              <a:spcBef>
                <a:spcPts val="775"/>
              </a:spcBef>
              <a:buFont typeface="Wingdings"/>
              <a:buChar char=""/>
              <a:tabLst>
                <a:tab pos="355600" algn="l"/>
              </a:tabLst>
            </a:pPr>
            <a:r>
              <a:rPr sz="3200" dirty="0">
                <a:latin typeface="Calibri"/>
                <a:cs typeface="Calibri"/>
              </a:rPr>
              <a:t>focuses</a:t>
            </a:r>
            <a:r>
              <a:rPr sz="3200" spc="710" dirty="0">
                <a:latin typeface="Calibri"/>
                <a:cs typeface="Calibri"/>
              </a:rPr>
              <a:t> </a:t>
            </a:r>
            <a:r>
              <a:rPr sz="3200" dirty="0">
                <a:latin typeface="Calibri"/>
                <a:cs typeface="Calibri"/>
              </a:rPr>
              <a:t>on</a:t>
            </a:r>
            <a:r>
              <a:rPr sz="3200" spc="715" dirty="0">
                <a:latin typeface="Calibri"/>
                <a:cs typeface="Calibri"/>
              </a:rPr>
              <a:t> </a:t>
            </a:r>
            <a:r>
              <a:rPr sz="3200" b="1" i="1" dirty="0">
                <a:latin typeface="Calibri"/>
                <a:cs typeface="Calibri"/>
              </a:rPr>
              <a:t>defect</a:t>
            </a:r>
            <a:r>
              <a:rPr sz="3200" b="1" i="1" spc="725" dirty="0">
                <a:latin typeface="Calibri"/>
                <a:cs typeface="Calibri"/>
              </a:rPr>
              <a:t> </a:t>
            </a:r>
            <a:r>
              <a:rPr sz="3200" b="1" i="1" dirty="0">
                <a:latin typeface="Calibri"/>
                <a:cs typeface="Calibri"/>
              </a:rPr>
              <a:t>prevention</a:t>
            </a:r>
            <a:r>
              <a:rPr sz="3200" b="1" i="1" spc="720" dirty="0">
                <a:latin typeface="Calibri"/>
                <a:cs typeface="Calibri"/>
              </a:rPr>
              <a:t> </a:t>
            </a:r>
            <a:r>
              <a:rPr sz="3200" b="1" i="1" dirty="0">
                <a:latin typeface="Calibri"/>
                <a:cs typeface="Calibri"/>
              </a:rPr>
              <a:t>instead</a:t>
            </a:r>
            <a:r>
              <a:rPr sz="3200" b="1" i="1" spc="715" dirty="0">
                <a:latin typeface="Calibri"/>
                <a:cs typeface="Calibri"/>
              </a:rPr>
              <a:t> </a:t>
            </a:r>
            <a:r>
              <a:rPr sz="3200" b="1" i="1" dirty="0">
                <a:latin typeface="Calibri"/>
                <a:cs typeface="Calibri"/>
              </a:rPr>
              <a:t>of</a:t>
            </a:r>
            <a:r>
              <a:rPr sz="3200" b="1" i="1" spc="710" dirty="0">
                <a:latin typeface="Calibri"/>
                <a:cs typeface="Calibri"/>
              </a:rPr>
              <a:t> </a:t>
            </a:r>
            <a:r>
              <a:rPr sz="3200" b="1" i="1" spc="-10" dirty="0">
                <a:latin typeface="Calibri"/>
                <a:cs typeface="Calibri"/>
              </a:rPr>
              <a:t>defect </a:t>
            </a:r>
            <a:r>
              <a:rPr sz="3200" dirty="0">
                <a:latin typeface="Calibri"/>
                <a:cs typeface="Calibri"/>
              </a:rPr>
              <a:t>correction,</a:t>
            </a:r>
            <a:r>
              <a:rPr sz="3200" spc="370" dirty="0">
                <a:latin typeface="Calibri"/>
                <a:cs typeface="Calibri"/>
              </a:rPr>
              <a:t> </a:t>
            </a:r>
            <a:r>
              <a:rPr sz="3200" dirty="0">
                <a:latin typeface="Calibri"/>
                <a:cs typeface="Calibri"/>
              </a:rPr>
              <a:t>and</a:t>
            </a:r>
            <a:r>
              <a:rPr sz="3200" spc="375" dirty="0">
                <a:latin typeface="Calibri"/>
                <a:cs typeface="Calibri"/>
              </a:rPr>
              <a:t> </a:t>
            </a:r>
            <a:r>
              <a:rPr sz="3200" b="1" i="1" dirty="0">
                <a:latin typeface="Calibri"/>
                <a:cs typeface="Calibri"/>
              </a:rPr>
              <a:t>certification</a:t>
            </a:r>
            <a:r>
              <a:rPr sz="3200" b="1" i="1" spc="370" dirty="0">
                <a:latin typeface="Calibri"/>
                <a:cs typeface="Calibri"/>
              </a:rPr>
              <a:t> </a:t>
            </a:r>
            <a:r>
              <a:rPr sz="3200" b="1" i="1" dirty="0">
                <a:latin typeface="Calibri"/>
                <a:cs typeface="Calibri"/>
              </a:rPr>
              <a:t>of</a:t>
            </a:r>
            <a:r>
              <a:rPr sz="3200" b="1" i="1" spc="360" dirty="0">
                <a:latin typeface="Calibri"/>
                <a:cs typeface="Calibri"/>
              </a:rPr>
              <a:t> </a:t>
            </a:r>
            <a:r>
              <a:rPr sz="3200" b="1" i="1" dirty="0">
                <a:latin typeface="Calibri"/>
                <a:cs typeface="Calibri"/>
              </a:rPr>
              <a:t>reliability</a:t>
            </a:r>
            <a:r>
              <a:rPr sz="3200" b="1" i="1" spc="380" dirty="0">
                <a:latin typeface="Calibri"/>
                <a:cs typeface="Calibri"/>
              </a:rPr>
              <a:t> </a:t>
            </a:r>
            <a:r>
              <a:rPr sz="3200" b="1" i="1" dirty="0">
                <a:latin typeface="Calibri"/>
                <a:cs typeface="Calibri"/>
              </a:rPr>
              <a:t>for</a:t>
            </a:r>
            <a:r>
              <a:rPr sz="3200" b="1" i="1" spc="365" dirty="0">
                <a:latin typeface="Calibri"/>
                <a:cs typeface="Calibri"/>
              </a:rPr>
              <a:t> </a:t>
            </a:r>
            <a:r>
              <a:rPr sz="3200" b="1" i="1" spc="-25" dirty="0">
                <a:latin typeface="Calibri"/>
                <a:cs typeface="Calibri"/>
              </a:rPr>
              <a:t>the </a:t>
            </a:r>
            <a:r>
              <a:rPr sz="3200" b="1" i="1" dirty="0">
                <a:latin typeface="Calibri"/>
                <a:cs typeface="Calibri"/>
              </a:rPr>
              <a:t>intended</a:t>
            </a:r>
            <a:r>
              <a:rPr sz="3200" b="1" i="1" spc="-80" dirty="0">
                <a:latin typeface="Calibri"/>
                <a:cs typeface="Calibri"/>
              </a:rPr>
              <a:t> </a:t>
            </a:r>
            <a:r>
              <a:rPr sz="3200" spc="-20" dirty="0">
                <a:latin typeface="Calibri"/>
                <a:cs typeface="Calibri"/>
              </a:rPr>
              <a:t>environment</a:t>
            </a:r>
            <a:r>
              <a:rPr sz="3200" spc="-45" dirty="0">
                <a:latin typeface="Calibri"/>
                <a:cs typeface="Calibri"/>
              </a:rPr>
              <a:t> </a:t>
            </a:r>
            <a:r>
              <a:rPr sz="3200" dirty="0">
                <a:latin typeface="Calibri"/>
                <a:cs typeface="Calibri"/>
              </a:rPr>
              <a:t>of</a:t>
            </a:r>
            <a:r>
              <a:rPr sz="3200" spc="-50" dirty="0">
                <a:latin typeface="Calibri"/>
                <a:cs typeface="Calibri"/>
              </a:rPr>
              <a:t> </a:t>
            </a:r>
            <a:r>
              <a:rPr sz="3200" spc="-20" dirty="0">
                <a:latin typeface="Calibri"/>
                <a:cs typeface="Calibri"/>
              </a:rPr>
              <a:t>use.</a:t>
            </a:r>
            <a:endParaRPr sz="3200">
              <a:latin typeface="Calibri"/>
              <a:cs typeface="Calibri"/>
            </a:endParaRPr>
          </a:p>
        </p:txBody>
      </p:sp>
      <p:sp>
        <p:nvSpPr>
          <p:cNvPr id="8" name="object 2">
            <a:extLst>
              <a:ext uri="{FF2B5EF4-FFF2-40B4-BE49-F238E27FC236}">
                <a16:creationId xmlns:a16="http://schemas.microsoft.com/office/drawing/2014/main" id="{67697D8E-4BCA-A5B3-6BE8-2A1DA1E5B184}"/>
              </a:ext>
            </a:extLst>
          </p:cNvPr>
          <p:cNvSpPr txBox="1">
            <a:spLocks noGrp="1"/>
          </p:cNvSpPr>
          <p:nvPr>
            <p:ph type="title"/>
          </p:nvPr>
        </p:nvSpPr>
        <p:spPr>
          <a:xfrm>
            <a:off x="76200" y="304800"/>
            <a:ext cx="9067800" cy="1244571"/>
          </a:xfrm>
          <a:prstGeom prst="rect">
            <a:avLst/>
          </a:prstGeom>
        </p:spPr>
        <p:txBody>
          <a:bodyPr vert="horz" wrap="square" lIns="0" tIns="13335" rIns="0" bIns="0" rtlCol="0">
            <a:spAutoFit/>
          </a:bodyPr>
          <a:lstStyle/>
          <a:p>
            <a:pPr marL="1158240">
              <a:lnSpc>
                <a:spcPct val="100000"/>
              </a:lnSpc>
              <a:spcBef>
                <a:spcPts val="105"/>
              </a:spcBef>
            </a:pPr>
            <a:r>
              <a:rPr lang="en-US" i="0" dirty="0"/>
              <a:t>What is Cleanroom</a:t>
            </a:r>
            <a:r>
              <a:rPr lang="en-US" i="0" spc="-195" dirty="0"/>
              <a:t> </a:t>
            </a:r>
            <a:r>
              <a:rPr lang="en-US" i="0" dirty="0"/>
              <a:t>Software</a:t>
            </a:r>
            <a:r>
              <a:rPr lang="en-US" i="0" spc="-180" dirty="0"/>
              <a:t> </a:t>
            </a:r>
            <a:r>
              <a:rPr lang="en-US" i="0" spc="-10" dirty="0"/>
              <a:t>Development?</a:t>
            </a:r>
            <a:endParaRPr spc="-1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spc="-50" dirty="0"/>
              <a:t>40</a:t>
            </a:fld>
            <a:endParaRPr spc="-50" dirty="0"/>
          </a:p>
        </p:txBody>
      </p:sp>
      <p:sp>
        <p:nvSpPr>
          <p:cNvPr id="2" name="object 2"/>
          <p:cNvSpPr txBox="1">
            <a:spLocks noGrp="1"/>
          </p:cNvSpPr>
          <p:nvPr>
            <p:ph type="title"/>
          </p:nvPr>
        </p:nvSpPr>
        <p:spPr>
          <a:xfrm>
            <a:off x="1742313" y="192150"/>
            <a:ext cx="5655945" cy="635000"/>
          </a:xfrm>
          <a:prstGeom prst="rect">
            <a:avLst/>
          </a:prstGeom>
        </p:spPr>
        <p:txBody>
          <a:bodyPr vert="horz" wrap="square" lIns="0" tIns="12065" rIns="0" bIns="0" rtlCol="0">
            <a:spAutoFit/>
          </a:bodyPr>
          <a:lstStyle/>
          <a:p>
            <a:pPr marL="12700">
              <a:lnSpc>
                <a:spcPct val="100000"/>
              </a:lnSpc>
              <a:spcBef>
                <a:spcPts val="95"/>
              </a:spcBef>
            </a:pPr>
            <a:r>
              <a:rPr sz="4000" dirty="0">
                <a:solidFill>
                  <a:srgbClr val="00AF50"/>
                </a:solidFill>
              </a:rPr>
              <a:t>Why</a:t>
            </a:r>
            <a:r>
              <a:rPr sz="4000" spc="-160" dirty="0">
                <a:solidFill>
                  <a:srgbClr val="00AF50"/>
                </a:solidFill>
              </a:rPr>
              <a:t> </a:t>
            </a:r>
            <a:r>
              <a:rPr sz="4000" spc="-10" dirty="0">
                <a:solidFill>
                  <a:srgbClr val="00AF50"/>
                </a:solidFill>
              </a:rPr>
              <a:t>Cleanroom</a:t>
            </a:r>
            <a:r>
              <a:rPr sz="4000" spc="-165" dirty="0">
                <a:solidFill>
                  <a:srgbClr val="00AF50"/>
                </a:solidFill>
              </a:rPr>
              <a:t> </a:t>
            </a:r>
            <a:r>
              <a:rPr sz="4000" spc="-10" dirty="0">
                <a:solidFill>
                  <a:srgbClr val="00AF50"/>
                </a:solidFill>
              </a:rPr>
              <a:t>Software?</a:t>
            </a:r>
            <a:endParaRPr sz="4000"/>
          </a:p>
        </p:txBody>
      </p:sp>
      <p:sp>
        <p:nvSpPr>
          <p:cNvPr id="3" name="object 3"/>
          <p:cNvSpPr txBox="1"/>
          <p:nvPr/>
        </p:nvSpPr>
        <p:spPr>
          <a:xfrm>
            <a:off x="535940" y="1509941"/>
            <a:ext cx="6454140" cy="4123690"/>
          </a:xfrm>
          <a:prstGeom prst="rect">
            <a:avLst/>
          </a:prstGeom>
        </p:spPr>
        <p:txBody>
          <a:bodyPr vert="horz" wrap="square" lIns="0" tIns="110489" rIns="0" bIns="0" rtlCol="0">
            <a:spAutoFit/>
          </a:bodyPr>
          <a:lstStyle/>
          <a:p>
            <a:pPr marL="354965" indent="-342265">
              <a:lnSpc>
                <a:spcPct val="100000"/>
              </a:lnSpc>
              <a:spcBef>
                <a:spcPts val="869"/>
              </a:spcBef>
              <a:buFont typeface="Arial MT"/>
              <a:buChar char="•"/>
              <a:tabLst>
                <a:tab pos="354965" algn="l"/>
              </a:tabLst>
            </a:pPr>
            <a:r>
              <a:rPr sz="3200" dirty="0">
                <a:latin typeface="Calibri"/>
                <a:cs typeface="Calibri"/>
              </a:rPr>
              <a:t>Zero</a:t>
            </a:r>
            <a:r>
              <a:rPr sz="3200" spc="-60" dirty="0">
                <a:latin typeface="Calibri"/>
                <a:cs typeface="Calibri"/>
              </a:rPr>
              <a:t> </a:t>
            </a:r>
            <a:r>
              <a:rPr sz="3200" spc="-10" dirty="0">
                <a:latin typeface="Calibri"/>
                <a:cs typeface="Calibri"/>
              </a:rPr>
              <a:t>failures</a:t>
            </a:r>
            <a:r>
              <a:rPr sz="3200" spc="-60" dirty="0">
                <a:latin typeface="Calibri"/>
                <a:cs typeface="Calibri"/>
              </a:rPr>
              <a:t> </a:t>
            </a:r>
            <a:r>
              <a:rPr sz="3200" dirty="0">
                <a:latin typeface="Calibri"/>
                <a:cs typeface="Calibri"/>
              </a:rPr>
              <a:t>in</a:t>
            </a:r>
            <a:r>
              <a:rPr sz="3200" spc="-50" dirty="0">
                <a:latin typeface="Calibri"/>
                <a:cs typeface="Calibri"/>
              </a:rPr>
              <a:t> </a:t>
            </a:r>
            <a:r>
              <a:rPr sz="3200" dirty="0">
                <a:latin typeface="Calibri"/>
                <a:cs typeface="Calibri"/>
              </a:rPr>
              <a:t>the</a:t>
            </a:r>
            <a:r>
              <a:rPr sz="3200" spc="-60" dirty="0">
                <a:latin typeface="Calibri"/>
                <a:cs typeface="Calibri"/>
              </a:rPr>
              <a:t> </a:t>
            </a:r>
            <a:r>
              <a:rPr sz="3200" spc="-10" dirty="0">
                <a:latin typeface="Calibri"/>
                <a:cs typeface="Calibri"/>
              </a:rPr>
              <a:t>field</a:t>
            </a:r>
            <a:endParaRPr sz="3200">
              <a:latin typeface="Calibri"/>
              <a:cs typeface="Calibri"/>
            </a:endParaRPr>
          </a:p>
          <a:p>
            <a:pPr marL="354965" indent="-342265">
              <a:lnSpc>
                <a:spcPct val="100000"/>
              </a:lnSpc>
              <a:spcBef>
                <a:spcPts val="770"/>
              </a:spcBef>
              <a:buFont typeface="Arial MT"/>
              <a:buChar char="•"/>
              <a:tabLst>
                <a:tab pos="354965" algn="l"/>
              </a:tabLst>
            </a:pPr>
            <a:r>
              <a:rPr sz="3200" dirty="0">
                <a:latin typeface="Calibri"/>
                <a:cs typeface="Calibri"/>
              </a:rPr>
              <a:t>Short</a:t>
            </a:r>
            <a:r>
              <a:rPr sz="3200" spc="-75" dirty="0">
                <a:latin typeface="Calibri"/>
                <a:cs typeface="Calibri"/>
              </a:rPr>
              <a:t> </a:t>
            </a:r>
            <a:r>
              <a:rPr sz="3200" dirty="0">
                <a:latin typeface="Calibri"/>
                <a:cs typeface="Calibri"/>
              </a:rPr>
              <a:t>development</a:t>
            </a:r>
            <a:r>
              <a:rPr sz="3200" spc="-75" dirty="0">
                <a:latin typeface="Calibri"/>
                <a:cs typeface="Calibri"/>
              </a:rPr>
              <a:t> </a:t>
            </a:r>
            <a:r>
              <a:rPr sz="3200" spc="-10" dirty="0">
                <a:latin typeface="Calibri"/>
                <a:cs typeface="Calibri"/>
              </a:rPr>
              <a:t>cycles</a:t>
            </a:r>
            <a:endParaRPr sz="3200">
              <a:latin typeface="Calibri"/>
              <a:cs typeface="Calibri"/>
            </a:endParaRPr>
          </a:p>
          <a:p>
            <a:pPr marL="354965" indent="-342265">
              <a:lnSpc>
                <a:spcPct val="100000"/>
              </a:lnSpc>
              <a:spcBef>
                <a:spcPts val="770"/>
              </a:spcBef>
              <a:buFont typeface="Arial MT"/>
              <a:buChar char="•"/>
              <a:tabLst>
                <a:tab pos="354965" algn="l"/>
              </a:tabLst>
            </a:pPr>
            <a:r>
              <a:rPr sz="3200" dirty="0">
                <a:latin typeface="Calibri"/>
                <a:cs typeface="Calibri"/>
              </a:rPr>
              <a:t>Longer</a:t>
            </a:r>
            <a:r>
              <a:rPr sz="3200" spc="-100" dirty="0">
                <a:latin typeface="Calibri"/>
                <a:cs typeface="Calibri"/>
              </a:rPr>
              <a:t> </a:t>
            </a:r>
            <a:r>
              <a:rPr sz="3200" dirty="0">
                <a:latin typeface="Calibri"/>
                <a:cs typeface="Calibri"/>
              </a:rPr>
              <a:t>product</a:t>
            </a:r>
            <a:r>
              <a:rPr sz="3200" spc="-90" dirty="0">
                <a:latin typeface="Calibri"/>
                <a:cs typeface="Calibri"/>
              </a:rPr>
              <a:t> </a:t>
            </a:r>
            <a:r>
              <a:rPr sz="3200" spc="-20" dirty="0">
                <a:latin typeface="Calibri"/>
                <a:cs typeface="Calibri"/>
              </a:rPr>
              <a:t>life</a:t>
            </a:r>
            <a:endParaRPr sz="3200">
              <a:latin typeface="Calibri"/>
              <a:cs typeface="Calibri"/>
            </a:endParaRPr>
          </a:p>
          <a:p>
            <a:pPr marL="354965" indent="-342265">
              <a:lnSpc>
                <a:spcPct val="100000"/>
              </a:lnSpc>
              <a:spcBef>
                <a:spcPts val="770"/>
              </a:spcBef>
              <a:buFont typeface="Arial MT"/>
              <a:buChar char="•"/>
              <a:tabLst>
                <a:tab pos="354965" algn="l"/>
              </a:tabLst>
            </a:pPr>
            <a:r>
              <a:rPr sz="3200" spc="-10" dirty="0">
                <a:latin typeface="Calibri"/>
                <a:cs typeface="Calibri"/>
              </a:rPr>
              <a:t>Quality</a:t>
            </a:r>
            <a:endParaRPr sz="3200">
              <a:latin typeface="Calibri"/>
              <a:cs typeface="Calibri"/>
            </a:endParaRPr>
          </a:p>
          <a:p>
            <a:pPr marL="354965" indent="-342265">
              <a:lnSpc>
                <a:spcPct val="100000"/>
              </a:lnSpc>
              <a:spcBef>
                <a:spcPts val="770"/>
              </a:spcBef>
              <a:buFont typeface="Arial MT"/>
              <a:buChar char="•"/>
              <a:tabLst>
                <a:tab pos="354965" algn="l"/>
              </a:tabLst>
            </a:pPr>
            <a:r>
              <a:rPr sz="3200" dirty="0">
                <a:latin typeface="Calibri"/>
                <a:cs typeface="Calibri"/>
              </a:rPr>
              <a:t>Most</a:t>
            </a:r>
            <a:r>
              <a:rPr sz="3200" spc="-85" dirty="0">
                <a:latin typeface="Calibri"/>
                <a:cs typeface="Calibri"/>
              </a:rPr>
              <a:t> </a:t>
            </a:r>
            <a:r>
              <a:rPr sz="3200" dirty="0">
                <a:latin typeface="Calibri"/>
                <a:cs typeface="Calibri"/>
              </a:rPr>
              <a:t>suitable</a:t>
            </a:r>
            <a:r>
              <a:rPr sz="3200" spc="-60" dirty="0">
                <a:latin typeface="Calibri"/>
                <a:cs typeface="Calibri"/>
              </a:rPr>
              <a:t> </a:t>
            </a:r>
            <a:r>
              <a:rPr sz="3200" dirty="0">
                <a:latin typeface="Calibri"/>
                <a:cs typeface="Calibri"/>
              </a:rPr>
              <a:t>for</a:t>
            </a:r>
            <a:r>
              <a:rPr sz="3200" spc="-70" dirty="0">
                <a:latin typeface="Calibri"/>
                <a:cs typeface="Calibri"/>
              </a:rPr>
              <a:t> </a:t>
            </a:r>
            <a:r>
              <a:rPr sz="3200" dirty="0">
                <a:latin typeface="Calibri"/>
                <a:cs typeface="Calibri"/>
              </a:rPr>
              <a:t>critical</a:t>
            </a:r>
            <a:r>
              <a:rPr sz="3200" spc="-75" dirty="0">
                <a:latin typeface="Calibri"/>
                <a:cs typeface="Calibri"/>
              </a:rPr>
              <a:t> </a:t>
            </a:r>
            <a:r>
              <a:rPr sz="3200" spc="-10" dirty="0">
                <a:latin typeface="Calibri"/>
                <a:cs typeface="Calibri"/>
              </a:rPr>
              <a:t>applications</a:t>
            </a:r>
            <a:endParaRPr sz="3200">
              <a:latin typeface="Calibri"/>
              <a:cs typeface="Calibri"/>
            </a:endParaRPr>
          </a:p>
          <a:p>
            <a:pPr marL="354965" indent="-342265">
              <a:lnSpc>
                <a:spcPct val="100000"/>
              </a:lnSpc>
              <a:spcBef>
                <a:spcPts val="765"/>
              </a:spcBef>
              <a:buFont typeface="Arial MT"/>
              <a:buChar char="•"/>
              <a:tabLst>
                <a:tab pos="354965" algn="l"/>
              </a:tabLst>
            </a:pPr>
            <a:r>
              <a:rPr sz="3200" dirty="0">
                <a:latin typeface="Calibri"/>
                <a:cs typeface="Calibri"/>
              </a:rPr>
              <a:t>Increased</a:t>
            </a:r>
            <a:r>
              <a:rPr sz="3200" spc="-70" dirty="0">
                <a:latin typeface="Calibri"/>
                <a:cs typeface="Calibri"/>
              </a:rPr>
              <a:t> </a:t>
            </a:r>
            <a:r>
              <a:rPr sz="3200" spc="-10" dirty="0">
                <a:latin typeface="Calibri"/>
                <a:cs typeface="Calibri"/>
              </a:rPr>
              <a:t>Productivity</a:t>
            </a:r>
            <a:endParaRPr sz="3200">
              <a:latin typeface="Calibri"/>
              <a:cs typeface="Calibri"/>
            </a:endParaRPr>
          </a:p>
          <a:p>
            <a:pPr marL="354965" indent="-342265">
              <a:lnSpc>
                <a:spcPct val="100000"/>
              </a:lnSpc>
              <a:spcBef>
                <a:spcPts val="770"/>
              </a:spcBef>
              <a:buFont typeface="Arial MT"/>
              <a:buChar char="•"/>
              <a:tabLst>
                <a:tab pos="354965" algn="l"/>
              </a:tabLst>
            </a:pPr>
            <a:r>
              <a:rPr sz="3200" dirty="0">
                <a:latin typeface="Calibri"/>
                <a:cs typeface="Calibri"/>
              </a:rPr>
              <a:t>Reduces</a:t>
            </a:r>
            <a:r>
              <a:rPr sz="3200" spc="-85" dirty="0">
                <a:latin typeface="Calibri"/>
                <a:cs typeface="Calibri"/>
              </a:rPr>
              <a:t> </a:t>
            </a:r>
            <a:r>
              <a:rPr sz="3200" spc="-20" dirty="0">
                <a:latin typeface="Calibri"/>
                <a:cs typeface="Calibri"/>
              </a:rPr>
              <a:t>Costs</a:t>
            </a:r>
            <a:endParaRPr sz="3200">
              <a:latin typeface="Calibri"/>
              <a:cs typeface="Calibri"/>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spc="-50" dirty="0"/>
              <a:t>41</a:t>
            </a:fld>
            <a:endParaRPr spc="-50" dirty="0"/>
          </a:p>
        </p:txBody>
      </p:sp>
      <p:sp>
        <p:nvSpPr>
          <p:cNvPr id="2" name="object 2"/>
          <p:cNvSpPr txBox="1">
            <a:spLocks noGrp="1"/>
          </p:cNvSpPr>
          <p:nvPr>
            <p:ph type="title"/>
          </p:nvPr>
        </p:nvSpPr>
        <p:spPr>
          <a:xfrm>
            <a:off x="546826" y="488335"/>
            <a:ext cx="6111366" cy="629018"/>
          </a:xfrm>
          <a:prstGeom prst="rect">
            <a:avLst/>
          </a:prstGeom>
        </p:spPr>
        <p:txBody>
          <a:bodyPr vert="horz" wrap="square" lIns="0" tIns="13335" rIns="0" bIns="0" rtlCol="0">
            <a:spAutoFit/>
          </a:bodyPr>
          <a:lstStyle/>
          <a:p>
            <a:pPr marL="1158240">
              <a:lnSpc>
                <a:spcPct val="100000"/>
              </a:lnSpc>
              <a:spcBef>
                <a:spcPts val="105"/>
              </a:spcBef>
            </a:pPr>
            <a:r>
              <a:rPr dirty="0"/>
              <a:t>Why</a:t>
            </a:r>
            <a:r>
              <a:rPr spc="-40" dirty="0"/>
              <a:t> </a:t>
            </a:r>
            <a:r>
              <a:rPr dirty="0"/>
              <a:t>not</a:t>
            </a:r>
            <a:r>
              <a:rPr spc="-40" dirty="0"/>
              <a:t> </a:t>
            </a:r>
            <a:r>
              <a:rPr dirty="0"/>
              <a:t>widely</a:t>
            </a:r>
            <a:r>
              <a:rPr spc="-55" dirty="0"/>
              <a:t> </a:t>
            </a:r>
            <a:r>
              <a:rPr spc="-10" dirty="0"/>
              <a:t>used?</a:t>
            </a:r>
          </a:p>
        </p:txBody>
      </p:sp>
      <p:sp>
        <p:nvSpPr>
          <p:cNvPr id="3" name="object 3"/>
          <p:cNvSpPr txBox="1"/>
          <p:nvPr/>
        </p:nvSpPr>
        <p:spPr>
          <a:xfrm>
            <a:off x="535940" y="1607261"/>
            <a:ext cx="8072755" cy="1002665"/>
          </a:xfrm>
          <a:prstGeom prst="rect">
            <a:avLst/>
          </a:prstGeom>
        </p:spPr>
        <p:txBody>
          <a:bodyPr vert="horz" wrap="square" lIns="0" tIns="13335" rIns="0" bIns="0" rtlCol="0">
            <a:spAutoFit/>
          </a:bodyPr>
          <a:lstStyle/>
          <a:p>
            <a:pPr marL="355600" marR="5080" indent="-342900">
              <a:lnSpc>
                <a:spcPct val="100000"/>
              </a:lnSpc>
              <a:spcBef>
                <a:spcPts val="105"/>
              </a:spcBef>
              <a:buFont typeface="Arial MT"/>
              <a:buChar char="•"/>
              <a:tabLst>
                <a:tab pos="355600" algn="l"/>
              </a:tabLst>
            </a:pPr>
            <a:r>
              <a:rPr sz="3200" dirty="0">
                <a:latin typeface="Calibri"/>
                <a:cs typeface="Calibri"/>
              </a:rPr>
              <a:t>Too</a:t>
            </a:r>
            <a:r>
              <a:rPr sz="3200" spc="10" dirty="0">
                <a:latin typeface="Calibri"/>
                <a:cs typeface="Calibri"/>
              </a:rPr>
              <a:t> </a:t>
            </a:r>
            <a:r>
              <a:rPr sz="3200" dirty="0">
                <a:latin typeface="Calibri"/>
                <a:cs typeface="Calibri"/>
              </a:rPr>
              <a:t>theoretical,</a:t>
            </a:r>
            <a:r>
              <a:rPr sz="3200" spc="5" dirty="0">
                <a:latin typeface="Calibri"/>
                <a:cs typeface="Calibri"/>
              </a:rPr>
              <a:t> </a:t>
            </a:r>
            <a:r>
              <a:rPr sz="3200" dirty="0">
                <a:latin typeface="Calibri"/>
                <a:cs typeface="Calibri"/>
              </a:rPr>
              <a:t>too</a:t>
            </a:r>
            <a:r>
              <a:rPr sz="3200" spc="10" dirty="0">
                <a:latin typeface="Calibri"/>
                <a:cs typeface="Calibri"/>
              </a:rPr>
              <a:t> </a:t>
            </a:r>
            <a:r>
              <a:rPr sz="3200" dirty="0">
                <a:latin typeface="Calibri"/>
                <a:cs typeface="Calibri"/>
              </a:rPr>
              <a:t>mathematical,</a:t>
            </a:r>
            <a:r>
              <a:rPr sz="3200" spc="15" dirty="0">
                <a:latin typeface="Calibri"/>
                <a:cs typeface="Calibri"/>
              </a:rPr>
              <a:t> </a:t>
            </a:r>
            <a:r>
              <a:rPr sz="3200" dirty="0">
                <a:latin typeface="Calibri"/>
                <a:cs typeface="Calibri"/>
              </a:rPr>
              <a:t>and</a:t>
            </a:r>
            <a:r>
              <a:rPr sz="3200" spc="15" dirty="0">
                <a:latin typeface="Calibri"/>
                <a:cs typeface="Calibri"/>
              </a:rPr>
              <a:t> </a:t>
            </a:r>
            <a:r>
              <a:rPr sz="3200" spc="-10" dirty="0">
                <a:latin typeface="Calibri"/>
                <a:cs typeface="Calibri"/>
              </a:rPr>
              <a:t>radical </a:t>
            </a:r>
            <a:r>
              <a:rPr sz="3200" dirty="0">
                <a:latin typeface="Calibri"/>
                <a:cs typeface="Calibri"/>
              </a:rPr>
              <a:t>for</a:t>
            </a:r>
            <a:r>
              <a:rPr sz="3200" spc="-55" dirty="0">
                <a:latin typeface="Calibri"/>
                <a:cs typeface="Calibri"/>
              </a:rPr>
              <a:t> </a:t>
            </a:r>
            <a:r>
              <a:rPr sz="3200" dirty="0">
                <a:latin typeface="Calibri"/>
                <a:cs typeface="Calibri"/>
              </a:rPr>
              <a:t>use</a:t>
            </a:r>
            <a:r>
              <a:rPr sz="3200" spc="-55" dirty="0">
                <a:latin typeface="Calibri"/>
                <a:cs typeface="Calibri"/>
              </a:rPr>
              <a:t> </a:t>
            </a:r>
            <a:r>
              <a:rPr sz="3200" dirty="0">
                <a:latin typeface="Calibri"/>
                <a:cs typeface="Calibri"/>
              </a:rPr>
              <a:t>in</a:t>
            </a:r>
            <a:r>
              <a:rPr sz="3200" spc="-40" dirty="0">
                <a:latin typeface="Calibri"/>
                <a:cs typeface="Calibri"/>
              </a:rPr>
              <a:t> </a:t>
            </a:r>
            <a:r>
              <a:rPr sz="3200" dirty="0">
                <a:latin typeface="Calibri"/>
                <a:cs typeface="Calibri"/>
              </a:rPr>
              <a:t>real</a:t>
            </a:r>
            <a:r>
              <a:rPr sz="3200" spc="-55" dirty="0">
                <a:latin typeface="Calibri"/>
                <a:cs typeface="Calibri"/>
              </a:rPr>
              <a:t> </a:t>
            </a:r>
            <a:r>
              <a:rPr sz="3200" dirty="0">
                <a:latin typeface="Calibri"/>
                <a:cs typeface="Calibri"/>
              </a:rPr>
              <a:t>software</a:t>
            </a:r>
            <a:r>
              <a:rPr sz="3200" spc="-60" dirty="0">
                <a:latin typeface="Calibri"/>
                <a:cs typeface="Calibri"/>
              </a:rPr>
              <a:t> </a:t>
            </a:r>
            <a:r>
              <a:rPr sz="3200" spc="-10" dirty="0">
                <a:latin typeface="Calibri"/>
                <a:cs typeface="Calibri"/>
              </a:rPr>
              <a:t>development</a:t>
            </a:r>
            <a:endParaRPr sz="3200">
              <a:latin typeface="Calibri"/>
              <a:cs typeface="Calibri"/>
            </a:endParaRPr>
          </a:p>
        </p:txBody>
      </p:sp>
      <p:graphicFrame>
        <p:nvGraphicFramePr>
          <p:cNvPr id="4" name="object 4"/>
          <p:cNvGraphicFramePr>
            <a:graphicFrameLocks noGrp="1"/>
          </p:cNvGraphicFramePr>
          <p:nvPr/>
        </p:nvGraphicFramePr>
        <p:xfrm>
          <a:off x="516890" y="2732088"/>
          <a:ext cx="8110219" cy="1444625"/>
        </p:xfrm>
        <a:graphic>
          <a:graphicData uri="http://schemas.openxmlformats.org/drawingml/2006/table">
            <a:tbl>
              <a:tblPr firstRow="1" bandRow="1">
                <a:tableStyleId>{2D5ABB26-0587-4C30-8999-92F81FD0307C}</a:tableStyleId>
              </a:tblPr>
              <a:tblGrid>
                <a:gridCol w="4854575">
                  <a:extLst>
                    <a:ext uri="{9D8B030D-6E8A-4147-A177-3AD203B41FA5}">
                      <a16:colId xmlns:a16="http://schemas.microsoft.com/office/drawing/2014/main" val="20000"/>
                    </a:ext>
                  </a:extLst>
                </a:gridCol>
                <a:gridCol w="2279015">
                  <a:extLst>
                    <a:ext uri="{9D8B030D-6E8A-4147-A177-3AD203B41FA5}">
                      <a16:colId xmlns:a16="http://schemas.microsoft.com/office/drawing/2014/main" val="20001"/>
                    </a:ext>
                  </a:extLst>
                </a:gridCol>
                <a:gridCol w="976629">
                  <a:extLst>
                    <a:ext uri="{9D8B030D-6E8A-4147-A177-3AD203B41FA5}">
                      <a16:colId xmlns:a16="http://schemas.microsoft.com/office/drawing/2014/main" val="20002"/>
                    </a:ext>
                  </a:extLst>
                </a:gridCol>
              </a:tblGrid>
              <a:tr h="509905">
                <a:tc>
                  <a:txBody>
                    <a:bodyPr/>
                    <a:lstStyle/>
                    <a:p>
                      <a:pPr marL="374015" indent="-342265">
                        <a:lnSpc>
                          <a:spcPts val="3540"/>
                        </a:lnSpc>
                        <a:buFont typeface="Arial MT"/>
                        <a:buChar char="•"/>
                        <a:tabLst>
                          <a:tab pos="374015" algn="l"/>
                          <a:tab pos="1820545" algn="l"/>
                          <a:tab pos="2731135" algn="l"/>
                        </a:tabLst>
                      </a:pPr>
                      <a:r>
                        <a:rPr sz="3200" spc="-10" dirty="0">
                          <a:latin typeface="Calibri"/>
                          <a:cs typeface="Calibri"/>
                        </a:rPr>
                        <a:t>Relies</a:t>
                      </a:r>
                      <a:r>
                        <a:rPr sz="3200" dirty="0">
                          <a:latin typeface="Calibri"/>
                          <a:cs typeface="Calibri"/>
                        </a:rPr>
                        <a:t>	</a:t>
                      </a:r>
                      <a:r>
                        <a:rPr sz="3200" spc="-25" dirty="0">
                          <a:latin typeface="Calibri"/>
                          <a:cs typeface="Calibri"/>
                        </a:rPr>
                        <a:t>on</a:t>
                      </a:r>
                      <a:r>
                        <a:rPr sz="3200" dirty="0">
                          <a:latin typeface="Calibri"/>
                          <a:cs typeface="Calibri"/>
                        </a:rPr>
                        <a:t>	</a:t>
                      </a:r>
                      <a:r>
                        <a:rPr sz="3200" spc="-10" dirty="0">
                          <a:latin typeface="Calibri"/>
                          <a:cs typeface="Calibri"/>
                        </a:rPr>
                        <a:t>correctness</a:t>
                      </a:r>
                      <a:endParaRPr sz="3200">
                        <a:latin typeface="Calibri"/>
                        <a:cs typeface="Calibri"/>
                      </a:endParaRPr>
                    </a:p>
                  </a:txBody>
                  <a:tcPr marL="0" marR="0" marT="0" marB="0"/>
                </a:tc>
                <a:tc>
                  <a:txBody>
                    <a:bodyPr/>
                    <a:lstStyle/>
                    <a:p>
                      <a:pPr marL="262890">
                        <a:lnSpc>
                          <a:spcPts val="3540"/>
                        </a:lnSpc>
                      </a:pPr>
                      <a:r>
                        <a:rPr sz="3200" spc="-10" dirty="0">
                          <a:latin typeface="Calibri"/>
                          <a:cs typeface="Calibri"/>
                        </a:rPr>
                        <a:t>verification</a:t>
                      </a:r>
                      <a:endParaRPr sz="3200">
                        <a:latin typeface="Calibri"/>
                        <a:cs typeface="Calibri"/>
                      </a:endParaRPr>
                    </a:p>
                  </a:txBody>
                  <a:tcPr marL="0" marR="0" marT="0" marB="0"/>
                </a:tc>
                <a:tc>
                  <a:txBody>
                    <a:bodyPr/>
                    <a:lstStyle/>
                    <a:p>
                      <a:pPr marR="24130" algn="r">
                        <a:lnSpc>
                          <a:spcPts val="3540"/>
                        </a:lnSpc>
                      </a:pPr>
                      <a:r>
                        <a:rPr sz="3200" spc="-25" dirty="0">
                          <a:latin typeface="Calibri"/>
                          <a:cs typeface="Calibri"/>
                        </a:rPr>
                        <a:t>and</a:t>
                      </a:r>
                      <a:endParaRPr sz="3200">
                        <a:latin typeface="Calibri"/>
                        <a:cs typeface="Calibri"/>
                      </a:endParaRPr>
                    </a:p>
                  </a:txBody>
                  <a:tcPr marL="0" marR="0" marT="0" marB="0"/>
                </a:tc>
                <a:extLst>
                  <a:ext uri="{0D108BD9-81ED-4DB2-BD59-A6C34878D82A}">
                    <a16:rowId xmlns:a16="http://schemas.microsoft.com/office/drawing/2014/main" val="10000"/>
                  </a:ext>
                </a:extLst>
              </a:tr>
              <a:tr h="487680">
                <a:tc>
                  <a:txBody>
                    <a:bodyPr/>
                    <a:lstStyle/>
                    <a:p>
                      <a:pPr marL="374650">
                        <a:lnSpc>
                          <a:spcPts val="3360"/>
                        </a:lnSpc>
                        <a:tabLst>
                          <a:tab pos="2172970" algn="l"/>
                          <a:tab pos="3555365" algn="l"/>
                        </a:tabLst>
                      </a:pPr>
                      <a:r>
                        <a:rPr sz="3200" spc="-10" dirty="0">
                          <a:latin typeface="Calibri"/>
                          <a:cs typeface="Calibri"/>
                        </a:rPr>
                        <a:t>statistical</a:t>
                      </a:r>
                      <a:r>
                        <a:rPr sz="3200" dirty="0">
                          <a:latin typeface="Calibri"/>
                          <a:cs typeface="Calibri"/>
                        </a:rPr>
                        <a:t>	</a:t>
                      </a:r>
                      <a:r>
                        <a:rPr sz="3200" spc="-10" dirty="0">
                          <a:latin typeface="Calibri"/>
                          <a:cs typeface="Calibri"/>
                        </a:rPr>
                        <a:t>quality</a:t>
                      </a:r>
                      <a:r>
                        <a:rPr sz="3200" dirty="0">
                          <a:latin typeface="Calibri"/>
                          <a:cs typeface="Calibri"/>
                        </a:rPr>
                        <a:t>	</a:t>
                      </a:r>
                      <a:r>
                        <a:rPr sz="3200" spc="-10" dirty="0">
                          <a:latin typeface="Calibri"/>
                          <a:cs typeface="Calibri"/>
                        </a:rPr>
                        <a:t>control</a:t>
                      </a:r>
                      <a:endParaRPr sz="3200">
                        <a:latin typeface="Calibri"/>
                        <a:cs typeface="Calibri"/>
                      </a:endParaRPr>
                    </a:p>
                  </a:txBody>
                  <a:tcPr marL="0" marR="0" marT="0" marB="0"/>
                </a:tc>
                <a:tc>
                  <a:txBody>
                    <a:bodyPr/>
                    <a:lstStyle/>
                    <a:p>
                      <a:pPr marL="124460">
                        <a:lnSpc>
                          <a:spcPts val="3360"/>
                        </a:lnSpc>
                        <a:tabLst>
                          <a:tab pos="1393825" algn="l"/>
                        </a:tabLst>
                      </a:pPr>
                      <a:r>
                        <a:rPr sz="3200" spc="-10" dirty="0">
                          <a:latin typeface="Calibri"/>
                          <a:cs typeface="Calibri"/>
                        </a:rPr>
                        <a:t>rather</a:t>
                      </a:r>
                      <a:r>
                        <a:rPr sz="3200" dirty="0">
                          <a:latin typeface="Calibri"/>
                          <a:cs typeface="Calibri"/>
                        </a:rPr>
                        <a:t>	</a:t>
                      </a:r>
                      <a:r>
                        <a:rPr sz="3200" spc="-20" dirty="0">
                          <a:latin typeface="Calibri"/>
                          <a:cs typeface="Calibri"/>
                        </a:rPr>
                        <a:t>than</a:t>
                      </a:r>
                      <a:endParaRPr sz="3200">
                        <a:latin typeface="Calibri"/>
                        <a:cs typeface="Calibri"/>
                      </a:endParaRPr>
                    </a:p>
                  </a:txBody>
                  <a:tcPr marL="0" marR="0" marT="0" marB="0"/>
                </a:tc>
                <a:tc>
                  <a:txBody>
                    <a:bodyPr/>
                    <a:lstStyle/>
                    <a:p>
                      <a:pPr marR="24130" algn="r">
                        <a:lnSpc>
                          <a:spcPts val="3360"/>
                        </a:lnSpc>
                      </a:pPr>
                      <a:r>
                        <a:rPr sz="3200" spc="-10" dirty="0">
                          <a:latin typeface="Calibri"/>
                          <a:cs typeface="Calibri"/>
                        </a:rPr>
                        <a:t>units</a:t>
                      </a:r>
                      <a:endParaRPr sz="3200">
                        <a:latin typeface="Calibri"/>
                        <a:cs typeface="Calibri"/>
                      </a:endParaRPr>
                    </a:p>
                  </a:txBody>
                  <a:tcPr marL="0" marR="0" marT="0" marB="0"/>
                </a:tc>
                <a:extLst>
                  <a:ext uri="{0D108BD9-81ED-4DB2-BD59-A6C34878D82A}">
                    <a16:rowId xmlns:a16="http://schemas.microsoft.com/office/drawing/2014/main" val="10001"/>
                  </a:ext>
                </a:extLst>
              </a:tr>
              <a:tr h="447040">
                <a:tc>
                  <a:txBody>
                    <a:bodyPr/>
                    <a:lstStyle/>
                    <a:p>
                      <a:pPr marL="374650">
                        <a:lnSpc>
                          <a:spcPts val="3360"/>
                        </a:lnSpc>
                      </a:pPr>
                      <a:r>
                        <a:rPr sz="3200" spc="-10" dirty="0">
                          <a:latin typeface="Calibri"/>
                          <a:cs typeface="Calibri"/>
                        </a:rPr>
                        <a:t>testing</a:t>
                      </a:r>
                      <a:endParaRPr sz="3200">
                        <a:latin typeface="Calibri"/>
                        <a:cs typeface="Calibri"/>
                      </a:endParaRPr>
                    </a:p>
                  </a:txBody>
                  <a:tcPr marL="0" marR="0" marT="0" marB="0"/>
                </a:tc>
                <a:tc>
                  <a:txBody>
                    <a:bodyPr/>
                    <a:lstStyle/>
                    <a:p>
                      <a:pPr>
                        <a:lnSpc>
                          <a:spcPct val="100000"/>
                        </a:lnSpc>
                      </a:pPr>
                      <a:endParaRPr sz="2800">
                        <a:latin typeface="Times New Roman"/>
                        <a:cs typeface="Times New Roman"/>
                      </a:endParaRPr>
                    </a:p>
                  </a:txBody>
                  <a:tcPr marL="0" marR="0" marT="0" marB="0"/>
                </a:tc>
                <a:tc>
                  <a:txBody>
                    <a:bodyPr/>
                    <a:lstStyle/>
                    <a:p>
                      <a:pPr>
                        <a:lnSpc>
                          <a:spcPct val="100000"/>
                        </a:lnSpc>
                      </a:pPr>
                      <a:endParaRPr sz="2800">
                        <a:latin typeface="Times New Roman"/>
                        <a:cs typeface="Times New Roman"/>
                      </a:endParaRPr>
                    </a:p>
                  </a:txBody>
                  <a:tcPr marL="0" marR="0" marT="0" marB="0"/>
                </a:tc>
                <a:extLst>
                  <a:ext uri="{0D108BD9-81ED-4DB2-BD59-A6C34878D82A}">
                    <a16:rowId xmlns:a16="http://schemas.microsoft.com/office/drawing/2014/main" val="10002"/>
                  </a:ext>
                </a:extLst>
              </a:tr>
            </a:tbl>
          </a:graphicData>
        </a:graphic>
      </p:graphicFrame>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spc="-50" dirty="0"/>
              <a:t>42</a:t>
            </a:fld>
            <a:endParaRPr spc="-50" dirty="0"/>
          </a:p>
        </p:txBody>
      </p:sp>
      <p:sp>
        <p:nvSpPr>
          <p:cNvPr id="2" name="object 2"/>
          <p:cNvSpPr txBox="1">
            <a:spLocks noGrp="1"/>
          </p:cNvSpPr>
          <p:nvPr>
            <p:ph type="title"/>
          </p:nvPr>
        </p:nvSpPr>
        <p:spPr>
          <a:xfrm>
            <a:off x="2059304" y="283210"/>
            <a:ext cx="7008496" cy="635000"/>
          </a:xfrm>
          <a:prstGeom prst="rect">
            <a:avLst/>
          </a:prstGeom>
        </p:spPr>
        <p:txBody>
          <a:bodyPr vert="horz" wrap="square" lIns="0" tIns="12065" rIns="0" bIns="0" rtlCol="0">
            <a:spAutoFit/>
          </a:bodyPr>
          <a:lstStyle/>
          <a:p>
            <a:pPr marL="12700">
              <a:lnSpc>
                <a:spcPct val="100000"/>
              </a:lnSpc>
              <a:spcBef>
                <a:spcPts val="95"/>
              </a:spcBef>
            </a:pPr>
            <a:r>
              <a:rPr sz="4000" dirty="0">
                <a:solidFill>
                  <a:srgbClr val="001F5F"/>
                </a:solidFill>
              </a:rPr>
              <a:t>Five</a:t>
            </a:r>
            <a:r>
              <a:rPr sz="4000" spc="-145" dirty="0">
                <a:solidFill>
                  <a:srgbClr val="001F5F"/>
                </a:solidFill>
              </a:rPr>
              <a:t> </a:t>
            </a:r>
            <a:r>
              <a:rPr sz="4000" spc="-20" dirty="0">
                <a:solidFill>
                  <a:srgbClr val="001F5F"/>
                </a:solidFill>
              </a:rPr>
              <a:t>Strategic</a:t>
            </a:r>
            <a:r>
              <a:rPr sz="4000" spc="-105" dirty="0">
                <a:solidFill>
                  <a:srgbClr val="001F5F"/>
                </a:solidFill>
              </a:rPr>
              <a:t> </a:t>
            </a:r>
            <a:r>
              <a:rPr sz="4000" spc="-10" dirty="0">
                <a:solidFill>
                  <a:srgbClr val="001F5F"/>
                </a:solidFill>
              </a:rPr>
              <a:t>Activities:</a:t>
            </a:r>
            <a:endParaRPr sz="4000" dirty="0"/>
          </a:p>
        </p:txBody>
      </p:sp>
      <p:sp>
        <p:nvSpPr>
          <p:cNvPr id="3" name="object 3"/>
          <p:cNvSpPr txBox="1"/>
          <p:nvPr/>
        </p:nvSpPr>
        <p:spPr>
          <a:xfrm>
            <a:off x="307340" y="1235709"/>
            <a:ext cx="8469630" cy="4544695"/>
          </a:xfrm>
          <a:prstGeom prst="rect">
            <a:avLst/>
          </a:prstGeom>
        </p:spPr>
        <p:txBody>
          <a:bodyPr vert="horz" wrap="square" lIns="0" tIns="92075" rIns="0" bIns="0" rtlCol="0">
            <a:spAutoFit/>
          </a:bodyPr>
          <a:lstStyle/>
          <a:p>
            <a:pPr marL="527685" marR="247015" indent="-515620">
              <a:lnSpc>
                <a:spcPct val="80000"/>
              </a:lnSpc>
              <a:spcBef>
                <a:spcPts val="725"/>
              </a:spcBef>
              <a:buAutoNum type="arabicPeriod"/>
              <a:tabLst>
                <a:tab pos="527685" algn="l"/>
              </a:tabLst>
            </a:pPr>
            <a:r>
              <a:rPr sz="2600" b="1" dirty="0">
                <a:solidFill>
                  <a:srgbClr val="C00000"/>
                </a:solidFill>
                <a:latin typeface="Calibri"/>
                <a:cs typeface="Calibri"/>
              </a:rPr>
              <a:t>Formal</a:t>
            </a:r>
            <a:r>
              <a:rPr sz="2600" b="1" spc="-85" dirty="0">
                <a:solidFill>
                  <a:srgbClr val="C00000"/>
                </a:solidFill>
                <a:latin typeface="Calibri"/>
                <a:cs typeface="Calibri"/>
              </a:rPr>
              <a:t> </a:t>
            </a:r>
            <a:r>
              <a:rPr sz="2600" b="1" dirty="0">
                <a:solidFill>
                  <a:srgbClr val="C00000"/>
                </a:solidFill>
                <a:latin typeface="Calibri"/>
                <a:cs typeface="Calibri"/>
              </a:rPr>
              <a:t>specification:</a:t>
            </a:r>
            <a:r>
              <a:rPr sz="2600" b="1" spc="-50" dirty="0">
                <a:solidFill>
                  <a:srgbClr val="C00000"/>
                </a:solidFill>
                <a:latin typeface="Calibri"/>
                <a:cs typeface="Calibri"/>
              </a:rPr>
              <a:t> </a:t>
            </a:r>
            <a:r>
              <a:rPr sz="2600" dirty="0">
                <a:latin typeface="Calibri"/>
                <a:cs typeface="Calibri"/>
              </a:rPr>
              <a:t>The</a:t>
            </a:r>
            <a:r>
              <a:rPr sz="2600" spc="-75" dirty="0">
                <a:latin typeface="Calibri"/>
                <a:cs typeface="Calibri"/>
              </a:rPr>
              <a:t> </a:t>
            </a:r>
            <a:r>
              <a:rPr sz="2600" dirty="0">
                <a:latin typeface="Calibri"/>
                <a:cs typeface="Calibri"/>
              </a:rPr>
              <a:t>software</a:t>
            </a:r>
            <a:r>
              <a:rPr sz="2600" spc="-70" dirty="0">
                <a:latin typeface="Calibri"/>
                <a:cs typeface="Calibri"/>
              </a:rPr>
              <a:t> </a:t>
            </a:r>
            <a:r>
              <a:rPr sz="2600" dirty="0">
                <a:latin typeface="Calibri"/>
                <a:cs typeface="Calibri"/>
              </a:rPr>
              <a:t>that</a:t>
            </a:r>
            <a:r>
              <a:rPr sz="2600" spc="-65" dirty="0">
                <a:latin typeface="Calibri"/>
                <a:cs typeface="Calibri"/>
              </a:rPr>
              <a:t> </a:t>
            </a:r>
            <a:r>
              <a:rPr sz="2600" dirty="0">
                <a:latin typeface="Calibri"/>
                <a:cs typeface="Calibri"/>
              </a:rPr>
              <a:t>developed</a:t>
            </a:r>
            <a:r>
              <a:rPr sz="2600" spc="-90" dirty="0">
                <a:latin typeface="Calibri"/>
                <a:cs typeface="Calibri"/>
              </a:rPr>
              <a:t> </a:t>
            </a:r>
            <a:r>
              <a:rPr sz="2600" spc="-10" dirty="0">
                <a:latin typeface="Calibri"/>
                <a:cs typeface="Calibri"/>
              </a:rPr>
              <a:t>would </a:t>
            </a:r>
            <a:r>
              <a:rPr sz="2600" dirty="0">
                <a:latin typeface="Calibri"/>
                <a:cs typeface="Calibri"/>
              </a:rPr>
              <a:t>be</a:t>
            </a:r>
            <a:r>
              <a:rPr sz="2600" spc="-90" dirty="0">
                <a:latin typeface="Calibri"/>
                <a:cs typeface="Calibri"/>
              </a:rPr>
              <a:t> </a:t>
            </a:r>
            <a:r>
              <a:rPr sz="2600" dirty="0">
                <a:latin typeface="Calibri"/>
                <a:cs typeface="Calibri"/>
              </a:rPr>
              <a:t>formally</a:t>
            </a:r>
            <a:r>
              <a:rPr sz="2600" spc="-70" dirty="0">
                <a:latin typeface="Calibri"/>
                <a:cs typeface="Calibri"/>
              </a:rPr>
              <a:t> </a:t>
            </a:r>
            <a:r>
              <a:rPr sz="2600" spc="-10" dirty="0">
                <a:latin typeface="Calibri"/>
                <a:cs typeface="Calibri"/>
              </a:rPr>
              <a:t>specified</a:t>
            </a:r>
            <a:endParaRPr sz="2600">
              <a:latin typeface="Calibri"/>
              <a:cs typeface="Calibri"/>
            </a:endParaRPr>
          </a:p>
          <a:p>
            <a:pPr marL="527685" marR="5080" indent="-515620">
              <a:lnSpc>
                <a:spcPts val="2500"/>
              </a:lnSpc>
              <a:spcBef>
                <a:spcPts val="605"/>
              </a:spcBef>
              <a:buAutoNum type="arabicPeriod"/>
              <a:tabLst>
                <a:tab pos="527685" algn="l"/>
              </a:tabLst>
            </a:pPr>
            <a:r>
              <a:rPr sz="2600" b="1" spc="-10" dirty="0">
                <a:solidFill>
                  <a:srgbClr val="C00000"/>
                </a:solidFill>
                <a:latin typeface="Calibri"/>
                <a:cs typeface="Calibri"/>
              </a:rPr>
              <a:t>Incremental</a:t>
            </a:r>
            <a:r>
              <a:rPr sz="2600" b="1" spc="-50" dirty="0">
                <a:solidFill>
                  <a:srgbClr val="C00000"/>
                </a:solidFill>
                <a:latin typeface="Calibri"/>
                <a:cs typeface="Calibri"/>
              </a:rPr>
              <a:t> </a:t>
            </a:r>
            <a:r>
              <a:rPr sz="2600" b="1" spc="-10" dirty="0">
                <a:solidFill>
                  <a:srgbClr val="C00000"/>
                </a:solidFill>
                <a:latin typeface="Calibri"/>
                <a:cs typeface="Calibri"/>
              </a:rPr>
              <a:t>development:</a:t>
            </a:r>
            <a:r>
              <a:rPr sz="2600" b="1" spc="-60" dirty="0">
                <a:solidFill>
                  <a:srgbClr val="C00000"/>
                </a:solidFill>
                <a:latin typeface="Calibri"/>
                <a:cs typeface="Calibri"/>
              </a:rPr>
              <a:t> </a:t>
            </a:r>
            <a:r>
              <a:rPr sz="2600" dirty="0">
                <a:latin typeface="Calibri"/>
                <a:cs typeface="Calibri"/>
              </a:rPr>
              <a:t>The</a:t>
            </a:r>
            <a:r>
              <a:rPr sz="2600" spc="-65" dirty="0">
                <a:latin typeface="Calibri"/>
                <a:cs typeface="Calibri"/>
              </a:rPr>
              <a:t> </a:t>
            </a:r>
            <a:r>
              <a:rPr sz="2600" dirty="0">
                <a:latin typeface="Calibri"/>
                <a:cs typeface="Calibri"/>
              </a:rPr>
              <a:t>software</a:t>
            </a:r>
            <a:r>
              <a:rPr sz="2600" spc="-65" dirty="0">
                <a:latin typeface="Calibri"/>
                <a:cs typeface="Calibri"/>
              </a:rPr>
              <a:t> </a:t>
            </a:r>
            <a:r>
              <a:rPr sz="2600" dirty="0">
                <a:latin typeface="Calibri"/>
                <a:cs typeface="Calibri"/>
              </a:rPr>
              <a:t>is</a:t>
            </a:r>
            <a:r>
              <a:rPr sz="2600" spc="-50" dirty="0">
                <a:latin typeface="Calibri"/>
                <a:cs typeface="Calibri"/>
              </a:rPr>
              <a:t> </a:t>
            </a:r>
            <a:r>
              <a:rPr sz="2600" dirty="0">
                <a:latin typeface="Calibri"/>
                <a:cs typeface="Calibri"/>
              </a:rPr>
              <a:t>partitioned</a:t>
            </a:r>
            <a:r>
              <a:rPr sz="2600" spc="-70" dirty="0">
                <a:latin typeface="Calibri"/>
                <a:cs typeface="Calibri"/>
              </a:rPr>
              <a:t> </a:t>
            </a:r>
            <a:r>
              <a:rPr sz="2600" spc="-20" dirty="0">
                <a:latin typeface="Calibri"/>
                <a:cs typeface="Calibri"/>
              </a:rPr>
              <a:t>into </a:t>
            </a:r>
            <a:r>
              <a:rPr sz="2600" spc="-10" dirty="0">
                <a:latin typeface="Calibri"/>
                <a:cs typeface="Calibri"/>
              </a:rPr>
              <a:t>increments</a:t>
            </a:r>
            <a:r>
              <a:rPr sz="2600" spc="-80" dirty="0">
                <a:latin typeface="Calibri"/>
                <a:cs typeface="Calibri"/>
              </a:rPr>
              <a:t> </a:t>
            </a:r>
            <a:r>
              <a:rPr sz="2600" dirty="0">
                <a:latin typeface="Calibri"/>
                <a:cs typeface="Calibri"/>
              </a:rPr>
              <a:t>which</a:t>
            </a:r>
            <a:r>
              <a:rPr sz="2600" spc="-45" dirty="0">
                <a:latin typeface="Calibri"/>
                <a:cs typeface="Calibri"/>
              </a:rPr>
              <a:t> </a:t>
            </a:r>
            <a:r>
              <a:rPr sz="2600" dirty="0">
                <a:latin typeface="Calibri"/>
                <a:cs typeface="Calibri"/>
              </a:rPr>
              <a:t>are</a:t>
            </a:r>
            <a:r>
              <a:rPr sz="2600" spc="-55" dirty="0">
                <a:latin typeface="Calibri"/>
                <a:cs typeface="Calibri"/>
              </a:rPr>
              <a:t> </a:t>
            </a:r>
            <a:r>
              <a:rPr sz="2600" dirty="0">
                <a:latin typeface="Calibri"/>
                <a:cs typeface="Calibri"/>
              </a:rPr>
              <a:t>developed</a:t>
            </a:r>
            <a:r>
              <a:rPr sz="2600" spc="-80" dirty="0">
                <a:latin typeface="Calibri"/>
                <a:cs typeface="Calibri"/>
              </a:rPr>
              <a:t> </a:t>
            </a:r>
            <a:r>
              <a:rPr sz="2600" dirty="0">
                <a:latin typeface="Calibri"/>
                <a:cs typeface="Calibri"/>
              </a:rPr>
              <a:t>and</a:t>
            </a:r>
            <a:r>
              <a:rPr sz="2600" spc="-55" dirty="0">
                <a:latin typeface="Calibri"/>
                <a:cs typeface="Calibri"/>
              </a:rPr>
              <a:t> </a:t>
            </a:r>
            <a:r>
              <a:rPr sz="2600" spc="-10" dirty="0">
                <a:latin typeface="Calibri"/>
                <a:cs typeface="Calibri"/>
              </a:rPr>
              <a:t>validated</a:t>
            </a:r>
            <a:r>
              <a:rPr sz="2600" spc="-70" dirty="0">
                <a:latin typeface="Calibri"/>
                <a:cs typeface="Calibri"/>
              </a:rPr>
              <a:t> </a:t>
            </a:r>
            <a:r>
              <a:rPr sz="2600" spc="-10" dirty="0">
                <a:latin typeface="Calibri"/>
                <a:cs typeface="Calibri"/>
              </a:rPr>
              <a:t>separately </a:t>
            </a:r>
            <a:r>
              <a:rPr sz="2600" dirty="0">
                <a:latin typeface="Calibri"/>
                <a:cs typeface="Calibri"/>
              </a:rPr>
              <a:t>using</a:t>
            </a:r>
            <a:r>
              <a:rPr sz="2600" spc="-65" dirty="0">
                <a:latin typeface="Calibri"/>
                <a:cs typeface="Calibri"/>
              </a:rPr>
              <a:t> </a:t>
            </a:r>
            <a:r>
              <a:rPr sz="2600" dirty="0">
                <a:latin typeface="Calibri"/>
                <a:cs typeface="Calibri"/>
              </a:rPr>
              <a:t>cleanroom</a:t>
            </a:r>
            <a:r>
              <a:rPr sz="2600" spc="-35" dirty="0">
                <a:latin typeface="Calibri"/>
                <a:cs typeface="Calibri"/>
              </a:rPr>
              <a:t> </a:t>
            </a:r>
            <a:r>
              <a:rPr sz="2600" spc="-10" dirty="0">
                <a:latin typeface="Calibri"/>
                <a:cs typeface="Calibri"/>
              </a:rPr>
              <a:t>process.</a:t>
            </a:r>
            <a:endParaRPr sz="2600">
              <a:latin typeface="Calibri"/>
              <a:cs typeface="Calibri"/>
            </a:endParaRPr>
          </a:p>
          <a:p>
            <a:pPr marL="527685" marR="430530" indent="-515620">
              <a:lnSpc>
                <a:spcPts val="2500"/>
              </a:lnSpc>
              <a:spcBef>
                <a:spcPts val="610"/>
              </a:spcBef>
              <a:buAutoNum type="arabicPeriod"/>
              <a:tabLst>
                <a:tab pos="527685" algn="l"/>
              </a:tabLst>
            </a:pPr>
            <a:r>
              <a:rPr sz="2600" b="1" dirty="0">
                <a:solidFill>
                  <a:srgbClr val="C00000"/>
                </a:solidFill>
                <a:latin typeface="Calibri"/>
                <a:cs typeface="Calibri"/>
              </a:rPr>
              <a:t>Structural</a:t>
            </a:r>
            <a:r>
              <a:rPr sz="2600" b="1" spc="-55" dirty="0">
                <a:solidFill>
                  <a:srgbClr val="C00000"/>
                </a:solidFill>
                <a:latin typeface="Calibri"/>
                <a:cs typeface="Calibri"/>
              </a:rPr>
              <a:t> </a:t>
            </a:r>
            <a:r>
              <a:rPr sz="2600" b="1" spc="-10" dirty="0">
                <a:solidFill>
                  <a:srgbClr val="C00000"/>
                </a:solidFill>
                <a:latin typeface="Calibri"/>
                <a:cs typeface="Calibri"/>
              </a:rPr>
              <a:t>programming:</a:t>
            </a:r>
            <a:r>
              <a:rPr sz="2600" b="1" spc="-50" dirty="0">
                <a:solidFill>
                  <a:srgbClr val="C00000"/>
                </a:solidFill>
                <a:latin typeface="Calibri"/>
                <a:cs typeface="Calibri"/>
              </a:rPr>
              <a:t> </a:t>
            </a:r>
            <a:r>
              <a:rPr sz="2600" dirty="0">
                <a:latin typeface="Calibri"/>
                <a:cs typeface="Calibri"/>
              </a:rPr>
              <a:t>The</a:t>
            </a:r>
            <a:r>
              <a:rPr sz="2600" spc="-70" dirty="0">
                <a:latin typeface="Calibri"/>
                <a:cs typeface="Calibri"/>
              </a:rPr>
              <a:t> </a:t>
            </a:r>
            <a:r>
              <a:rPr sz="2600" dirty="0">
                <a:latin typeface="Calibri"/>
                <a:cs typeface="Calibri"/>
              </a:rPr>
              <a:t>software</a:t>
            </a:r>
            <a:r>
              <a:rPr sz="2600" spc="-65" dirty="0">
                <a:latin typeface="Calibri"/>
                <a:cs typeface="Calibri"/>
              </a:rPr>
              <a:t> </a:t>
            </a:r>
            <a:r>
              <a:rPr sz="2600" dirty="0">
                <a:latin typeface="Calibri"/>
                <a:cs typeface="Calibri"/>
              </a:rPr>
              <a:t>is</a:t>
            </a:r>
            <a:r>
              <a:rPr sz="2600" spc="-65" dirty="0">
                <a:latin typeface="Calibri"/>
                <a:cs typeface="Calibri"/>
              </a:rPr>
              <a:t> </a:t>
            </a:r>
            <a:r>
              <a:rPr sz="2600" spc="-10" dirty="0">
                <a:latin typeface="Calibri"/>
                <a:cs typeface="Calibri"/>
              </a:rPr>
              <a:t>stepwise refinement</a:t>
            </a:r>
            <a:r>
              <a:rPr sz="2600" spc="-60" dirty="0">
                <a:latin typeface="Calibri"/>
                <a:cs typeface="Calibri"/>
              </a:rPr>
              <a:t> </a:t>
            </a:r>
            <a:r>
              <a:rPr sz="2600" dirty="0">
                <a:latin typeface="Calibri"/>
                <a:cs typeface="Calibri"/>
              </a:rPr>
              <a:t>of</a:t>
            </a:r>
            <a:r>
              <a:rPr sz="2600" spc="-35" dirty="0">
                <a:latin typeface="Calibri"/>
                <a:cs typeface="Calibri"/>
              </a:rPr>
              <a:t> </a:t>
            </a:r>
            <a:r>
              <a:rPr sz="2600" dirty="0">
                <a:latin typeface="Calibri"/>
                <a:cs typeface="Calibri"/>
              </a:rPr>
              <a:t>the</a:t>
            </a:r>
            <a:r>
              <a:rPr sz="2600" spc="-35" dirty="0">
                <a:latin typeface="Calibri"/>
                <a:cs typeface="Calibri"/>
              </a:rPr>
              <a:t> </a:t>
            </a:r>
            <a:r>
              <a:rPr sz="2600" dirty="0">
                <a:latin typeface="Calibri"/>
                <a:cs typeface="Calibri"/>
              </a:rPr>
              <a:t>specifications,</a:t>
            </a:r>
            <a:r>
              <a:rPr sz="2600" spc="-55" dirty="0">
                <a:latin typeface="Calibri"/>
                <a:cs typeface="Calibri"/>
              </a:rPr>
              <a:t> </a:t>
            </a:r>
            <a:r>
              <a:rPr sz="2600" dirty="0">
                <a:latin typeface="Calibri"/>
                <a:cs typeface="Calibri"/>
              </a:rPr>
              <a:t>limited</a:t>
            </a:r>
            <a:r>
              <a:rPr sz="2600" spc="-50" dirty="0">
                <a:latin typeface="Calibri"/>
                <a:cs typeface="Calibri"/>
              </a:rPr>
              <a:t> </a:t>
            </a:r>
            <a:r>
              <a:rPr sz="2600" dirty="0">
                <a:latin typeface="Calibri"/>
                <a:cs typeface="Calibri"/>
              </a:rPr>
              <a:t>number</a:t>
            </a:r>
            <a:r>
              <a:rPr sz="2600" spc="-55" dirty="0">
                <a:latin typeface="Calibri"/>
                <a:cs typeface="Calibri"/>
              </a:rPr>
              <a:t> </a:t>
            </a:r>
            <a:r>
              <a:rPr sz="2600" dirty="0">
                <a:latin typeface="Calibri"/>
                <a:cs typeface="Calibri"/>
              </a:rPr>
              <a:t>of</a:t>
            </a:r>
            <a:r>
              <a:rPr sz="2600" spc="-35" dirty="0">
                <a:latin typeface="Calibri"/>
                <a:cs typeface="Calibri"/>
              </a:rPr>
              <a:t> </a:t>
            </a:r>
            <a:r>
              <a:rPr sz="2600" spc="-20" dirty="0">
                <a:latin typeface="Calibri"/>
                <a:cs typeface="Calibri"/>
              </a:rPr>
              <a:t>data </a:t>
            </a:r>
            <a:r>
              <a:rPr sz="2600" spc="-10" dirty="0">
                <a:latin typeface="Calibri"/>
                <a:cs typeface="Calibri"/>
              </a:rPr>
              <a:t>abstracts</a:t>
            </a:r>
            <a:r>
              <a:rPr sz="2600" spc="-90" dirty="0">
                <a:latin typeface="Calibri"/>
                <a:cs typeface="Calibri"/>
              </a:rPr>
              <a:t> </a:t>
            </a:r>
            <a:r>
              <a:rPr sz="2600" dirty="0">
                <a:latin typeface="Calibri"/>
                <a:cs typeface="Calibri"/>
              </a:rPr>
              <a:t>and</a:t>
            </a:r>
            <a:r>
              <a:rPr sz="2600" spc="-65" dirty="0">
                <a:latin typeface="Calibri"/>
                <a:cs typeface="Calibri"/>
              </a:rPr>
              <a:t> </a:t>
            </a:r>
            <a:r>
              <a:rPr sz="2600" dirty="0">
                <a:latin typeface="Calibri"/>
                <a:cs typeface="Calibri"/>
              </a:rPr>
              <a:t>constructs</a:t>
            </a:r>
            <a:r>
              <a:rPr sz="2600" spc="-70" dirty="0">
                <a:latin typeface="Calibri"/>
                <a:cs typeface="Calibri"/>
              </a:rPr>
              <a:t> </a:t>
            </a:r>
            <a:r>
              <a:rPr sz="2600" dirty="0">
                <a:latin typeface="Calibri"/>
                <a:cs typeface="Calibri"/>
              </a:rPr>
              <a:t>are</a:t>
            </a:r>
            <a:r>
              <a:rPr sz="2600" spc="-70" dirty="0">
                <a:latin typeface="Calibri"/>
                <a:cs typeface="Calibri"/>
              </a:rPr>
              <a:t> </a:t>
            </a:r>
            <a:r>
              <a:rPr sz="2600" spc="-10" dirty="0">
                <a:latin typeface="Calibri"/>
                <a:cs typeface="Calibri"/>
              </a:rPr>
              <a:t>used.</a:t>
            </a:r>
            <a:endParaRPr sz="2600">
              <a:latin typeface="Calibri"/>
              <a:cs typeface="Calibri"/>
            </a:endParaRPr>
          </a:p>
          <a:p>
            <a:pPr marL="527685" marR="476250" indent="-515620">
              <a:lnSpc>
                <a:spcPts val="2500"/>
              </a:lnSpc>
              <a:spcBef>
                <a:spcPts val="615"/>
              </a:spcBef>
              <a:buAutoNum type="arabicPeriod"/>
              <a:tabLst>
                <a:tab pos="527685" algn="l"/>
              </a:tabLst>
            </a:pPr>
            <a:r>
              <a:rPr sz="2600" b="1" dirty="0">
                <a:solidFill>
                  <a:srgbClr val="C00000"/>
                </a:solidFill>
                <a:latin typeface="Calibri"/>
                <a:cs typeface="Calibri"/>
              </a:rPr>
              <a:t>Static</a:t>
            </a:r>
            <a:r>
              <a:rPr sz="2600" b="1" spc="-85" dirty="0">
                <a:solidFill>
                  <a:srgbClr val="C00000"/>
                </a:solidFill>
                <a:latin typeface="Calibri"/>
                <a:cs typeface="Calibri"/>
              </a:rPr>
              <a:t> </a:t>
            </a:r>
            <a:r>
              <a:rPr sz="2600" b="1" dirty="0">
                <a:solidFill>
                  <a:srgbClr val="C00000"/>
                </a:solidFill>
                <a:latin typeface="Calibri"/>
                <a:cs typeface="Calibri"/>
              </a:rPr>
              <a:t>verification:</a:t>
            </a:r>
            <a:r>
              <a:rPr sz="2600" b="1" spc="-80" dirty="0">
                <a:solidFill>
                  <a:srgbClr val="C00000"/>
                </a:solidFill>
                <a:latin typeface="Calibri"/>
                <a:cs typeface="Calibri"/>
              </a:rPr>
              <a:t> </a:t>
            </a:r>
            <a:r>
              <a:rPr sz="2600" dirty="0">
                <a:latin typeface="Calibri"/>
                <a:cs typeface="Calibri"/>
              </a:rPr>
              <a:t>The</a:t>
            </a:r>
            <a:r>
              <a:rPr sz="2600" spc="-90" dirty="0">
                <a:latin typeface="Calibri"/>
                <a:cs typeface="Calibri"/>
              </a:rPr>
              <a:t> </a:t>
            </a:r>
            <a:r>
              <a:rPr sz="2600" dirty="0">
                <a:latin typeface="Calibri"/>
                <a:cs typeface="Calibri"/>
              </a:rPr>
              <a:t>developed</a:t>
            </a:r>
            <a:r>
              <a:rPr sz="2600" spc="-110" dirty="0">
                <a:latin typeface="Calibri"/>
                <a:cs typeface="Calibri"/>
              </a:rPr>
              <a:t> </a:t>
            </a:r>
            <a:r>
              <a:rPr sz="2600" dirty="0">
                <a:latin typeface="Calibri"/>
                <a:cs typeface="Calibri"/>
              </a:rPr>
              <a:t>software</a:t>
            </a:r>
            <a:r>
              <a:rPr sz="2600" spc="-85" dirty="0">
                <a:latin typeface="Calibri"/>
                <a:cs typeface="Calibri"/>
              </a:rPr>
              <a:t> </a:t>
            </a:r>
            <a:r>
              <a:rPr sz="2600" spc="-10" dirty="0">
                <a:latin typeface="Calibri"/>
                <a:cs typeface="Calibri"/>
              </a:rPr>
              <a:t>statically </a:t>
            </a:r>
            <a:r>
              <a:rPr sz="2600" dirty="0">
                <a:latin typeface="Calibri"/>
                <a:cs typeface="Calibri"/>
              </a:rPr>
              <a:t>verified</a:t>
            </a:r>
            <a:r>
              <a:rPr sz="2600" spc="-70" dirty="0">
                <a:latin typeface="Calibri"/>
                <a:cs typeface="Calibri"/>
              </a:rPr>
              <a:t> </a:t>
            </a:r>
            <a:r>
              <a:rPr sz="2600" dirty="0">
                <a:latin typeface="Calibri"/>
                <a:cs typeface="Calibri"/>
              </a:rPr>
              <a:t>using</a:t>
            </a:r>
            <a:r>
              <a:rPr sz="2600" spc="-70" dirty="0">
                <a:latin typeface="Calibri"/>
                <a:cs typeface="Calibri"/>
              </a:rPr>
              <a:t> </a:t>
            </a:r>
            <a:r>
              <a:rPr sz="2600" dirty="0">
                <a:latin typeface="Calibri"/>
                <a:cs typeface="Calibri"/>
              </a:rPr>
              <a:t>rigorous</a:t>
            </a:r>
            <a:r>
              <a:rPr sz="2600" spc="-55" dirty="0">
                <a:latin typeface="Calibri"/>
                <a:cs typeface="Calibri"/>
              </a:rPr>
              <a:t> </a:t>
            </a:r>
            <a:r>
              <a:rPr sz="2600" dirty="0">
                <a:latin typeface="Calibri"/>
                <a:cs typeface="Calibri"/>
              </a:rPr>
              <a:t>software</a:t>
            </a:r>
            <a:r>
              <a:rPr sz="2600" spc="-60" dirty="0">
                <a:latin typeface="Calibri"/>
                <a:cs typeface="Calibri"/>
              </a:rPr>
              <a:t> </a:t>
            </a:r>
            <a:r>
              <a:rPr sz="2600" dirty="0">
                <a:latin typeface="Calibri"/>
                <a:cs typeface="Calibri"/>
              </a:rPr>
              <a:t>inspections.</a:t>
            </a:r>
            <a:r>
              <a:rPr sz="2600" spc="-75" dirty="0">
                <a:latin typeface="Calibri"/>
                <a:cs typeface="Calibri"/>
              </a:rPr>
              <a:t> </a:t>
            </a:r>
            <a:r>
              <a:rPr sz="2600" dirty="0">
                <a:latin typeface="Calibri"/>
                <a:cs typeface="Calibri"/>
              </a:rPr>
              <a:t>There</a:t>
            </a:r>
            <a:r>
              <a:rPr sz="2600" spc="-70" dirty="0">
                <a:latin typeface="Calibri"/>
                <a:cs typeface="Calibri"/>
              </a:rPr>
              <a:t> </a:t>
            </a:r>
            <a:r>
              <a:rPr sz="2600" dirty="0">
                <a:latin typeface="Calibri"/>
                <a:cs typeface="Calibri"/>
              </a:rPr>
              <a:t>is</a:t>
            </a:r>
            <a:r>
              <a:rPr sz="2600" spc="-55" dirty="0">
                <a:latin typeface="Calibri"/>
                <a:cs typeface="Calibri"/>
              </a:rPr>
              <a:t> </a:t>
            </a:r>
            <a:r>
              <a:rPr sz="2600" spc="-25" dirty="0">
                <a:latin typeface="Calibri"/>
                <a:cs typeface="Calibri"/>
              </a:rPr>
              <a:t>no </a:t>
            </a:r>
            <a:r>
              <a:rPr sz="2600" dirty="0">
                <a:latin typeface="Calibri"/>
                <a:cs typeface="Calibri"/>
              </a:rPr>
              <a:t>unit</a:t>
            </a:r>
            <a:r>
              <a:rPr sz="2600" spc="-40" dirty="0">
                <a:latin typeface="Calibri"/>
                <a:cs typeface="Calibri"/>
              </a:rPr>
              <a:t> </a:t>
            </a:r>
            <a:r>
              <a:rPr sz="2600" dirty="0">
                <a:latin typeface="Calibri"/>
                <a:cs typeface="Calibri"/>
              </a:rPr>
              <a:t>or</a:t>
            </a:r>
            <a:r>
              <a:rPr sz="2600" spc="-25" dirty="0">
                <a:latin typeface="Calibri"/>
                <a:cs typeface="Calibri"/>
              </a:rPr>
              <a:t> </a:t>
            </a:r>
            <a:r>
              <a:rPr sz="2600" dirty="0">
                <a:latin typeface="Calibri"/>
                <a:cs typeface="Calibri"/>
              </a:rPr>
              <a:t>module</a:t>
            </a:r>
            <a:r>
              <a:rPr sz="2600" spc="-65" dirty="0">
                <a:latin typeface="Calibri"/>
                <a:cs typeface="Calibri"/>
              </a:rPr>
              <a:t> </a:t>
            </a:r>
            <a:r>
              <a:rPr sz="2600" dirty="0">
                <a:latin typeface="Calibri"/>
                <a:cs typeface="Calibri"/>
              </a:rPr>
              <a:t>testing</a:t>
            </a:r>
            <a:r>
              <a:rPr sz="2600" spc="-55" dirty="0">
                <a:latin typeface="Calibri"/>
                <a:cs typeface="Calibri"/>
              </a:rPr>
              <a:t> </a:t>
            </a:r>
            <a:r>
              <a:rPr sz="2600" dirty="0">
                <a:latin typeface="Calibri"/>
                <a:cs typeface="Calibri"/>
              </a:rPr>
              <a:t>for</a:t>
            </a:r>
            <a:r>
              <a:rPr sz="2600" spc="-35" dirty="0">
                <a:latin typeface="Calibri"/>
                <a:cs typeface="Calibri"/>
              </a:rPr>
              <a:t> </a:t>
            </a:r>
            <a:r>
              <a:rPr sz="2600" dirty="0">
                <a:latin typeface="Calibri"/>
                <a:cs typeface="Calibri"/>
              </a:rPr>
              <a:t>code</a:t>
            </a:r>
            <a:r>
              <a:rPr sz="2600" spc="-35" dirty="0">
                <a:latin typeface="Calibri"/>
                <a:cs typeface="Calibri"/>
              </a:rPr>
              <a:t> </a:t>
            </a:r>
            <a:r>
              <a:rPr sz="2600" spc="-10" dirty="0">
                <a:latin typeface="Calibri"/>
                <a:cs typeface="Calibri"/>
              </a:rPr>
              <a:t>components.</a:t>
            </a:r>
            <a:endParaRPr sz="2600">
              <a:latin typeface="Calibri"/>
              <a:cs typeface="Calibri"/>
            </a:endParaRPr>
          </a:p>
          <a:p>
            <a:pPr marL="527685" marR="76200" indent="-515620">
              <a:lnSpc>
                <a:spcPts val="2500"/>
              </a:lnSpc>
              <a:spcBef>
                <a:spcPts val="615"/>
              </a:spcBef>
              <a:buAutoNum type="arabicPeriod"/>
              <a:tabLst>
                <a:tab pos="527685" algn="l"/>
              </a:tabLst>
            </a:pPr>
            <a:r>
              <a:rPr sz="2600" b="1" spc="-10" dirty="0">
                <a:solidFill>
                  <a:srgbClr val="C00000"/>
                </a:solidFill>
                <a:latin typeface="Calibri"/>
                <a:cs typeface="Calibri"/>
              </a:rPr>
              <a:t>Statistical</a:t>
            </a:r>
            <a:r>
              <a:rPr sz="2600" b="1" spc="-90" dirty="0">
                <a:solidFill>
                  <a:srgbClr val="C00000"/>
                </a:solidFill>
                <a:latin typeface="Calibri"/>
                <a:cs typeface="Calibri"/>
              </a:rPr>
              <a:t> </a:t>
            </a:r>
            <a:r>
              <a:rPr sz="2600" b="1" dirty="0">
                <a:solidFill>
                  <a:srgbClr val="C00000"/>
                </a:solidFill>
                <a:latin typeface="Calibri"/>
                <a:cs typeface="Calibri"/>
              </a:rPr>
              <a:t>testing</a:t>
            </a:r>
            <a:r>
              <a:rPr sz="2600" b="1" spc="-60" dirty="0">
                <a:solidFill>
                  <a:srgbClr val="C00000"/>
                </a:solidFill>
                <a:latin typeface="Calibri"/>
                <a:cs typeface="Calibri"/>
              </a:rPr>
              <a:t> </a:t>
            </a:r>
            <a:r>
              <a:rPr sz="2600" b="1" dirty="0">
                <a:solidFill>
                  <a:srgbClr val="C00000"/>
                </a:solidFill>
                <a:latin typeface="Calibri"/>
                <a:cs typeface="Calibri"/>
              </a:rPr>
              <a:t>of</a:t>
            </a:r>
            <a:r>
              <a:rPr sz="2600" b="1" spc="-60" dirty="0">
                <a:solidFill>
                  <a:srgbClr val="C00000"/>
                </a:solidFill>
                <a:latin typeface="Calibri"/>
                <a:cs typeface="Calibri"/>
              </a:rPr>
              <a:t> </a:t>
            </a:r>
            <a:r>
              <a:rPr sz="2600" b="1" dirty="0">
                <a:solidFill>
                  <a:srgbClr val="C00000"/>
                </a:solidFill>
                <a:latin typeface="Calibri"/>
                <a:cs typeface="Calibri"/>
              </a:rPr>
              <a:t>the</a:t>
            </a:r>
            <a:r>
              <a:rPr sz="2600" b="1" spc="-55" dirty="0">
                <a:solidFill>
                  <a:srgbClr val="C00000"/>
                </a:solidFill>
                <a:latin typeface="Calibri"/>
                <a:cs typeface="Calibri"/>
              </a:rPr>
              <a:t> </a:t>
            </a:r>
            <a:r>
              <a:rPr sz="2600" b="1" dirty="0">
                <a:solidFill>
                  <a:srgbClr val="C00000"/>
                </a:solidFill>
                <a:latin typeface="Calibri"/>
                <a:cs typeface="Calibri"/>
              </a:rPr>
              <a:t>system:</a:t>
            </a:r>
            <a:r>
              <a:rPr sz="2600" b="1" spc="-70" dirty="0">
                <a:solidFill>
                  <a:srgbClr val="C00000"/>
                </a:solidFill>
                <a:latin typeface="Calibri"/>
                <a:cs typeface="Calibri"/>
              </a:rPr>
              <a:t> </a:t>
            </a:r>
            <a:r>
              <a:rPr sz="2600" dirty="0">
                <a:latin typeface="Calibri"/>
                <a:cs typeface="Calibri"/>
              </a:rPr>
              <a:t>The</a:t>
            </a:r>
            <a:r>
              <a:rPr sz="2600" spc="-80" dirty="0">
                <a:latin typeface="Calibri"/>
                <a:cs typeface="Calibri"/>
              </a:rPr>
              <a:t> </a:t>
            </a:r>
            <a:r>
              <a:rPr sz="2600" spc="-10" dirty="0">
                <a:latin typeface="Calibri"/>
                <a:cs typeface="Calibri"/>
              </a:rPr>
              <a:t>integrated</a:t>
            </a:r>
            <a:r>
              <a:rPr sz="2600" spc="-90" dirty="0">
                <a:latin typeface="Calibri"/>
                <a:cs typeface="Calibri"/>
              </a:rPr>
              <a:t> </a:t>
            </a:r>
            <a:r>
              <a:rPr sz="2600" spc="-10" dirty="0">
                <a:latin typeface="Calibri"/>
                <a:cs typeface="Calibri"/>
              </a:rPr>
              <a:t>software increments</a:t>
            </a:r>
            <a:r>
              <a:rPr sz="2600" spc="-75" dirty="0">
                <a:latin typeface="Calibri"/>
                <a:cs typeface="Calibri"/>
              </a:rPr>
              <a:t> </a:t>
            </a:r>
            <a:r>
              <a:rPr sz="2600" dirty="0">
                <a:latin typeface="Calibri"/>
                <a:cs typeface="Calibri"/>
              </a:rPr>
              <a:t>is</a:t>
            </a:r>
            <a:r>
              <a:rPr sz="2600" spc="-45" dirty="0">
                <a:latin typeface="Calibri"/>
                <a:cs typeface="Calibri"/>
              </a:rPr>
              <a:t> </a:t>
            </a:r>
            <a:r>
              <a:rPr sz="2600" spc="-10" dirty="0">
                <a:latin typeface="Calibri"/>
                <a:cs typeface="Calibri"/>
              </a:rPr>
              <a:t>tested</a:t>
            </a:r>
            <a:r>
              <a:rPr sz="2600" spc="-90" dirty="0">
                <a:latin typeface="Calibri"/>
                <a:cs typeface="Calibri"/>
              </a:rPr>
              <a:t> </a:t>
            </a:r>
            <a:r>
              <a:rPr sz="2600" spc="-10" dirty="0">
                <a:latin typeface="Calibri"/>
                <a:cs typeface="Calibri"/>
              </a:rPr>
              <a:t>statistically</a:t>
            </a:r>
            <a:r>
              <a:rPr sz="2600" spc="-60" dirty="0">
                <a:latin typeface="Calibri"/>
                <a:cs typeface="Calibri"/>
              </a:rPr>
              <a:t> </a:t>
            </a:r>
            <a:r>
              <a:rPr sz="2600" dirty="0">
                <a:latin typeface="Calibri"/>
                <a:cs typeface="Calibri"/>
              </a:rPr>
              <a:t>to</a:t>
            </a:r>
            <a:r>
              <a:rPr sz="2600" spc="-45" dirty="0">
                <a:latin typeface="Calibri"/>
                <a:cs typeface="Calibri"/>
              </a:rPr>
              <a:t> </a:t>
            </a:r>
            <a:r>
              <a:rPr sz="2600" dirty="0">
                <a:latin typeface="Calibri"/>
                <a:cs typeface="Calibri"/>
              </a:rPr>
              <a:t>determine</a:t>
            </a:r>
            <a:r>
              <a:rPr sz="2600" spc="-80" dirty="0">
                <a:latin typeface="Calibri"/>
                <a:cs typeface="Calibri"/>
              </a:rPr>
              <a:t> </a:t>
            </a:r>
            <a:r>
              <a:rPr sz="2600" dirty="0">
                <a:latin typeface="Calibri"/>
                <a:cs typeface="Calibri"/>
              </a:rPr>
              <a:t>its</a:t>
            </a:r>
            <a:r>
              <a:rPr sz="2600" spc="-40" dirty="0">
                <a:latin typeface="Calibri"/>
                <a:cs typeface="Calibri"/>
              </a:rPr>
              <a:t> </a:t>
            </a:r>
            <a:r>
              <a:rPr sz="2600" spc="-10" dirty="0">
                <a:latin typeface="Calibri"/>
                <a:cs typeface="Calibri"/>
              </a:rPr>
              <a:t>reliability.</a:t>
            </a:r>
            <a:endParaRPr sz="2600">
              <a:latin typeface="Calibri"/>
              <a:cs typeface="Calibri"/>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486916" y="748741"/>
            <a:ext cx="6166485" cy="635000"/>
          </a:xfrm>
          <a:prstGeom prst="rect">
            <a:avLst/>
          </a:prstGeom>
        </p:spPr>
        <p:txBody>
          <a:bodyPr vert="horz" wrap="square" lIns="0" tIns="12065" rIns="0" bIns="0" rtlCol="0">
            <a:spAutoFit/>
          </a:bodyPr>
          <a:lstStyle/>
          <a:p>
            <a:pPr marL="12700">
              <a:lnSpc>
                <a:spcPct val="100000"/>
              </a:lnSpc>
              <a:spcBef>
                <a:spcPts val="95"/>
              </a:spcBef>
            </a:pPr>
            <a:r>
              <a:rPr sz="4000" dirty="0">
                <a:solidFill>
                  <a:srgbClr val="001F5F"/>
                </a:solidFill>
              </a:rPr>
              <a:t>Cleanroom</a:t>
            </a:r>
            <a:r>
              <a:rPr sz="4000" spc="-195" dirty="0">
                <a:solidFill>
                  <a:srgbClr val="001F5F"/>
                </a:solidFill>
              </a:rPr>
              <a:t> </a:t>
            </a:r>
            <a:r>
              <a:rPr sz="4000" dirty="0">
                <a:solidFill>
                  <a:srgbClr val="001F5F"/>
                </a:solidFill>
              </a:rPr>
              <a:t>Process</a:t>
            </a:r>
            <a:r>
              <a:rPr sz="4000" spc="-180" dirty="0">
                <a:solidFill>
                  <a:srgbClr val="001F5F"/>
                </a:solidFill>
              </a:rPr>
              <a:t> </a:t>
            </a:r>
            <a:r>
              <a:rPr sz="4000" spc="-10" dirty="0">
                <a:solidFill>
                  <a:srgbClr val="001F5F"/>
                </a:solidFill>
              </a:rPr>
              <a:t>Overview</a:t>
            </a:r>
            <a:endParaRPr sz="4000"/>
          </a:p>
        </p:txBody>
      </p:sp>
      <p:grpSp>
        <p:nvGrpSpPr>
          <p:cNvPr id="3" name="object 3"/>
          <p:cNvGrpSpPr/>
          <p:nvPr/>
        </p:nvGrpSpPr>
        <p:grpSpPr>
          <a:xfrm>
            <a:off x="362438" y="2462481"/>
            <a:ext cx="8470265" cy="3205480"/>
            <a:chOff x="362438" y="2462481"/>
            <a:chExt cx="8470265" cy="3205480"/>
          </a:xfrm>
        </p:grpSpPr>
        <p:sp>
          <p:nvSpPr>
            <p:cNvPr id="4" name="object 4"/>
            <p:cNvSpPr/>
            <p:nvPr/>
          </p:nvSpPr>
          <p:spPr>
            <a:xfrm>
              <a:off x="3878181" y="2992841"/>
              <a:ext cx="144145" cy="327660"/>
            </a:xfrm>
            <a:custGeom>
              <a:avLst/>
              <a:gdLst/>
              <a:ahLst/>
              <a:cxnLst/>
              <a:rect l="l" t="t" r="r" b="b"/>
              <a:pathLst>
                <a:path w="144145" h="327660">
                  <a:moveTo>
                    <a:pt x="0" y="0"/>
                  </a:moveTo>
                  <a:lnTo>
                    <a:pt x="81974" y="327571"/>
                  </a:lnTo>
                  <a:lnTo>
                    <a:pt x="129612" y="75442"/>
                  </a:lnTo>
                  <a:lnTo>
                    <a:pt x="81974" y="75442"/>
                  </a:lnTo>
                  <a:lnTo>
                    <a:pt x="0" y="0"/>
                  </a:lnTo>
                  <a:close/>
                </a:path>
                <a:path w="144145" h="327660">
                  <a:moveTo>
                    <a:pt x="143866" y="0"/>
                  </a:moveTo>
                  <a:lnTo>
                    <a:pt x="81974" y="75442"/>
                  </a:lnTo>
                  <a:lnTo>
                    <a:pt x="129612" y="75442"/>
                  </a:lnTo>
                  <a:lnTo>
                    <a:pt x="143866" y="0"/>
                  </a:lnTo>
                  <a:close/>
                </a:path>
              </a:pathLst>
            </a:custGeom>
            <a:solidFill>
              <a:srgbClr val="000000"/>
            </a:solidFill>
          </p:spPr>
          <p:txBody>
            <a:bodyPr wrap="square" lIns="0" tIns="0" rIns="0" bIns="0" rtlCol="0"/>
            <a:lstStyle/>
            <a:p>
              <a:endParaRPr/>
            </a:p>
          </p:txBody>
        </p:sp>
        <p:sp>
          <p:nvSpPr>
            <p:cNvPr id="5" name="object 5"/>
            <p:cNvSpPr/>
            <p:nvPr/>
          </p:nvSpPr>
          <p:spPr>
            <a:xfrm>
              <a:off x="3878181" y="2992842"/>
              <a:ext cx="144145" cy="327660"/>
            </a:xfrm>
            <a:custGeom>
              <a:avLst/>
              <a:gdLst/>
              <a:ahLst/>
              <a:cxnLst/>
              <a:rect l="l" t="t" r="r" b="b"/>
              <a:pathLst>
                <a:path w="144145" h="327660">
                  <a:moveTo>
                    <a:pt x="129612" y="75442"/>
                  </a:moveTo>
                  <a:lnTo>
                    <a:pt x="81974" y="327571"/>
                  </a:lnTo>
                  <a:lnTo>
                    <a:pt x="0" y="0"/>
                  </a:lnTo>
                  <a:lnTo>
                    <a:pt x="81974" y="75442"/>
                  </a:lnTo>
                </a:path>
                <a:path w="144145" h="327660">
                  <a:moveTo>
                    <a:pt x="81974" y="75442"/>
                  </a:moveTo>
                  <a:lnTo>
                    <a:pt x="143866" y="0"/>
                  </a:lnTo>
                  <a:lnTo>
                    <a:pt x="129612" y="75442"/>
                  </a:lnTo>
                </a:path>
              </a:pathLst>
            </a:custGeom>
            <a:ln w="45328">
              <a:solidFill>
                <a:srgbClr val="000000"/>
              </a:solidFill>
            </a:ln>
          </p:spPr>
          <p:txBody>
            <a:bodyPr wrap="square" lIns="0" tIns="0" rIns="0" bIns="0" rtlCol="0"/>
            <a:lstStyle/>
            <a:p>
              <a:endParaRPr/>
            </a:p>
          </p:txBody>
        </p:sp>
        <p:sp>
          <p:nvSpPr>
            <p:cNvPr id="6" name="object 6"/>
            <p:cNvSpPr/>
            <p:nvPr/>
          </p:nvSpPr>
          <p:spPr>
            <a:xfrm>
              <a:off x="362432" y="2462491"/>
              <a:ext cx="8470265" cy="3205480"/>
            </a:xfrm>
            <a:custGeom>
              <a:avLst/>
              <a:gdLst/>
              <a:ahLst/>
              <a:cxnLst/>
              <a:rect l="l" t="t" r="r" b="b"/>
              <a:pathLst>
                <a:path w="8470265" h="3205479">
                  <a:moveTo>
                    <a:pt x="1151229" y="2422652"/>
                  </a:moveTo>
                  <a:lnTo>
                    <a:pt x="1148384" y="2370772"/>
                  </a:lnTo>
                  <a:lnTo>
                    <a:pt x="1140091" y="2320252"/>
                  </a:lnTo>
                  <a:lnTo>
                    <a:pt x="1126744" y="2271598"/>
                  </a:lnTo>
                  <a:lnTo>
                    <a:pt x="1108748" y="2225268"/>
                  </a:lnTo>
                  <a:lnTo>
                    <a:pt x="1086472" y="2181771"/>
                  </a:lnTo>
                  <a:lnTo>
                    <a:pt x="1060335" y="2141575"/>
                  </a:lnTo>
                  <a:lnTo>
                    <a:pt x="1030706" y="2105177"/>
                  </a:lnTo>
                  <a:lnTo>
                    <a:pt x="997991" y="2073033"/>
                  </a:lnTo>
                  <a:lnTo>
                    <a:pt x="962571" y="2045665"/>
                  </a:lnTo>
                  <a:lnTo>
                    <a:pt x="924839" y="2023529"/>
                  </a:lnTo>
                  <a:lnTo>
                    <a:pt x="885202" y="2007120"/>
                  </a:lnTo>
                  <a:lnTo>
                    <a:pt x="844029" y="1996922"/>
                  </a:lnTo>
                  <a:lnTo>
                    <a:pt x="801738" y="1993417"/>
                  </a:lnTo>
                  <a:lnTo>
                    <a:pt x="349478" y="1993417"/>
                  </a:lnTo>
                  <a:lnTo>
                    <a:pt x="307276" y="1996922"/>
                  </a:lnTo>
                  <a:lnTo>
                    <a:pt x="266192" y="2007120"/>
                  </a:lnTo>
                  <a:lnTo>
                    <a:pt x="226580" y="2023529"/>
                  </a:lnTo>
                  <a:lnTo>
                    <a:pt x="188874" y="2045665"/>
                  </a:lnTo>
                  <a:lnTo>
                    <a:pt x="153454" y="2073033"/>
                  </a:lnTo>
                  <a:lnTo>
                    <a:pt x="120726" y="2105177"/>
                  </a:lnTo>
                  <a:lnTo>
                    <a:pt x="91071" y="2141575"/>
                  </a:lnTo>
                  <a:lnTo>
                    <a:pt x="64897" y="2181771"/>
                  </a:lnTo>
                  <a:lnTo>
                    <a:pt x="42583" y="2225268"/>
                  </a:lnTo>
                  <a:lnTo>
                    <a:pt x="24549" y="2271598"/>
                  </a:lnTo>
                  <a:lnTo>
                    <a:pt x="11176" y="2320252"/>
                  </a:lnTo>
                  <a:lnTo>
                    <a:pt x="2857" y="2370772"/>
                  </a:lnTo>
                  <a:lnTo>
                    <a:pt x="0" y="2422652"/>
                  </a:lnTo>
                  <a:lnTo>
                    <a:pt x="0" y="2473198"/>
                  </a:lnTo>
                  <a:lnTo>
                    <a:pt x="2857" y="2525077"/>
                  </a:lnTo>
                  <a:lnTo>
                    <a:pt x="11176" y="2575560"/>
                  </a:lnTo>
                  <a:lnTo>
                    <a:pt x="24549" y="2624175"/>
                  </a:lnTo>
                  <a:lnTo>
                    <a:pt x="42583" y="2670429"/>
                  </a:lnTo>
                  <a:lnTo>
                    <a:pt x="64897" y="2713875"/>
                  </a:lnTo>
                  <a:lnTo>
                    <a:pt x="91071" y="2753995"/>
                  </a:lnTo>
                  <a:lnTo>
                    <a:pt x="120726" y="2790329"/>
                  </a:lnTo>
                  <a:lnTo>
                    <a:pt x="153454" y="2822397"/>
                  </a:lnTo>
                  <a:lnTo>
                    <a:pt x="188874" y="2849702"/>
                  </a:lnTo>
                  <a:lnTo>
                    <a:pt x="226580" y="2871787"/>
                  </a:lnTo>
                  <a:lnTo>
                    <a:pt x="266192" y="2888145"/>
                  </a:lnTo>
                  <a:lnTo>
                    <a:pt x="307276" y="2898317"/>
                  </a:lnTo>
                  <a:lnTo>
                    <a:pt x="349478" y="2901823"/>
                  </a:lnTo>
                  <a:lnTo>
                    <a:pt x="801738" y="2901823"/>
                  </a:lnTo>
                  <a:lnTo>
                    <a:pt x="844029" y="2898317"/>
                  </a:lnTo>
                  <a:lnTo>
                    <a:pt x="885202" y="2888145"/>
                  </a:lnTo>
                  <a:lnTo>
                    <a:pt x="924839" y="2871787"/>
                  </a:lnTo>
                  <a:lnTo>
                    <a:pt x="962571" y="2849702"/>
                  </a:lnTo>
                  <a:lnTo>
                    <a:pt x="997991" y="2822397"/>
                  </a:lnTo>
                  <a:lnTo>
                    <a:pt x="1030706" y="2790329"/>
                  </a:lnTo>
                  <a:lnTo>
                    <a:pt x="1060335" y="2753995"/>
                  </a:lnTo>
                  <a:lnTo>
                    <a:pt x="1086472" y="2713875"/>
                  </a:lnTo>
                  <a:lnTo>
                    <a:pt x="1108748" y="2670429"/>
                  </a:lnTo>
                  <a:lnTo>
                    <a:pt x="1126744" y="2624175"/>
                  </a:lnTo>
                  <a:lnTo>
                    <a:pt x="1140091" y="2575560"/>
                  </a:lnTo>
                  <a:lnTo>
                    <a:pt x="1148384" y="2525077"/>
                  </a:lnTo>
                  <a:lnTo>
                    <a:pt x="1151229" y="2473198"/>
                  </a:lnTo>
                  <a:lnTo>
                    <a:pt x="1151229" y="2422652"/>
                  </a:lnTo>
                  <a:close/>
                </a:path>
                <a:path w="8470265" h="3205479">
                  <a:moveTo>
                    <a:pt x="1151229" y="429260"/>
                  </a:moveTo>
                  <a:lnTo>
                    <a:pt x="1148384" y="377380"/>
                  </a:lnTo>
                  <a:lnTo>
                    <a:pt x="1140091" y="326872"/>
                  </a:lnTo>
                  <a:lnTo>
                    <a:pt x="1126744" y="278206"/>
                  </a:lnTo>
                  <a:lnTo>
                    <a:pt x="1108748" y="231889"/>
                  </a:lnTo>
                  <a:lnTo>
                    <a:pt x="1086472" y="188379"/>
                  </a:lnTo>
                  <a:lnTo>
                    <a:pt x="1060335" y="148183"/>
                  </a:lnTo>
                  <a:lnTo>
                    <a:pt x="1030706" y="111772"/>
                  </a:lnTo>
                  <a:lnTo>
                    <a:pt x="997991" y="79641"/>
                  </a:lnTo>
                  <a:lnTo>
                    <a:pt x="962571" y="52260"/>
                  </a:lnTo>
                  <a:lnTo>
                    <a:pt x="924839" y="30124"/>
                  </a:lnTo>
                  <a:lnTo>
                    <a:pt x="885202" y="13703"/>
                  </a:lnTo>
                  <a:lnTo>
                    <a:pt x="844029" y="3505"/>
                  </a:lnTo>
                  <a:lnTo>
                    <a:pt x="801738" y="0"/>
                  </a:lnTo>
                  <a:lnTo>
                    <a:pt x="349478" y="0"/>
                  </a:lnTo>
                  <a:lnTo>
                    <a:pt x="307276" y="3505"/>
                  </a:lnTo>
                  <a:lnTo>
                    <a:pt x="266179" y="13703"/>
                  </a:lnTo>
                  <a:lnTo>
                    <a:pt x="226580" y="30124"/>
                  </a:lnTo>
                  <a:lnTo>
                    <a:pt x="188874" y="52260"/>
                  </a:lnTo>
                  <a:lnTo>
                    <a:pt x="153454" y="79641"/>
                  </a:lnTo>
                  <a:lnTo>
                    <a:pt x="120726" y="111772"/>
                  </a:lnTo>
                  <a:lnTo>
                    <a:pt x="91071" y="148183"/>
                  </a:lnTo>
                  <a:lnTo>
                    <a:pt x="64897" y="188379"/>
                  </a:lnTo>
                  <a:lnTo>
                    <a:pt x="42583" y="231889"/>
                  </a:lnTo>
                  <a:lnTo>
                    <a:pt x="24549" y="278206"/>
                  </a:lnTo>
                  <a:lnTo>
                    <a:pt x="11176" y="326872"/>
                  </a:lnTo>
                  <a:lnTo>
                    <a:pt x="2857" y="377380"/>
                  </a:lnTo>
                  <a:lnTo>
                    <a:pt x="0" y="429260"/>
                  </a:lnTo>
                  <a:lnTo>
                    <a:pt x="0" y="454164"/>
                  </a:lnTo>
                  <a:lnTo>
                    <a:pt x="2857" y="506044"/>
                  </a:lnTo>
                  <a:lnTo>
                    <a:pt x="11176" y="556552"/>
                  </a:lnTo>
                  <a:lnTo>
                    <a:pt x="24549" y="605218"/>
                  </a:lnTo>
                  <a:lnTo>
                    <a:pt x="42583" y="651548"/>
                  </a:lnTo>
                  <a:lnTo>
                    <a:pt x="64897" y="695058"/>
                  </a:lnTo>
                  <a:lnTo>
                    <a:pt x="91071" y="735266"/>
                  </a:lnTo>
                  <a:lnTo>
                    <a:pt x="120726" y="771677"/>
                  </a:lnTo>
                  <a:lnTo>
                    <a:pt x="153454" y="803821"/>
                  </a:lnTo>
                  <a:lnTo>
                    <a:pt x="188874" y="831202"/>
                  </a:lnTo>
                  <a:lnTo>
                    <a:pt x="226580" y="853351"/>
                  </a:lnTo>
                  <a:lnTo>
                    <a:pt x="266179" y="869759"/>
                  </a:lnTo>
                  <a:lnTo>
                    <a:pt x="307276" y="879970"/>
                  </a:lnTo>
                  <a:lnTo>
                    <a:pt x="349478" y="883475"/>
                  </a:lnTo>
                  <a:lnTo>
                    <a:pt x="801738" y="883475"/>
                  </a:lnTo>
                  <a:lnTo>
                    <a:pt x="844029" y="879970"/>
                  </a:lnTo>
                  <a:lnTo>
                    <a:pt x="885202" y="869759"/>
                  </a:lnTo>
                  <a:lnTo>
                    <a:pt x="924839" y="853351"/>
                  </a:lnTo>
                  <a:lnTo>
                    <a:pt x="962571" y="831202"/>
                  </a:lnTo>
                  <a:lnTo>
                    <a:pt x="997991" y="803821"/>
                  </a:lnTo>
                  <a:lnTo>
                    <a:pt x="1030706" y="771677"/>
                  </a:lnTo>
                  <a:lnTo>
                    <a:pt x="1060335" y="735266"/>
                  </a:lnTo>
                  <a:lnTo>
                    <a:pt x="1086472" y="695058"/>
                  </a:lnTo>
                  <a:lnTo>
                    <a:pt x="1108748" y="651548"/>
                  </a:lnTo>
                  <a:lnTo>
                    <a:pt x="1126744" y="605218"/>
                  </a:lnTo>
                  <a:lnTo>
                    <a:pt x="1140091" y="556552"/>
                  </a:lnTo>
                  <a:lnTo>
                    <a:pt x="1148384" y="506044"/>
                  </a:lnTo>
                  <a:lnTo>
                    <a:pt x="1151229" y="454164"/>
                  </a:lnTo>
                  <a:lnTo>
                    <a:pt x="1151229" y="429260"/>
                  </a:lnTo>
                  <a:close/>
                </a:path>
                <a:path w="8470265" h="3205479">
                  <a:moveTo>
                    <a:pt x="2672829" y="1413179"/>
                  </a:moveTo>
                  <a:lnTo>
                    <a:pt x="2669984" y="1361313"/>
                  </a:lnTo>
                  <a:lnTo>
                    <a:pt x="2661691" y="1310817"/>
                  </a:lnTo>
                  <a:lnTo>
                    <a:pt x="2648343" y="1262202"/>
                  </a:lnTo>
                  <a:lnTo>
                    <a:pt x="2630335" y="1215936"/>
                  </a:lnTo>
                  <a:lnTo>
                    <a:pt x="2608059" y="1172502"/>
                  </a:lnTo>
                  <a:lnTo>
                    <a:pt x="2581910" y="1132370"/>
                  </a:lnTo>
                  <a:lnTo>
                    <a:pt x="2552268" y="1096035"/>
                  </a:lnTo>
                  <a:lnTo>
                    <a:pt x="2519540" y="1063967"/>
                  </a:lnTo>
                  <a:lnTo>
                    <a:pt x="2484107" y="1036662"/>
                  </a:lnTo>
                  <a:lnTo>
                    <a:pt x="2446363" y="1014577"/>
                  </a:lnTo>
                  <a:lnTo>
                    <a:pt x="2406713" y="998220"/>
                  </a:lnTo>
                  <a:lnTo>
                    <a:pt x="2365527" y="988047"/>
                  </a:lnTo>
                  <a:lnTo>
                    <a:pt x="2323211" y="984542"/>
                  </a:lnTo>
                  <a:lnTo>
                    <a:pt x="1871052" y="984542"/>
                  </a:lnTo>
                  <a:lnTo>
                    <a:pt x="1828761" y="988047"/>
                  </a:lnTo>
                  <a:lnTo>
                    <a:pt x="1787588" y="998220"/>
                  </a:lnTo>
                  <a:lnTo>
                    <a:pt x="1747951" y="1014577"/>
                  </a:lnTo>
                  <a:lnTo>
                    <a:pt x="1710220" y="1036662"/>
                  </a:lnTo>
                  <a:lnTo>
                    <a:pt x="1674812" y="1063967"/>
                  </a:lnTo>
                  <a:lnTo>
                    <a:pt x="1642084" y="1096035"/>
                  </a:lnTo>
                  <a:lnTo>
                    <a:pt x="1612468" y="1132370"/>
                  </a:lnTo>
                  <a:lnTo>
                    <a:pt x="1586318" y="1172502"/>
                  </a:lnTo>
                  <a:lnTo>
                    <a:pt x="1564043" y="1215936"/>
                  </a:lnTo>
                  <a:lnTo>
                    <a:pt x="1546047" y="1262202"/>
                  </a:lnTo>
                  <a:lnTo>
                    <a:pt x="1532699" y="1310817"/>
                  </a:lnTo>
                  <a:lnTo>
                    <a:pt x="1524406" y="1361313"/>
                  </a:lnTo>
                  <a:lnTo>
                    <a:pt x="1521561" y="1413179"/>
                  </a:lnTo>
                  <a:lnTo>
                    <a:pt x="1521561" y="1463725"/>
                  </a:lnTo>
                  <a:lnTo>
                    <a:pt x="1524406" y="1515618"/>
                  </a:lnTo>
                  <a:lnTo>
                    <a:pt x="1532699" y="1566125"/>
                  </a:lnTo>
                  <a:lnTo>
                    <a:pt x="1546047" y="1614779"/>
                  </a:lnTo>
                  <a:lnTo>
                    <a:pt x="1564043" y="1661096"/>
                  </a:lnTo>
                  <a:lnTo>
                    <a:pt x="1586318" y="1704594"/>
                  </a:lnTo>
                  <a:lnTo>
                    <a:pt x="1612468" y="1744789"/>
                  </a:lnTo>
                  <a:lnTo>
                    <a:pt x="1642084" y="1781200"/>
                  </a:lnTo>
                  <a:lnTo>
                    <a:pt x="1674812" y="1813331"/>
                  </a:lnTo>
                  <a:lnTo>
                    <a:pt x="1710220" y="1840699"/>
                  </a:lnTo>
                  <a:lnTo>
                    <a:pt x="1747951" y="1862836"/>
                  </a:lnTo>
                  <a:lnTo>
                    <a:pt x="1787588" y="1879244"/>
                  </a:lnTo>
                  <a:lnTo>
                    <a:pt x="1828761" y="1889442"/>
                  </a:lnTo>
                  <a:lnTo>
                    <a:pt x="1871052" y="1892947"/>
                  </a:lnTo>
                  <a:lnTo>
                    <a:pt x="2323211" y="1892947"/>
                  </a:lnTo>
                  <a:lnTo>
                    <a:pt x="2365527" y="1889442"/>
                  </a:lnTo>
                  <a:lnTo>
                    <a:pt x="2406713" y="1879244"/>
                  </a:lnTo>
                  <a:lnTo>
                    <a:pt x="2446363" y="1862836"/>
                  </a:lnTo>
                  <a:lnTo>
                    <a:pt x="2484107" y="1840699"/>
                  </a:lnTo>
                  <a:lnTo>
                    <a:pt x="2519540" y="1813331"/>
                  </a:lnTo>
                  <a:lnTo>
                    <a:pt x="2552268" y="1781200"/>
                  </a:lnTo>
                  <a:lnTo>
                    <a:pt x="2581910" y="1744789"/>
                  </a:lnTo>
                  <a:lnTo>
                    <a:pt x="2608059" y="1704594"/>
                  </a:lnTo>
                  <a:lnTo>
                    <a:pt x="2630335" y="1661096"/>
                  </a:lnTo>
                  <a:lnTo>
                    <a:pt x="2648343" y="1614779"/>
                  </a:lnTo>
                  <a:lnTo>
                    <a:pt x="2661691" y="1566125"/>
                  </a:lnTo>
                  <a:lnTo>
                    <a:pt x="2669984" y="1515618"/>
                  </a:lnTo>
                  <a:lnTo>
                    <a:pt x="2672829" y="1463725"/>
                  </a:lnTo>
                  <a:lnTo>
                    <a:pt x="2672829" y="1413179"/>
                  </a:lnTo>
                  <a:close/>
                </a:path>
                <a:path w="8470265" h="3205479">
                  <a:moveTo>
                    <a:pt x="4276268" y="1413179"/>
                  </a:moveTo>
                  <a:lnTo>
                    <a:pt x="4273410" y="1361313"/>
                  </a:lnTo>
                  <a:lnTo>
                    <a:pt x="4265117" y="1310817"/>
                  </a:lnTo>
                  <a:lnTo>
                    <a:pt x="4251769" y="1262202"/>
                  </a:lnTo>
                  <a:lnTo>
                    <a:pt x="4233773" y="1215936"/>
                  </a:lnTo>
                  <a:lnTo>
                    <a:pt x="4211498" y="1172502"/>
                  </a:lnTo>
                  <a:lnTo>
                    <a:pt x="4185348" y="1132370"/>
                  </a:lnTo>
                  <a:lnTo>
                    <a:pt x="4155732" y="1096035"/>
                  </a:lnTo>
                  <a:lnTo>
                    <a:pt x="4123017" y="1063967"/>
                  </a:lnTo>
                  <a:lnTo>
                    <a:pt x="4087609" y="1036662"/>
                  </a:lnTo>
                  <a:lnTo>
                    <a:pt x="4049890" y="1014577"/>
                  </a:lnTo>
                  <a:lnTo>
                    <a:pt x="4010266" y="998220"/>
                  </a:lnTo>
                  <a:lnTo>
                    <a:pt x="3969118" y="988047"/>
                  </a:lnTo>
                  <a:lnTo>
                    <a:pt x="3926852" y="984542"/>
                  </a:lnTo>
                  <a:lnTo>
                    <a:pt x="3515741" y="984542"/>
                  </a:lnTo>
                  <a:lnTo>
                    <a:pt x="3473424" y="988047"/>
                  </a:lnTo>
                  <a:lnTo>
                    <a:pt x="3432251" y="998220"/>
                  </a:lnTo>
                  <a:lnTo>
                    <a:pt x="3392614" y="1014577"/>
                  </a:lnTo>
                  <a:lnTo>
                    <a:pt x="3354895" y="1036662"/>
                  </a:lnTo>
                  <a:lnTo>
                    <a:pt x="3319488" y="1063967"/>
                  </a:lnTo>
                  <a:lnTo>
                    <a:pt x="3286772" y="1096035"/>
                  </a:lnTo>
                  <a:lnTo>
                    <a:pt x="3257169" y="1132370"/>
                  </a:lnTo>
                  <a:lnTo>
                    <a:pt x="3231032" y="1172502"/>
                  </a:lnTo>
                  <a:lnTo>
                    <a:pt x="3208782" y="1215936"/>
                  </a:lnTo>
                  <a:lnTo>
                    <a:pt x="3190786" y="1262202"/>
                  </a:lnTo>
                  <a:lnTo>
                    <a:pt x="3177463" y="1310817"/>
                  </a:lnTo>
                  <a:lnTo>
                    <a:pt x="3169170" y="1361313"/>
                  </a:lnTo>
                  <a:lnTo>
                    <a:pt x="3166326" y="1413179"/>
                  </a:lnTo>
                  <a:lnTo>
                    <a:pt x="3166326" y="1463725"/>
                  </a:lnTo>
                  <a:lnTo>
                    <a:pt x="3169170" y="1515618"/>
                  </a:lnTo>
                  <a:lnTo>
                    <a:pt x="3177463" y="1566125"/>
                  </a:lnTo>
                  <a:lnTo>
                    <a:pt x="3190786" y="1614779"/>
                  </a:lnTo>
                  <a:lnTo>
                    <a:pt x="3208782" y="1661096"/>
                  </a:lnTo>
                  <a:lnTo>
                    <a:pt x="3231032" y="1704594"/>
                  </a:lnTo>
                  <a:lnTo>
                    <a:pt x="3257169" y="1744789"/>
                  </a:lnTo>
                  <a:lnTo>
                    <a:pt x="3286772" y="1781200"/>
                  </a:lnTo>
                  <a:lnTo>
                    <a:pt x="3319488" y="1813331"/>
                  </a:lnTo>
                  <a:lnTo>
                    <a:pt x="3354895" y="1840699"/>
                  </a:lnTo>
                  <a:lnTo>
                    <a:pt x="3392614" y="1862836"/>
                  </a:lnTo>
                  <a:lnTo>
                    <a:pt x="3432251" y="1879244"/>
                  </a:lnTo>
                  <a:lnTo>
                    <a:pt x="3473424" y="1889442"/>
                  </a:lnTo>
                  <a:lnTo>
                    <a:pt x="3515741" y="1892947"/>
                  </a:lnTo>
                  <a:lnTo>
                    <a:pt x="3926852" y="1892947"/>
                  </a:lnTo>
                  <a:lnTo>
                    <a:pt x="3969118" y="1889442"/>
                  </a:lnTo>
                  <a:lnTo>
                    <a:pt x="4010266" y="1879244"/>
                  </a:lnTo>
                  <a:lnTo>
                    <a:pt x="4049890" y="1862836"/>
                  </a:lnTo>
                  <a:lnTo>
                    <a:pt x="4087609" y="1840699"/>
                  </a:lnTo>
                  <a:lnTo>
                    <a:pt x="4123017" y="1813331"/>
                  </a:lnTo>
                  <a:lnTo>
                    <a:pt x="4155732" y="1781200"/>
                  </a:lnTo>
                  <a:lnTo>
                    <a:pt x="4185348" y="1744789"/>
                  </a:lnTo>
                  <a:lnTo>
                    <a:pt x="4211498" y="1704594"/>
                  </a:lnTo>
                  <a:lnTo>
                    <a:pt x="4233773" y="1661096"/>
                  </a:lnTo>
                  <a:lnTo>
                    <a:pt x="4251769" y="1614779"/>
                  </a:lnTo>
                  <a:lnTo>
                    <a:pt x="4265117" y="1566125"/>
                  </a:lnTo>
                  <a:lnTo>
                    <a:pt x="4273410" y="1515618"/>
                  </a:lnTo>
                  <a:lnTo>
                    <a:pt x="4276268" y="1463725"/>
                  </a:lnTo>
                  <a:lnTo>
                    <a:pt x="4276268" y="1413179"/>
                  </a:lnTo>
                  <a:close/>
                </a:path>
                <a:path w="8470265" h="3205479">
                  <a:moveTo>
                    <a:pt x="5098275" y="2700286"/>
                  </a:moveTo>
                  <a:lnTo>
                    <a:pt x="5095418" y="2648407"/>
                  </a:lnTo>
                  <a:lnTo>
                    <a:pt x="5087137" y="2597899"/>
                  </a:lnTo>
                  <a:lnTo>
                    <a:pt x="5073802" y="2549233"/>
                  </a:lnTo>
                  <a:lnTo>
                    <a:pt x="5055806" y="2502916"/>
                  </a:lnTo>
                  <a:lnTo>
                    <a:pt x="5033556" y="2459418"/>
                  </a:lnTo>
                  <a:lnTo>
                    <a:pt x="5007432" y="2419223"/>
                  </a:lnTo>
                  <a:lnTo>
                    <a:pt x="4977816" y="2382824"/>
                  </a:lnTo>
                  <a:lnTo>
                    <a:pt x="4945113" y="2350693"/>
                  </a:lnTo>
                  <a:lnTo>
                    <a:pt x="4909705" y="2323312"/>
                  </a:lnTo>
                  <a:lnTo>
                    <a:pt x="4871974" y="2301189"/>
                  </a:lnTo>
                  <a:lnTo>
                    <a:pt x="4832337" y="2284780"/>
                  </a:lnTo>
                  <a:lnTo>
                    <a:pt x="4791164" y="2274570"/>
                  </a:lnTo>
                  <a:lnTo>
                    <a:pt x="4748847" y="2271064"/>
                  </a:lnTo>
                  <a:lnTo>
                    <a:pt x="4317454" y="2271064"/>
                  </a:lnTo>
                  <a:lnTo>
                    <a:pt x="4275188" y="2274570"/>
                  </a:lnTo>
                  <a:lnTo>
                    <a:pt x="4234040" y="2284780"/>
                  </a:lnTo>
                  <a:lnTo>
                    <a:pt x="4194416" y="2301189"/>
                  </a:lnTo>
                  <a:lnTo>
                    <a:pt x="4156697" y="2323312"/>
                  </a:lnTo>
                  <a:lnTo>
                    <a:pt x="4121289" y="2350693"/>
                  </a:lnTo>
                  <a:lnTo>
                    <a:pt x="4088574" y="2382824"/>
                  </a:lnTo>
                  <a:lnTo>
                    <a:pt x="4058945" y="2419223"/>
                  </a:lnTo>
                  <a:lnTo>
                    <a:pt x="4032808" y="2459418"/>
                  </a:lnTo>
                  <a:lnTo>
                    <a:pt x="4010533" y="2502916"/>
                  </a:lnTo>
                  <a:lnTo>
                    <a:pt x="3992537" y="2549233"/>
                  </a:lnTo>
                  <a:lnTo>
                    <a:pt x="3979189" y="2597899"/>
                  </a:lnTo>
                  <a:lnTo>
                    <a:pt x="3970896" y="2648407"/>
                  </a:lnTo>
                  <a:lnTo>
                    <a:pt x="3968038" y="2700286"/>
                  </a:lnTo>
                  <a:lnTo>
                    <a:pt x="3968038" y="2750832"/>
                  </a:lnTo>
                  <a:lnTo>
                    <a:pt x="3970896" y="2802712"/>
                  </a:lnTo>
                  <a:lnTo>
                    <a:pt x="3979189" y="2853194"/>
                  </a:lnTo>
                  <a:lnTo>
                    <a:pt x="3992537" y="2901810"/>
                  </a:lnTo>
                  <a:lnTo>
                    <a:pt x="4010533" y="2948076"/>
                  </a:lnTo>
                  <a:lnTo>
                    <a:pt x="4032808" y="2991510"/>
                  </a:lnTo>
                  <a:lnTo>
                    <a:pt x="4058945" y="3031642"/>
                  </a:lnTo>
                  <a:lnTo>
                    <a:pt x="4088574" y="3067977"/>
                  </a:lnTo>
                  <a:lnTo>
                    <a:pt x="4121289" y="3100044"/>
                  </a:lnTo>
                  <a:lnTo>
                    <a:pt x="4156697" y="3127349"/>
                  </a:lnTo>
                  <a:lnTo>
                    <a:pt x="4194416" y="3149422"/>
                  </a:lnTo>
                  <a:lnTo>
                    <a:pt x="4234040" y="3165792"/>
                  </a:lnTo>
                  <a:lnTo>
                    <a:pt x="4275188" y="3175965"/>
                  </a:lnTo>
                  <a:lnTo>
                    <a:pt x="4317454" y="3179457"/>
                  </a:lnTo>
                  <a:lnTo>
                    <a:pt x="4748847" y="3179457"/>
                  </a:lnTo>
                  <a:lnTo>
                    <a:pt x="4791164" y="3175965"/>
                  </a:lnTo>
                  <a:lnTo>
                    <a:pt x="4832337" y="3165792"/>
                  </a:lnTo>
                  <a:lnTo>
                    <a:pt x="4871974" y="3149422"/>
                  </a:lnTo>
                  <a:lnTo>
                    <a:pt x="4909705" y="3127349"/>
                  </a:lnTo>
                  <a:lnTo>
                    <a:pt x="4945113" y="3100044"/>
                  </a:lnTo>
                  <a:lnTo>
                    <a:pt x="4977816" y="3067977"/>
                  </a:lnTo>
                  <a:lnTo>
                    <a:pt x="5007432" y="3031642"/>
                  </a:lnTo>
                  <a:lnTo>
                    <a:pt x="5033556" y="2991510"/>
                  </a:lnTo>
                  <a:lnTo>
                    <a:pt x="5055806" y="2948076"/>
                  </a:lnTo>
                  <a:lnTo>
                    <a:pt x="5073802" y="2901810"/>
                  </a:lnTo>
                  <a:lnTo>
                    <a:pt x="5087137" y="2853194"/>
                  </a:lnTo>
                  <a:lnTo>
                    <a:pt x="5095418" y="2802712"/>
                  </a:lnTo>
                  <a:lnTo>
                    <a:pt x="5098275" y="2750832"/>
                  </a:lnTo>
                  <a:lnTo>
                    <a:pt x="5098275" y="2700286"/>
                  </a:lnTo>
                  <a:close/>
                </a:path>
                <a:path w="8470265" h="3205479">
                  <a:moveTo>
                    <a:pt x="5900598" y="1438757"/>
                  </a:moveTo>
                  <a:lnTo>
                    <a:pt x="5897740" y="1386878"/>
                  </a:lnTo>
                  <a:lnTo>
                    <a:pt x="5889422" y="1336357"/>
                  </a:lnTo>
                  <a:lnTo>
                    <a:pt x="5876061" y="1287703"/>
                  </a:lnTo>
                  <a:lnTo>
                    <a:pt x="5858027" y="1241374"/>
                  </a:lnTo>
                  <a:lnTo>
                    <a:pt x="5835726" y="1197876"/>
                  </a:lnTo>
                  <a:lnTo>
                    <a:pt x="5809551" y="1157681"/>
                  </a:lnTo>
                  <a:lnTo>
                    <a:pt x="5779897" y="1121270"/>
                  </a:lnTo>
                  <a:lnTo>
                    <a:pt x="5747169" y="1089139"/>
                  </a:lnTo>
                  <a:lnTo>
                    <a:pt x="5711761" y="1061770"/>
                  </a:lnTo>
                  <a:lnTo>
                    <a:pt x="5674055" y="1039634"/>
                  </a:lnTo>
                  <a:lnTo>
                    <a:pt x="5634469" y="1023226"/>
                  </a:lnTo>
                  <a:lnTo>
                    <a:pt x="5593372" y="1013028"/>
                  </a:lnTo>
                  <a:lnTo>
                    <a:pt x="5551182" y="1009523"/>
                  </a:lnTo>
                  <a:lnTo>
                    <a:pt x="5098275" y="1009523"/>
                  </a:lnTo>
                  <a:lnTo>
                    <a:pt x="5056073" y="1013028"/>
                  </a:lnTo>
                  <a:lnTo>
                    <a:pt x="5014988" y="1023226"/>
                  </a:lnTo>
                  <a:lnTo>
                    <a:pt x="4975390" y="1039634"/>
                  </a:lnTo>
                  <a:lnTo>
                    <a:pt x="4937696" y="1061770"/>
                  </a:lnTo>
                  <a:lnTo>
                    <a:pt x="4902276" y="1089139"/>
                  </a:lnTo>
                  <a:lnTo>
                    <a:pt x="4869548" y="1121270"/>
                  </a:lnTo>
                  <a:lnTo>
                    <a:pt x="4839906" y="1157681"/>
                  </a:lnTo>
                  <a:lnTo>
                    <a:pt x="4813732" y="1197876"/>
                  </a:lnTo>
                  <a:lnTo>
                    <a:pt x="4791430" y="1241374"/>
                  </a:lnTo>
                  <a:lnTo>
                    <a:pt x="4773396" y="1287703"/>
                  </a:lnTo>
                  <a:lnTo>
                    <a:pt x="4760023" y="1336357"/>
                  </a:lnTo>
                  <a:lnTo>
                    <a:pt x="4751705" y="1386878"/>
                  </a:lnTo>
                  <a:lnTo>
                    <a:pt x="4748847" y="1438757"/>
                  </a:lnTo>
                  <a:lnTo>
                    <a:pt x="4748847" y="1488681"/>
                  </a:lnTo>
                  <a:lnTo>
                    <a:pt x="4751705" y="1540560"/>
                  </a:lnTo>
                  <a:lnTo>
                    <a:pt x="4760023" y="1591081"/>
                  </a:lnTo>
                  <a:lnTo>
                    <a:pt x="4773396" y="1639735"/>
                  </a:lnTo>
                  <a:lnTo>
                    <a:pt x="4791430" y="1686064"/>
                  </a:lnTo>
                  <a:lnTo>
                    <a:pt x="4813732" y="1729562"/>
                  </a:lnTo>
                  <a:lnTo>
                    <a:pt x="4839906" y="1769757"/>
                  </a:lnTo>
                  <a:lnTo>
                    <a:pt x="4869548" y="1806168"/>
                  </a:lnTo>
                  <a:lnTo>
                    <a:pt x="4902276" y="1838299"/>
                  </a:lnTo>
                  <a:lnTo>
                    <a:pt x="4937696" y="1865668"/>
                  </a:lnTo>
                  <a:lnTo>
                    <a:pt x="4975390" y="1887804"/>
                  </a:lnTo>
                  <a:lnTo>
                    <a:pt x="5014988" y="1904212"/>
                  </a:lnTo>
                  <a:lnTo>
                    <a:pt x="5056073" y="1914410"/>
                  </a:lnTo>
                  <a:lnTo>
                    <a:pt x="5098275" y="1917915"/>
                  </a:lnTo>
                  <a:lnTo>
                    <a:pt x="5551182" y="1917915"/>
                  </a:lnTo>
                  <a:lnTo>
                    <a:pt x="5593372" y="1914410"/>
                  </a:lnTo>
                  <a:lnTo>
                    <a:pt x="5634469" y="1904212"/>
                  </a:lnTo>
                  <a:lnTo>
                    <a:pt x="5674055" y="1887804"/>
                  </a:lnTo>
                  <a:lnTo>
                    <a:pt x="5711761" y="1865668"/>
                  </a:lnTo>
                  <a:lnTo>
                    <a:pt x="5747169" y="1838299"/>
                  </a:lnTo>
                  <a:lnTo>
                    <a:pt x="5779897" y="1806168"/>
                  </a:lnTo>
                  <a:lnTo>
                    <a:pt x="5809551" y="1769757"/>
                  </a:lnTo>
                  <a:lnTo>
                    <a:pt x="5835726" y="1729562"/>
                  </a:lnTo>
                  <a:lnTo>
                    <a:pt x="5858027" y="1686064"/>
                  </a:lnTo>
                  <a:lnTo>
                    <a:pt x="5876061" y="1639735"/>
                  </a:lnTo>
                  <a:lnTo>
                    <a:pt x="5889422" y="1591081"/>
                  </a:lnTo>
                  <a:lnTo>
                    <a:pt x="5897740" y="1540560"/>
                  </a:lnTo>
                  <a:lnTo>
                    <a:pt x="5900598" y="1488681"/>
                  </a:lnTo>
                  <a:lnTo>
                    <a:pt x="5900598" y="1438757"/>
                  </a:lnTo>
                  <a:close/>
                </a:path>
                <a:path w="8470265" h="3205479">
                  <a:moveTo>
                    <a:pt x="7524521" y="1438757"/>
                  </a:moveTo>
                  <a:lnTo>
                    <a:pt x="7521676" y="1386878"/>
                  </a:lnTo>
                  <a:lnTo>
                    <a:pt x="7513371" y="1336357"/>
                  </a:lnTo>
                  <a:lnTo>
                    <a:pt x="7500023" y="1287703"/>
                  </a:lnTo>
                  <a:lnTo>
                    <a:pt x="7482014" y="1241374"/>
                  </a:lnTo>
                  <a:lnTo>
                    <a:pt x="7459739" y="1197876"/>
                  </a:lnTo>
                  <a:lnTo>
                    <a:pt x="7433589" y="1157681"/>
                  </a:lnTo>
                  <a:lnTo>
                    <a:pt x="7403960" y="1121270"/>
                  </a:lnTo>
                  <a:lnTo>
                    <a:pt x="7371232" y="1089139"/>
                  </a:lnTo>
                  <a:lnTo>
                    <a:pt x="7335799" y="1061770"/>
                  </a:lnTo>
                  <a:lnTo>
                    <a:pt x="7298055" y="1039634"/>
                  </a:lnTo>
                  <a:lnTo>
                    <a:pt x="7258405" y="1023226"/>
                  </a:lnTo>
                  <a:lnTo>
                    <a:pt x="7217219" y="1013028"/>
                  </a:lnTo>
                  <a:lnTo>
                    <a:pt x="7174903" y="1009523"/>
                  </a:lnTo>
                  <a:lnTo>
                    <a:pt x="6743103" y="1009523"/>
                  </a:lnTo>
                  <a:lnTo>
                    <a:pt x="6700901" y="1013028"/>
                  </a:lnTo>
                  <a:lnTo>
                    <a:pt x="6659804" y="1023226"/>
                  </a:lnTo>
                  <a:lnTo>
                    <a:pt x="6620192" y="1039634"/>
                  </a:lnTo>
                  <a:lnTo>
                    <a:pt x="6582473" y="1061770"/>
                  </a:lnTo>
                  <a:lnTo>
                    <a:pt x="6547040" y="1089139"/>
                  </a:lnTo>
                  <a:lnTo>
                    <a:pt x="6514287" y="1121270"/>
                  </a:lnTo>
                  <a:lnTo>
                    <a:pt x="6484620" y="1157681"/>
                  </a:lnTo>
                  <a:lnTo>
                    <a:pt x="6458420" y="1197876"/>
                  </a:lnTo>
                  <a:lnTo>
                    <a:pt x="6436093" y="1241374"/>
                  </a:lnTo>
                  <a:lnTo>
                    <a:pt x="6418046" y="1287703"/>
                  </a:lnTo>
                  <a:lnTo>
                    <a:pt x="6404661" y="1336357"/>
                  </a:lnTo>
                  <a:lnTo>
                    <a:pt x="6396342" y="1386878"/>
                  </a:lnTo>
                  <a:lnTo>
                    <a:pt x="6393472" y="1438757"/>
                  </a:lnTo>
                  <a:lnTo>
                    <a:pt x="6393472" y="1488681"/>
                  </a:lnTo>
                  <a:lnTo>
                    <a:pt x="6396342" y="1540560"/>
                  </a:lnTo>
                  <a:lnTo>
                    <a:pt x="6404661" y="1591081"/>
                  </a:lnTo>
                  <a:lnTo>
                    <a:pt x="6418046" y="1639735"/>
                  </a:lnTo>
                  <a:lnTo>
                    <a:pt x="6436093" y="1686064"/>
                  </a:lnTo>
                  <a:lnTo>
                    <a:pt x="6458420" y="1729562"/>
                  </a:lnTo>
                  <a:lnTo>
                    <a:pt x="6484620" y="1769757"/>
                  </a:lnTo>
                  <a:lnTo>
                    <a:pt x="6514287" y="1806168"/>
                  </a:lnTo>
                  <a:lnTo>
                    <a:pt x="6547040" y="1838299"/>
                  </a:lnTo>
                  <a:lnTo>
                    <a:pt x="6582473" y="1865668"/>
                  </a:lnTo>
                  <a:lnTo>
                    <a:pt x="6620192" y="1887804"/>
                  </a:lnTo>
                  <a:lnTo>
                    <a:pt x="6659804" y="1904212"/>
                  </a:lnTo>
                  <a:lnTo>
                    <a:pt x="6700901" y="1914410"/>
                  </a:lnTo>
                  <a:lnTo>
                    <a:pt x="6743103" y="1917915"/>
                  </a:lnTo>
                  <a:lnTo>
                    <a:pt x="7174903" y="1917915"/>
                  </a:lnTo>
                  <a:lnTo>
                    <a:pt x="7217219" y="1914410"/>
                  </a:lnTo>
                  <a:lnTo>
                    <a:pt x="7258405" y="1904212"/>
                  </a:lnTo>
                  <a:lnTo>
                    <a:pt x="7298055" y="1887804"/>
                  </a:lnTo>
                  <a:lnTo>
                    <a:pt x="7335799" y="1865668"/>
                  </a:lnTo>
                  <a:lnTo>
                    <a:pt x="7371232" y="1838299"/>
                  </a:lnTo>
                  <a:lnTo>
                    <a:pt x="7403960" y="1806168"/>
                  </a:lnTo>
                  <a:lnTo>
                    <a:pt x="7433589" y="1769757"/>
                  </a:lnTo>
                  <a:lnTo>
                    <a:pt x="7459739" y="1729562"/>
                  </a:lnTo>
                  <a:lnTo>
                    <a:pt x="7482014" y="1686064"/>
                  </a:lnTo>
                  <a:lnTo>
                    <a:pt x="7500023" y="1639735"/>
                  </a:lnTo>
                  <a:lnTo>
                    <a:pt x="7513371" y="1591081"/>
                  </a:lnTo>
                  <a:lnTo>
                    <a:pt x="7521676" y="1540560"/>
                  </a:lnTo>
                  <a:lnTo>
                    <a:pt x="7524521" y="1488681"/>
                  </a:lnTo>
                  <a:lnTo>
                    <a:pt x="7524521" y="1438757"/>
                  </a:lnTo>
                  <a:close/>
                </a:path>
                <a:path w="8470265" h="3205479">
                  <a:moveTo>
                    <a:pt x="8470100" y="2725255"/>
                  </a:moveTo>
                  <a:lnTo>
                    <a:pt x="8467255" y="2673375"/>
                  </a:lnTo>
                  <a:lnTo>
                    <a:pt x="8458962" y="2622893"/>
                  </a:lnTo>
                  <a:lnTo>
                    <a:pt x="8445614" y="2574277"/>
                  </a:lnTo>
                  <a:lnTo>
                    <a:pt x="8427606" y="2528011"/>
                  </a:lnTo>
                  <a:lnTo>
                    <a:pt x="8405342" y="2484577"/>
                  </a:lnTo>
                  <a:lnTo>
                    <a:pt x="8379193" y="2444445"/>
                  </a:lnTo>
                  <a:lnTo>
                    <a:pt x="8349564" y="2408110"/>
                  </a:lnTo>
                  <a:lnTo>
                    <a:pt x="8316862" y="2376043"/>
                  </a:lnTo>
                  <a:lnTo>
                    <a:pt x="8281441" y="2348738"/>
                  </a:lnTo>
                  <a:lnTo>
                    <a:pt x="8243735" y="2326652"/>
                  </a:lnTo>
                  <a:lnTo>
                    <a:pt x="8204111" y="2310282"/>
                  </a:lnTo>
                  <a:lnTo>
                    <a:pt x="8162963" y="2300109"/>
                  </a:lnTo>
                  <a:lnTo>
                    <a:pt x="8120685" y="2296617"/>
                  </a:lnTo>
                  <a:lnTo>
                    <a:pt x="7668387" y="2296617"/>
                  </a:lnTo>
                  <a:lnTo>
                    <a:pt x="7626121" y="2300109"/>
                  </a:lnTo>
                  <a:lnTo>
                    <a:pt x="7584973" y="2310282"/>
                  </a:lnTo>
                  <a:lnTo>
                    <a:pt x="7545349" y="2326652"/>
                  </a:lnTo>
                  <a:lnTo>
                    <a:pt x="7507630" y="2348738"/>
                  </a:lnTo>
                  <a:lnTo>
                    <a:pt x="7472223" y="2376043"/>
                  </a:lnTo>
                  <a:lnTo>
                    <a:pt x="7439507" y="2408110"/>
                  </a:lnTo>
                  <a:lnTo>
                    <a:pt x="7409878" y="2444445"/>
                  </a:lnTo>
                  <a:lnTo>
                    <a:pt x="7383742" y="2484577"/>
                  </a:lnTo>
                  <a:lnTo>
                    <a:pt x="7361466" y="2528011"/>
                  </a:lnTo>
                  <a:lnTo>
                    <a:pt x="7343470" y="2574277"/>
                  </a:lnTo>
                  <a:lnTo>
                    <a:pt x="7330122" y="2622893"/>
                  </a:lnTo>
                  <a:lnTo>
                    <a:pt x="7321829" y="2673375"/>
                  </a:lnTo>
                  <a:lnTo>
                    <a:pt x="7318972" y="2725255"/>
                  </a:lnTo>
                  <a:lnTo>
                    <a:pt x="7318972" y="2775801"/>
                  </a:lnTo>
                  <a:lnTo>
                    <a:pt x="7321829" y="2827680"/>
                  </a:lnTo>
                  <a:lnTo>
                    <a:pt x="7330122" y="2878188"/>
                  </a:lnTo>
                  <a:lnTo>
                    <a:pt x="7343470" y="2926854"/>
                  </a:lnTo>
                  <a:lnTo>
                    <a:pt x="7361466" y="2973171"/>
                  </a:lnTo>
                  <a:lnTo>
                    <a:pt x="7383742" y="3016669"/>
                  </a:lnTo>
                  <a:lnTo>
                    <a:pt x="7409878" y="3056864"/>
                  </a:lnTo>
                  <a:lnTo>
                    <a:pt x="7439507" y="3093275"/>
                  </a:lnTo>
                  <a:lnTo>
                    <a:pt x="7472223" y="3125406"/>
                  </a:lnTo>
                  <a:lnTo>
                    <a:pt x="7507630" y="3152775"/>
                  </a:lnTo>
                  <a:lnTo>
                    <a:pt x="7545349" y="3174911"/>
                  </a:lnTo>
                  <a:lnTo>
                    <a:pt x="7584973" y="3191319"/>
                  </a:lnTo>
                  <a:lnTo>
                    <a:pt x="7626121" y="3201517"/>
                  </a:lnTo>
                  <a:lnTo>
                    <a:pt x="7668387" y="3205035"/>
                  </a:lnTo>
                  <a:lnTo>
                    <a:pt x="8120685" y="3205035"/>
                  </a:lnTo>
                  <a:lnTo>
                    <a:pt x="8162963" y="3201517"/>
                  </a:lnTo>
                  <a:lnTo>
                    <a:pt x="8204111" y="3191319"/>
                  </a:lnTo>
                  <a:lnTo>
                    <a:pt x="8243735" y="3174911"/>
                  </a:lnTo>
                  <a:lnTo>
                    <a:pt x="8281441" y="3152775"/>
                  </a:lnTo>
                  <a:lnTo>
                    <a:pt x="8316862" y="3125406"/>
                  </a:lnTo>
                  <a:lnTo>
                    <a:pt x="8349564" y="3093275"/>
                  </a:lnTo>
                  <a:lnTo>
                    <a:pt x="8379193" y="3056864"/>
                  </a:lnTo>
                  <a:lnTo>
                    <a:pt x="8405342" y="3016669"/>
                  </a:lnTo>
                  <a:lnTo>
                    <a:pt x="8427606" y="2973171"/>
                  </a:lnTo>
                  <a:lnTo>
                    <a:pt x="8445614" y="2926854"/>
                  </a:lnTo>
                  <a:lnTo>
                    <a:pt x="8458962" y="2878188"/>
                  </a:lnTo>
                  <a:lnTo>
                    <a:pt x="8467255" y="2827680"/>
                  </a:lnTo>
                  <a:lnTo>
                    <a:pt x="8470100" y="2775801"/>
                  </a:lnTo>
                  <a:lnTo>
                    <a:pt x="8470100" y="2725255"/>
                  </a:lnTo>
                  <a:close/>
                </a:path>
              </a:pathLst>
            </a:custGeom>
            <a:solidFill>
              <a:srgbClr val="6980BB"/>
            </a:solidFill>
          </p:spPr>
          <p:txBody>
            <a:bodyPr wrap="square" lIns="0" tIns="0" rIns="0" bIns="0" rtlCol="0"/>
            <a:lstStyle/>
            <a:p>
              <a:endParaRPr/>
            </a:p>
          </p:txBody>
        </p:sp>
        <p:sp>
          <p:nvSpPr>
            <p:cNvPr id="7" name="object 7"/>
            <p:cNvSpPr/>
            <p:nvPr/>
          </p:nvSpPr>
          <p:spPr>
            <a:xfrm>
              <a:off x="3117658" y="3699109"/>
              <a:ext cx="267335" cy="151765"/>
            </a:xfrm>
            <a:custGeom>
              <a:avLst/>
              <a:gdLst/>
              <a:ahLst/>
              <a:cxnLst/>
              <a:rect l="l" t="t" r="r" b="b"/>
              <a:pathLst>
                <a:path w="267335" h="151764">
                  <a:moveTo>
                    <a:pt x="0" y="0"/>
                  </a:moveTo>
                  <a:lnTo>
                    <a:pt x="40782" y="75492"/>
                  </a:lnTo>
                  <a:lnTo>
                    <a:pt x="0" y="151589"/>
                  </a:lnTo>
                  <a:lnTo>
                    <a:pt x="267033" y="75492"/>
                  </a:lnTo>
                  <a:lnTo>
                    <a:pt x="0" y="0"/>
                  </a:lnTo>
                  <a:close/>
                </a:path>
              </a:pathLst>
            </a:custGeom>
            <a:solidFill>
              <a:srgbClr val="000000"/>
            </a:solidFill>
          </p:spPr>
          <p:txBody>
            <a:bodyPr wrap="square" lIns="0" tIns="0" rIns="0" bIns="0" rtlCol="0"/>
            <a:lstStyle/>
            <a:p>
              <a:endParaRPr/>
            </a:p>
          </p:txBody>
        </p:sp>
        <p:sp>
          <p:nvSpPr>
            <p:cNvPr id="8" name="object 8"/>
            <p:cNvSpPr/>
            <p:nvPr/>
          </p:nvSpPr>
          <p:spPr>
            <a:xfrm>
              <a:off x="3117658" y="3699109"/>
              <a:ext cx="267335" cy="151765"/>
            </a:xfrm>
            <a:custGeom>
              <a:avLst/>
              <a:gdLst/>
              <a:ahLst/>
              <a:cxnLst/>
              <a:rect l="l" t="t" r="r" b="b"/>
              <a:pathLst>
                <a:path w="267335" h="151764">
                  <a:moveTo>
                    <a:pt x="40782" y="75492"/>
                  </a:moveTo>
                  <a:lnTo>
                    <a:pt x="0" y="0"/>
                  </a:lnTo>
                  <a:lnTo>
                    <a:pt x="267033" y="75492"/>
                  </a:lnTo>
                  <a:lnTo>
                    <a:pt x="0" y="151589"/>
                  </a:lnTo>
                  <a:lnTo>
                    <a:pt x="40782" y="75492"/>
                  </a:lnTo>
                </a:path>
              </a:pathLst>
            </a:custGeom>
            <a:ln w="47697">
              <a:solidFill>
                <a:srgbClr val="000000"/>
              </a:solidFill>
            </a:ln>
          </p:spPr>
          <p:txBody>
            <a:bodyPr wrap="square" lIns="0" tIns="0" rIns="0" bIns="0" rtlCol="0"/>
            <a:lstStyle/>
            <a:p>
              <a:endParaRPr/>
            </a:p>
          </p:txBody>
        </p:sp>
        <p:sp>
          <p:nvSpPr>
            <p:cNvPr id="9" name="object 9"/>
            <p:cNvSpPr/>
            <p:nvPr/>
          </p:nvSpPr>
          <p:spPr>
            <a:xfrm>
              <a:off x="3363788" y="3320413"/>
              <a:ext cx="1172845" cy="934085"/>
            </a:xfrm>
            <a:custGeom>
              <a:avLst/>
              <a:gdLst/>
              <a:ahLst/>
              <a:cxnLst/>
              <a:rect l="l" t="t" r="r" b="b"/>
              <a:pathLst>
                <a:path w="1172845" h="934085">
                  <a:moveTo>
                    <a:pt x="905003" y="908403"/>
                  </a:moveTo>
                  <a:lnTo>
                    <a:pt x="287937" y="908403"/>
                  </a:lnTo>
                  <a:lnTo>
                    <a:pt x="287937" y="933953"/>
                  </a:lnTo>
                  <a:lnTo>
                    <a:pt x="905003" y="933953"/>
                  </a:lnTo>
                  <a:lnTo>
                    <a:pt x="905003" y="908403"/>
                  </a:lnTo>
                  <a:close/>
                </a:path>
                <a:path w="1172845" h="934085">
                  <a:moveTo>
                    <a:pt x="966689" y="883432"/>
                  </a:moveTo>
                  <a:lnTo>
                    <a:pt x="226455" y="883432"/>
                  </a:lnTo>
                  <a:lnTo>
                    <a:pt x="226455" y="908403"/>
                  </a:lnTo>
                  <a:lnTo>
                    <a:pt x="966689" y="908403"/>
                  </a:lnTo>
                  <a:lnTo>
                    <a:pt x="966689" y="883432"/>
                  </a:lnTo>
                  <a:close/>
                </a:path>
                <a:path w="1172845" h="934085">
                  <a:moveTo>
                    <a:pt x="1007882" y="857857"/>
                  </a:moveTo>
                  <a:lnTo>
                    <a:pt x="185263" y="857857"/>
                  </a:lnTo>
                  <a:lnTo>
                    <a:pt x="185263" y="883432"/>
                  </a:lnTo>
                  <a:lnTo>
                    <a:pt x="1007882" y="883432"/>
                  </a:lnTo>
                  <a:lnTo>
                    <a:pt x="1007882" y="857857"/>
                  </a:lnTo>
                  <a:close/>
                </a:path>
                <a:path w="1172845" h="934085">
                  <a:moveTo>
                    <a:pt x="1048459" y="832885"/>
                  </a:moveTo>
                  <a:lnTo>
                    <a:pt x="144071" y="832885"/>
                  </a:lnTo>
                  <a:lnTo>
                    <a:pt x="144071" y="857857"/>
                  </a:lnTo>
                  <a:lnTo>
                    <a:pt x="1048459" y="857857"/>
                  </a:lnTo>
                  <a:lnTo>
                    <a:pt x="1048459" y="832885"/>
                  </a:lnTo>
                  <a:close/>
                </a:path>
                <a:path w="1172845" h="934085">
                  <a:moveTo>
                    <a:pt x="1089652" y="782364"/>
                  </a:moveTo>
                  <a:lnTo>
                    <a:pt x="103288" y="782364"/>
                  </a:lnTo>
                  <a:lnTo>
                    <a:pt x="103288" y="832885"/>
                  </a:lnTo>
                  <a:lnTo>
                    <a:pt x="1069363" y="832885"/>
                  </a:lnTo>
                  <a:lnTo>
                    <a:pt x="1069363" y="807939"/>
                  </a:lnTo>
                  <a:lnTo>
                    <a:pt x="1089652" y="807939"/>
                  </a:lnTo>
                  <a:lnTo>
                    <a:pt x="1089652" y="782364"/>
                  </a:lnTo>
                  <a:close/>
                </a:path>
                <a:path w="1172845" h="934085">
                  <a:moveTo>
                    <a:pt x="1110555" y="731817"/>
                  </a:moveTo>
                  <a:lnTo>
                    <a:pt x="82589" y="731817"/>
                  </a:lnTo>
                  <a:lnTo>
                    <a:pt x="82589" y="782364"/>
                  </a:lnTo>
                  <a:lnTo>
                    <a:pt x="1104568" y="782364"/>
                  </a:lnTo>
                  <a:lnTo>
                    <a:pt x="1108632" y="772987"/>
                  </a:lnTo>
                  <a:lnTo>
                    <a:pt x="1110555" y="767744"/>
                  </a:lnTo>
                  <a:lnTo>
                    <a:pt x="1110555" y="731817"/>
                  </a:lnTo>
                  <a:close/>
                </a:path>
                <a:path w="1172845" h="934085">
                  <a:moveTo>
                    <a:pt x="1149028" y="227082"/>
                  </a:moveTo>
                  <a:lnTo>
                    <a:pt x="62096" y="227082"/>
                  </a:lnTo>
                  <a:lnTo>
                    <a:pt x="62096" y="252657"/>
                  </a:lnTo>
                  <a:lnTo>
                    <a:pt x="41192" y="252657"/>
                  </a:lnTo>
                  <a:lnTo>
                    <a:pt x="41192" y="328149"/>
                  </a:lnTo>
                  <a:lnTo>
                    <a:pt x="20903" y="328149"/>
                  </a:lnTo>
                  <a:lnTo>
                    <a:pt x="20903" y="429217"/>
                  </a:lnTo>
                  <a:lnTo>
                    <a:pt x="0" y="429217"/>
                  </a:lnTo>
                  <a:lnTo>
                    <a:pt x="0" y="504735"/>
                  </a:lnTo>
                  <a:lnTo>
                    <a:pt x="20903" y="504735"/>
                  </a:lnTo>
                  <a:lnTo>
                    <a:pt x="20903" y="605803"/>
                  </a:lnTo>
                  <a:lnTo>
                    <a:pt x="41192" y="605803"/>
                  </a:lnTo>
                  <a:lnTo>
                    <a:pt x="41192" y="681296"/>
                  </a:lnTo>
                  <a:lnTo>
                    <a:pt x="62096" y="681296"/>
                  </a:lnTo>
                  <a:lnTo>
                    <a:pt x="62096" y="731817"/>
                  </a:lnTo>
                  <a:lnTo>
                    <a:pt x="1123736" y="731817"/>
                  </a:lnTo>
                  <a:lnTo>
                    <a:pt x="1125026" y="728302"/>
                  </a:lnTo>
                  <a:lnTo>
                    <a:pt x="1131049" y="708502"/>
                  </a:lnTo>
                  <a:lnTo>
                    <a:pt x="1131049" y="706871"/>
                  </a:lnTo>
                  <a:lnTo>
                    <a:pt x="1131545" y="706871"/>
                  </a:lnTo>
                  <a:lnTo>
                    <a:pt x="1150829" y="634111"/>
                  </a:lnTo>
                  <a:lnTo>
                    <a:pt x="1160076" y="584803"/>
                  </a:lnTo>
                  <a:lnTo>
                    <a:pt x="1166781" y="534152"/>
                  </a:lnTo>
                  <a:lnTo>
                    <a:pt x="1170863" y="482257"/>
                  </a:lnTo>
                  <a:lnTo>
                    <a:pt x="1172242" y="429217"/>
                  </a:lnTo>
                  <a:lnTo>
                    <a:pt x="1170741" y="377014"/>
                  </a:lnTo>
                  <a:lnTo>
                    <a:pt x="1166301" y="325790"/>
                  </a:lnTo>
                  <a:lnTo>
                    <a:pt x="1163016" y="303203"/>
                  </a:lnTo>
                  <a:lnTo>
                    <a:pt x="1151748" y="303203"/>
                  </a:lnTo>
                  <a:lnTo>
                    <a:pt x="1151748" y="240318"/>
                  </a:lnTo>
                  <a:lnTo>
                    <a:pt x="1149028" y="227082"/>
                  </a:lnTo>
                  <a:close/>
                </a:path>
                <a:path w="1172845" h="934085">
                  <a:moveTo>
                    <a:pt x="1110555" y="176560"/>
                  </a:moveTo>
                  <a:lnTo>
                    <a:pt x="82589" y="176560"/>
                  </a:lnTo>
                  <a:lnTo>
                    <a:pt x="82589" y="227082"/>
                  </a:lnTo>
                  <a:lnTo>
                    <a:pt x="1131049" y="227082"/>
                  </a:lnTo>
                  <a:lnTo>
                    <a:pt x="1131049" y="202135"/>
                  </a:lnTo>
                  <a:lnTo>
                    <a:pt x="1110555" y="202135"/>
                  </a:lnTo>
                  <a:lnTo>
                    <a:pt x="1110555" y="176560"/>
                  </a:lnTo>
                  <a:close/>
                </a:path>
                <a:path w="1172845" h="934085">
                  <a:moveTo>
                    <a:pt x="1069363" y="126617"/>
                  </a:moveTo>
                  <a:lnTo>
                    <a:pt x="103288" y="126617"/>
                  </a:lnTo>
                  <a:lnTo>
                    <a:pt x="103288" y="176560"/>
                  </a:lnTo>
                  <a:lnTo>
                    <a:pt x="1089652" y="176560"/>
                  </a:lnTo>
                  <a:lnTo>
                    <a:pt x="1089652" y="151589"/>
                  </a:lnTo>
                  <a:lnTo>
                    <a:pt x="1069363" y="151589"/>
                  </a:lnTo>
                  <a:lnTo>
                    <a:pt x="1069363" y="126617"/>
                  </a:lnTo>
                  <a:close/>
                </a:path>
                <a:path w="1172845" h="934085">
                  <a:moveTo>
                    <a:pt x="1048459" y="101067"/>
                  </a:moveTo>
                  <a:lnTo>
                    <a:pt x="144071" y="101067"/>
                  </a:lnTo>
                  <a:lnTo>
                    <a:pt x="144071" y="126617"/>
                  </a:lnTo>
                  <a:lnTo>
                    <a:pt x="1048459" y="126617"/>
                  </a:lnTo>
                  <a:lnTo>
                    <a:pt x="1048459" y="101067"/>
                  </a:lnTo>
                  <a:close/>
                </a:path>
                <a:path w="1172845" h="934085">
                  <a:moveTo>
                    <a:pt x="1028171" y="76096"/>
                  </a:moveTo>
                  <a:lnTo>
                    <a:pt x="164974" y="76096"/>
                  </a:lnTo>
                  <a:lnTo>
                    <a:pt x="164974" y="101067"/>
                  </a:lnTo>
                  <a:lnTo>
                    <a:pt x="1028171" y="101067"/>
                  </a:lnTo>
                  <a:lnTo>
                    <a:pt x="1028171" y="76096"/>
                  </a:lnTo>
                  <a:close/>
                </a:path>
                <a:path w="1172845" h="934085">
                  <a:moveTo>
                    <a:pt x="1007882" y="50521"/>
                  </a:moveTo>
                  <a:lnTo>
                    <a:pt x="206167" y="50521"/>
                  </a:lnTo>
                  <a:lnTo>
                    <a:pt x="206167" y="76096"/>
                  </a:lnTo>
                  <a:lnTo>
                    <a:pt x="1007882" y="76096"/>
                  </a:lnTo>
                  <a:lnTo>
                    <a:pt x="1007882" y="50521"/>
                  </a:lnTo>
                  <a:close/>
                </a:path>
                <a:path w="1172845" h="934085">
                  <a:moveTo>
                    <a:pt x="966689" y="25549"/>
                  </a:moveTo>
                  <a:lnTo>
                    <a:pt x="226455" y="25549"/>
                  </a:lnTo>
                  <a:lnTo>
                    <a:pt x="226455" y="50521"/>
                  </a:lnTo>
                  <a:lnTo>
                    <a:pt x="966689" y="50521"/>
                  </a:lnTo>
                  <a:lnTo>
                    <a:pt x="966689" y="25549"/>
                  </a:lnTo>
                  <a:close/>
                </a:path>
                <a:path w="1172845" h="934085">
                  <a:moveTo>
                    <a:pt x="822618" y="0"/>
                  </a:moveTo>
                  <a:lnTo>
                    <a:pt x="349623" y="0"/>
                  </a:lnTo>
                  <a:lnTo>
                    <a:pt x="349623" y="25549"/>
                  </a:lnTo>
                  <a:lnTo>
                    <a:pt x="822618" y="25549"/>
                  </a:lnTo>
                  <a:lnTo>
                    <a:pt x="822618" y="0"/>
                  </a:lnTo>
                  <a:close/>
                </a:path>
              </a:pathLst>
            </a:custGeom>
            <a:solidFill>
              <a:srgbClr val="D7E7F1"/>
            </a:solidFill>
          </p:spPr>
          <p:txBody>
            <a:bodyPr wrap="square" lIns="0" tIns="0" rIns="0" bIns="0" rtlCol="0"/>
            <a:lstStyle/>
            <a:p>
              <a:endParaRPr/>
            </a:p>
          </p:txBody>
        </p:sp>
        <p:pic>
          <p:nvPicPr>
            <p:cNvPr id="10" name="object 10"/>
            <p:cNvPicPr/>
            <p:nvPr/>
          </p:nvPicPr>
          <p:blipFill>
            <a:blip r:embed="rId2" cstate="print"/>
            <a:stretch>
              <a:fillRect/>
            </a:stretch>
          </p:blipFill>
          <p:spPr>
            <a:xfrm>
              <a:off x="3384692" y="3320413"/>
              <a:ext cx="1130844" cy="933953"/>
            </a:xfrm>
            <a:prstGeom prst="rect">
              <a:avLst/>
            </a:prstGeom>
          </p:spPr>
        </p:pic>
        <p:sp>
          <p:nvSpPr>
            <p:cNvPr id="11" name="object 11"/>
            <p:cNvSpPr/>
            <p:nvPr/>
          </p:nvSpPr>
          <p:spPr>
            <a:xfrm>
              <a:off x="3919373" y="3724081"/>
              <a:ext cx="61594" cy="76200"/>
            </a:xfrm>
            <a:custGeom>
              <a:avLst/>
              <a:gdLst/>
              <a:ahLst/>
              <a:cxnLst/>
              <a:rect l="l" t="t" r="r" b="b"/>
              <a:pathLst>
                <a:path w="61595" h="76200">
                  <a:moveTo>
                    <a:pt x="20288" y="0"/>
                  </a:moveTo>
                  <a:lnTo>
                    <a:pt x="8559" y="399"/>
                  </a:lnTo>
                  <a:lnTo>
                    <a:pt x="2536" y="3193"/>
                  </a:lnTo>
                  <a:lnTo>
                    <a:pt x="317" y="10778"/>
                  </a:lnTo>
                  <a:lnTo>
                    <a:pt x="0" y="25549"/>
                  </a:lnTo>
                  <a:lnTo>
                    <a:pt x="317" y="43982"/>
                  </a:lnTo>
                  <a:lnTo>
                    <a:pt x="2536" y="60187"/>
                  </a:lnTo>
                  <a:lnTo>
                    <a:pt x="8559" y="71710"/>
                  </a:lnTo>
                  <a:lnTo>
                    <a:pt x="20288" y="76096"/>
                  </a:lnTo>
                  <a:lnTo>
                    <a:pt x="35370" y="71710"/>
                  </a:lnTo>
                  <a:lnTo>
                    <a:pt x="48570" y="60187"/>
                  </a:lnTo>
                  <a:lnTo>
                    <a:pt x="57926" y="43982"/>
                  </a:lnTo>
                  <a:lnTo>
                    <a:pt x="61481" y="25549"/>
                  </a:lnTo>
                  <a:lnTo>
                    <a:pt x="57926" y="10778"/>
                  </a:lnTo>
                  <a:lnTo>
                    <a:pt x="48570" y="3193"/>
                  </a:lnTo>
                  <a:lnTo>
                    <a:pt x="35370" y="399"/>
                  </a:lnTo>
                  <a:lnTo>
                    <a:pt x="20288" y="0"/>
                  </a:lnTo>
                  <a:close/>
                </a:path>
              </a:pathLst>
            </a:custGeom>
            <a:solidFill>
              <a:srgbClr val="FFFFFF"/>
            </a:solidFill>
          </p:spPr>
          <p:txBody>
            <a:bodyPr wrap="square" lIns="0" tIns="0" rIns="0" bIns="0" rtlCol="0"/>
            <a:lstStyle/>
            <a:p>
              <a:endParaRPr/>
            </a:p>
          </p:txBody>
        </p:sp>
        <p:sp>
          <p:nvSpPr>
            <p:cNvPr id="12" name="object 12"/>
            <p:cNvSpPr/>
            <p:nvPr/>
          </p:nvSpPr>
          <p:spPr>
            <a:xfrm>
              <a:off x="3363788" y="3320413"/>
              <a:ext cx="1151890" cy="934085"/>
            </a:xfrm>
            <a:custGeom>
              <a:avLst/>
              <a:gdLst/>
              <a:ahLst/>
              <a:cxnLst/>
              <a:rect l="l" t="t" r="r" b="b"/>
              <a:pathLst>
                <a:path w="1151889" h="934085">
                  <a:moveTo>
                    <a:pt x="0" y="504735"/>
                  </a:moveTo>
                  <a:lnTo>
                    <a:pt x="2862" y="556615"/>
                  </a:lnTo>
                  <a:lnTo>
                    <a:pt x="11185" y="607126"/>
                  </a:lnTo>
                  <a:lnTo>
                    <a:pt x="24571" y="655783"/>
                  </a:lnTo>
                  <a:lnTo>
                    <a:pt x="42624" y="702102"/>
                  </a:lnTo>
                  <a:lnTo>
                    <a:pt x="64946" y="745601"/>
                  </a:lnTo>
                  <a:lnTo>
                    <a:pt x="91142" y="785794"/>
                  </a:lnTo>
                  <a:lnTo>
                    <a:pt x="120814" y="822198"/>
                  </a:lnTo>
                  <a:lnTo>
                    <a:pt x="153565" y="854329"/>
                  </a:lnTo>
                  <a:lnTo>
                    <a:pt x="188998" y="881703"/>
                  </a:lnTo>
                  <a:lnTo>
                    <a:pt x="226718" y="903837"/>
                  </a:lnTo>
                  <a:lnTo>
                    <a:pt x="266326" y="920245"/>
                  </a:lnTo>
                  <a:lnTo>
                    <a:pt x="307427" y="930445"/>
                  </a:lnTo>
                  <a:lnTo>
                    <a:pt x="349623" y="933953"/>
                  </a:lnTo>
                  <a:lnTo>
                    <a:pt x="802330" y="933953"/>
                  </a:lnTo>
                  <a:lnTo>
                    <a:pt x="844522" y="930445"/>
                  </a:lnTo>
                  <a:lnTo>
                    <a:pt x="885613" y="920245"/>
                  </a:lnTo>
                  <a:lnTo>
                    <a:pt x="925207" y="903837"/>
                  </a:lnTo>
                  <a:lnTo>
                    <a:pt x="962908" y="881703"/>
                  </a:lnTo>
                  <a:lnTo>
                    <a:pt x="998320" y="854329"/>
                  </a:lnTo>
                  <a:lnTo>
                    <a:pt x="1031048" y="822198"/>
                  </a:lnTo>
                  <a:lnTo>
                    <a:pt x="1060696" y="785794"/>
                  </a:lnTo>
                  <a:lnTo>
                    <a:pt x="1086869" y="745601"/>
                  </a:lnTo>
                  <a:lnTo>
                    <a:pt x="1109170" y="702102"/>
                  </a:lnTo>
                  <a:lnTo>
                    <a:pt x="1127204" y="655783"/>
                  </a:lnTo>
                  <a:lnTo>
                    <a:pt x="1140576" y="607126"/>
                  </a:lnTo>
                  <a:lnTo>
                    <a:pt x="1148889" y="556615"/>
                  </a:lnTo>
                  <a:lnTo>
                    <a:pt x="1151748" y="504735"/>
                  </a:lnTo>
                  <a:lnTo>
                    <a:pt x="1151748" y="429217"/>
                  </a:lnTo>
                  <a:lnTo>
                    <a:pt x="1148889" y="377337"/>
                  </a:lnTo>
                  <a:lnTo>
                    <a:pt x="1140576" y="326827"/>
                  </a:lnTo>
                  <a:lnTo>
                    <a:pt x="1127204" y="278170"/>
                  </a:lnTo>
                  <a:lnTo>
                    <a:pt x="1109170" y="231850"/>
                  </a:lnTo>
                  <a:lnTo>
                    <a:pt x="1086869" y="188352"/>
                  </a:lnTo>
                  <a:lnTo>
                    <a:pt x="1060696" y="148159"/>
                  </a:lnTo>
                  <a:lnTo>
                    <a:pt x="1031048" y="111754"/>
                  </a:lnTo>
                  <a:lnTo>
                    <a:pt x="998320" y="79623"/>
                  </a:lnTo>
                  <a:lnTo>
                    <a:pt x="962908" y="52249"/>
                  </a:lnTo>
                  <a:lnTo>
                    <a:pt x="925207" y="30116"/>
                  </a:lnTo>
                  <a:lnTo>
                    <a:pt x="885613" y="13707"/>
                  </a:lnTo>
                  <a:lnTo>
                    <a:pt x="844522" y="3507"/>
                  </a:lnTo>
                  <a:lnTo>
                    <a:pt x="802330" y="0"/>
                  </a:lnTo>
                  <a:lnTo>
                    <a:pt x="349623" y="0"/>
                  </a:lnTo>
                  <a:lnTo>
                    <a:pt x="307427" y="3507"/>
                  </a:lnTo>
                  <a:lnTo>
                    <a:pt x="266326" y="13707"/>
                  </a:lnTo>
                  <a:lnTo>
                    <a:pt x="226718" y="30116"/>
                  </a:lnTo>
                  <a:lnTo>
                    <a:pt x="188998" y="52249"/>
                  </a:lnTo>
                  <a:lnTo>
                    <a:pt x="153565" y="79623"/>
                  </a:lnTo>
                  <a:lnTo>
                    <a:pt x="120814" y="111754"/>
                  </a:lnTo>
                  <a:lnTo>
                    <a:pt x="91142" y="148159"/>
                  </a:lnTo>
                  <a:lnTo>
                    <a:pt x="64946" y="188352"/>
                  </a:lnTo>
                  <a:lnTo>
                    <a:pt x="42623" y="231850"/>
                  </a:lnTo>
                  <a:lnTo>
                    <a:pt x="24571" y="278170"/>
                  </a:lnTo>
                  <a:lnTo>
                    <a:pt x="11185" y="326827"/>
                  </a:lnTo>
                  <a:lnTo>
                    <a:pt x="2862" y="377337"/>
                  </a:lnTo>
                  <a:lnTo>
                    <a:pt x="0" y="429217"/>
                  </a:lnTo>
                  <a:lnTo>
                    <a:pt x="0" y="504735"/>
                  </a:lnTo>
                </a:path>
              </a:pathLst>
            </a:custGeom>
            <a:ln w="46283">
              <a:solidFill>
                <a:srgbClr val="000000"/>
              </a:solidFill>
            </a:ln>
          </p:spPr>
          <p:txBody>
            <a:bodyPr wrap="square" lIns="0" tIns="0" rIns="0" bIns="0" rtlCol="0"/>
            <a:lstStyle/>
            <a:p>
              <a:endParaRPr/>
            </a:p>
          </p:txBody>
        </p:sp>
      </p:grpSp>
      <p:sp>
        <p:nvSpPr>
          <p:cNvPr id="13" name="object 13"/>
          <p:cNvSpPr txBox="1"/>
          <p:nvPr/>
        </p:nvSpPr>
        <p:spPr>
          <a:xfrm>
            <a:off x="3577544" y="3358124"/>
            <a:ext cx="755650" cy="803275"/>
          </a:xfrm>
          <a:prstGeom prst="rect">
            <a:avLst/>
          </a:prstGeom>
        </p:spPr>
        <p:txBody>
          <a:bodyPr vert="horz" wrap="square" lIns="0" tIns="31750" rIns="0" bIns="0" rtlCol="0">
            <a:spAutoFit/>
          </a:bodyPr>
          <a:lstStyle/>
          <a:p>
            <a:pPr marL="12700" marR="5080" algn="just">
              <a:lnSpc>
                <a:spcPct val="94600"/>
              </a:lnSpc>
              <a:spcBef>
                <a:spcPts val="250"/>
              </a:spcBef>
            </a:pPr>
            <a:r>
              <a:rPr sz="1750" spc="-130" dirty="0">
                <a:latin typeface="Times New Roman"/>
                <a:cs typeface="Times New Roman"/>
              </a:rPr>
              <a:t>Construct </a:t>
            </a:r>
            <a:r>
              <a:rPr sz="1750" spc="-135" dirty="0">
                <a:latin typeface="Times New Roman"/>
                <a:cs typeface="Times New Roman"/>
              </a:rPr>
              <a:t>structured </a:t>
            </a:r>
            <a:r>
              <a:rPr sz="1750" spc="-40" dirty="0">
                <a:latin typeface="Times New Roman"/>
                <a:cs typeface="Times New Roman"/>
              </a:rPr>
              <a:t>program</a:t>
            </a:r>
            <a:endParaRPr sz="1750">
              <a:latin typeface="Times New Roman"/>
              <a:cs typeface="Times New Roman"/>
            </a:endParaRPr>
          </a:p>
        </p:txBody>
      </p:sp>
      <p:grpSp>
        <p:nvGrpSpPr>
          <p:cNvPr id="14" name="object 14"/>
          <p:cNvGrpSpPr/>
          <p:nvPr/>
        </p:nvGrpSpPr>
        <p:grpSpPr>
          <a:xfrm>
            <a:off x="1716236" y="3296601"/>
            <a:ext cx="1219835" cy="981710"/>
            <a:chOff x="1716236" y="3296601"/>
            <a:chExt cx="1219835" cy="981710"/>
          </a:xfrm>
        </p:grpSpPr>
        <p:sp>
          <p:nvSpPr>
            <p:cNvPr id="15" name="object 15"/>
            <p:cNvSpPr/>
            <p:nvPr/>
          </p:nvSpPr>
          <p:spPr>
            <a:xfrm>
              <a:off x="1740039" y="3320414"/>
              <a:ext cx="1172210" cy="934085"/>
            </a:xfrm>
            <a:custGeom>
              <a:avLst/>
              <a:gdLst/>
              <a:ahLst/>
              <a:cxnLst/>
              <a:rect l="l" t="t" r="r" b="b"/>
              <a:pathLst>
                <a:path w="1172210" h="934085">
                  <a:moveTo>
                    <a:pt x="1089672" y="757682"/>
                  </a:moveTo>
                  <a:lnTo>
                    <a:pt x="82410" y="757682"/>
                  </a:lnTo>
                  <a:lnTo>
                    <a:pt x="82410" y="782866"/>
                  </a:lnTo>
                  <a:lnTo>
                    <a:pt x="102755" y="782866"/>
                  </a:lnTo>
                  <a:lnTo>
                    <a:pt x="102755" y="808062"/>
                  </a:lnTo>
                  <a:lnTo>
                    <a:pt x="102755" y="833259"/>
                  </a:lnTo>
                  <a:lnTo>
                    <a:pt x="143954" y="833259"/>
                  </a:lnTo>
                  <a:lnTo>
                    <a:pt x="143954" y="857859"/>
                  </a:lnTo>
                  <a:lnTo>
                    <a:pt x="185166" y="857859"/>
                  </a:lnTo>
                  <a:lnTo>
                    <a:pt x="185166" y="883437"/>
                  </a:lnTo>
                  <a:lnTo>
                    <a:pt x="205511" y="883437"/>
                  </a:lnTo>
                  <a:lnTo>
                    <a:pt x="205511" y="908405"/>
                  </a:lnTo>
                  <a:lnTo>
                    <a:pt x="287921" y="908405"/>
                  </a:lnTo>
                  <a:lnTo>
                    <a:pt x="287921" y="933958"/>
                  </a:lnTo>
                  <a:lnTo>
                    <a:pt x="884123" y="933958"/>
                  </a:lnTo>
                  <a:lnTo>
                    <a:pt x="884123" y="908405"/>
                  </a:lnTo>
                  <a:lnTo>
                    <a:pt x="945603" y="908405"/>
                  </a:lnTo>
                  <a:lnTo>
                    <a:pt x="945603" y="883437"/>
                  </a:lnTo>
                  <a:lnTo>
                    <a:pt x="987005" y="883437"/>
                  </a:lnTo>
                  <a:lnTo>
                    <a:pt x="987005" y="857859"/>
                  </a:lnTo>
                  <a:lnTo>
                    <a:pt x="1028192" y="857859"/>
                  </a:lnTo>
                  <a:lnTo>
                    <a:pt x="1028192" y="833259"/>
                  </a:lnTo>
                  <a:lnTo>
                    <a:pt x="1068768" y="833259"/>
                  </a:lnTo>
                  <a:lnTo>
                    <a:pt x="1068768" y="808062"/>
                  </a:lnTo>
                  <a:lnTo>
                    <a:pt x="1089672" y="808062"/>
                  </a:lnTo>
                  <a:lnTo>
                    <a:pt x="1089672" y="782866"/>
                  </a:lnTo>
                  <a:lnTo>
                    <a:pt x="1089672" y="757682"/>
                  </a:lnTo>
                  <a:close/>
                </a:path>
                <a:path w="1172210" h="934085">
                  <a:moveTo>
                    <a:pt x="1171651" y="378421"/>
                  </a:moveTo>
                  <a:lnTo>
                    <a:pt x="1151153" y="378421"/>
                  </a:lnTo>
                  <a:lnTo>
                    <a:pt x="1151153" y="277660"/>
                  </a:lnTo>
                  <a:lnTo>
                    <a:pt x="1130871" y="277660"/>
                  </a:lnTo>
                  <a:lnTo>
                    <a:pt x="1130871" y="252463"/>
                  </a:lnTo>
                  <a:lnTo>
                    <a:pt x="1130871" y="227266"/>
                  </a:lnTo>
                  <a:lnTo>
                    <a:pt x="1109967" y="227266"/>
                  </a:lnTo>
                  <a:lnTo>
                    <a:pt x="1109967" y="202082"/>
                  </a:lnTo>
                  <a:lnTo>
                    <a:pt x="1109967" y="176885"/>
                  </a:lnTo>
                  <a:lnTo>
                    <a:pt x="1089672" y="176885"/>
                  </a:lnTo>
                  <a:lnTo>
                    <a:pt x="1089672" y="151701"/>
                  </a:lnTo>
                  <a:lnTo>
                    <a:pt x="1068768" y="151701"/>
                  </a:lnTo>
                  <a:lnTo>
                    <a:pt x="1068768" y="126504"/>
                  </a:lnTo>
                  <a:lnTo>
                    <a:pt x="1048486" y="126504"/>
                  </a:lnTo>
                  <a:lnTo>
                    <a:pt x="1048486" y="101066"/>
                  </a:lnTo>
                  <a:lnTo>
                    <a:pt x="1007287" y="101066"/>
                  </a:lnTo>
                  <a:lnTo>
                    <a:pt x="1007287" y="76098"/>
                  </a:lnTo>
                  <a:lnTo>
                    <a:pt x="987005" y="76098"/>
                  </a:lnTo>
                  <a:lnTo>
                    <a:pt x="987005" y="50520"/>
                  </a:lnTo>
                  <a:lnTo>
                    <a:pt x="945603" y="50520"/>
                  </a:lnTo>
                  <a:lnTo>
                    <a:pt x="945603" y="25552"/>
                  </a:lnTo>
                  <a:lnTo>
                    <a:pt x="822032" y="25552"/>
                  </a:lnTo>
                  <a:lnTo>
                    <a:pt x="822032" y="0"/>
                  </a:lnTo>
                  <a:lnTo>
                    <a:pt x="349478" y="0"/>
                  </a:lnTo>
                  <a:lnTo>
                    <a:pt x="349478" y="25552"/>
                  </a:lnTo>
                  <a:lnTo>
                    <a:pt x="205511" y="25552"/>
                  </a:lnTo>
                  <a:lnTo>
                    <a:pt x="205511" y="50520"/>
                  </a:lnTo>
                  <a:lnTo>
                    <a:pt x="185166" y="50520"/>
                  </a:lnTo>
                  <a:lnTo>
                    <a:pt x="185166" y="76098"/>
                  </a:lnTo>
                  <a:lnTo>
                    <a:pt x="164325" y="76098"/>
                  </a:lnTo>
                  <a:lnTo>
                    <a:pt x="164325" y="101066"/>
                  </a:lnTo>
                  <a:lnTo>
                    <a:pt x="143954" y="101066"/>
                  </a:lnTo>
                  <a:lnTo>
                    <a:pt x="143954" y="126504"/>
                  </a:lnTo>
                  <a:lnTo>
                    <a:pt x="102755" y="126504"/>
                  </a:lnTo>
                  <a:lnTo>
                    <a:pt x="102755" y="151701"/>
                  </a:lnTo>
                  <a:lnTo>
                    <a:pt x="102755" y="176885"/>
                  </a:lnTo>
                  <a:lnTo>
                    <a:pt x="82410" y="176885"/>
                  </a:lnTo>
                  <a:lnTo>
                    <a:pt x="82410" y="202082"/>
                  </a:lnTo>
                  <a:lnTo>
                    <a:pt x="61544" y="202082"/>
                  </a:lnTo>
                  <a:lnTo>
                    <a:pt x="61544" y="227266"/>
                  </a:lnTo>
                  <a:lnTo>
                    <a:pt x="41198" y="227266"/>
                  </a:lnTo>
                  <a:lnTo>
                    <a:pt x="41198" y="252463"/>
                  </a:lnTo>
                  <a:lnTo>
                    <a:pt x="20358" y="252463"/>
                  </a:lnTo>
                  <a:lnTo>
                    <a:pt x="20358" y="277660"/>
                  </a:lnTo>
                  <a:lnTo>
                    <a:pt x="20358" y="378421"/>
                  </a:lnTo>
                  <a:lnTo>
                    <a:pt x="20358" y="403606"/>
                  </a:lnTo>
                  <a:lnTo>
                    <a:pt x="0" y="403606"/>
                  </a:lnTo>
                  <a:lnTo>
                    <a:pt x="0" y="530961"/>
                  </a:lnTo>
                  <a:lnTo>
                    <a:pt x="20358" y="530961"/>
                  </a:lnTo>
                  <a:lnTo>
                    <a:pt x="20358" y="554748"/>
                  </a:lnTo>
                  <a:lnTo>
                    <a:pt x="20358" y="656920"/>
                  </a:lnTo>
                  <a:lnTo>
                    <a:pt x="20358" y="680707"/>
                  </a:lnTo>
                  <a:lnTo>
                    <a:pt x="41198" y="680707"/>
                  </a:lnTo>
                  <a:lnTo>
                    <a:pt x="41198" y="707301"/>
                  </a:lnTo>
                  <a:lnTo>
                    <a:pt x="61544" y="707301"/>
                  </a:lnTo>
                  <a:lnTo>
                    <a:pt x="61544" y="757402"/>
                  </a:lnTo>
                  <a:lnTo>
                    <a:pt x="1109967" y="757402"/>
                  </a:lnTo>
                  <a:lnTo>
                    <a:pt x="1109967" y="707301"/>
                  </a:lnTo>
                  <a:lnTo>
                    <a:pt x="1130871" y="707301"/>
                  </a:lnTo>
                  <a:lnTo>
                    <a:pt x="1130871" y="680707"/>
                  </a:lnTo>
                  <a:lnTo>
                    <a:pt x="1130871" y="656920"/>
                  </a:lnTo>
                  <a:lnTo>
                    <a:pt x="1151153" y="656920"/>
                  </a:lnTo>
                  <a:lnTo>
                    <a:pt x="1151153" y="554748"/>
                  </a:lnTo>
                  <a:lnTo>
                    <a:pt x="1171651" y="554748"/>
                  </a:lnTo>
                  <a:lnTo>
                    <a:pt x="1171651" y="530961"/>
                  </a:lnTo>
                  <a:lnTo>
                    <a:pt x="1171651" y="403606"/>
                  </a:lnTo>
                  <a:lnTo>
                    <a:pt x="1171651" y="378421"/>
                  </a:lnTo>
                  <a:close/>
                </a:path>
              </a:pathLst>
            </a:custGeom>
            <a:solidFill>
              <a:srgbClr val="D7E7F1"/>
            </a:solidFill>
          </p:spPr>
          <p:txBody>
            <a:bodyPr wrap="square" lIns="0" tIns="0" rIns="0" bIns="0" rtlCol="0"/>
            <a:lstStyle/>
            <a:p>
              <a:endParaRPr/>
            </a:p>
          </p:txBody>
        </p:sp>
        <p:pic>
          <p:nvPicPr>
            <p:cNvPr id="16" name="object 16"/>
            <p:cNvPicPr/>
            <p:nvPr/>
          </p:nvPicPr>
          <p:blipFill>
            <a:blip r:embed="rId3" cstate="print"/>
            <a:stretch>
              <a:fillRect/>
            </a:stretch>
          </p:blipFill>
          <p:spPr>
            <a:xfrm>
              <a:off x="1740048" y="3320413"/>
              <a:ext cx="1151154" cy="933953"/>
            </a:xfrm>
            <a:prstGeom prst="rect">
              <a:avLst/>
            </a:prstGeom>
          </p:spPr>
        </p:pic>
        <p:sp>
          <p:nvSpPr>
            <p:cNvPr id="17" name="object 17"/>
            <p:cNvSpPr/>
            <p:nvPr/>
          </p:nvSpPr>
          <p:spPr>
            <a:xfrm>
              <a:off x="2274750" y="3724081"/>
              <a:ext cx="61594" cy="76200"/>
            </a:xfrm>
            <a:custGeom>
              <a:avLst/>
              <a:gdLst/>
              <a:ahLst/>
              <a:cxnLst/>
              <a:rect l="l" t="t" r="r" b="b"/>
              <a:pathLst>
                <a:path w="61594" h="76200">
                  <a:moveTo>
                    <a:pt x="20288" y="0"/>
                  </a:moveTo>
                  <a:lnTo>
                    <a:pt x="8559" y="399"/>
                  </a:lnTo>
                  <a:lnTo>
                    <a:pt x="2536" y="3193"/>
                  </a:lnTo>
                  <a:lnTo>
                    <a:pt x="317" y="10778"/>
                  </a:lnTo>
                  <a:lnTo>
                    <a:pt x="0" y="25549"/>
                  </a:lnTo>
                  <a:lnTo>
                    <a:pt x="317" y="43982"/>
                  </a:lnTo>
                  <a:lnTo>
                    <a:pt x="2536" y="60187"/>
                  </a:lnTo>
                  <a:lnTo>
                    <a:pt x="8559" y="71710"/>
                  </a:lnTo>
                  <a:lnTo>
                    <a:pt x="20288" y="76096"/>
                  </a:lnTo>
                  <a:lnTo>
                    <a:pt x="35284" y="71710"/>
                  </a:lnTo>
                  <a:lnTo>
                    <a:pt x="48493" y="60187"/>
                  </a:lnTo>
                  <a:lnTo>
                    <a:pt x="57898" y="43982"/>
                  </a:lnTo>
                  <a:lnTo>
                    <a:pt x="61481" y="25549"/>
                  </a:lnTo>
                  <a:lnTo>
                    <a:pt x="57898" y="10778"/>
                  </a:lnTo>
                  <a:lnTo>
                    <a:pt x="48493" y="3193"/>
                  </a:lnTo>
                  <a:lnTo>
                    <a:pt x="35284" y="399"/>
                  </a:lnTo>
                  <a:lnTo>
                    <a:pt x="20288" y="0"/>
                  </a:lnTo>
                  <a:close/>
                </a:path>
              </a:pathLst>
            </a:custGeom>
            <a:solidFill>
              <a:srgbClr val="FFFFFF"/>
            </a:solidFill>
          </p:spPr>
          <p:txBody>
            <a:bodyPr wrap="square" lIns="0" tIns="0" rIns="0" bIns="0" rtlCol="0"/>
            <a:lstStyle/>
            <a:p>
              <a:endParaRPr/>
            </a:p>
          </p:txBody>
        </p:sp>
        <p:sp>
          <p:nvSpPr>
            <p:cNvPr id="18" name="object 18"/>
            <p:cNvSpPr/>
            <p:nvPr/>
          </p:nvSpPr>
          <p:spPr>
            <a:xfrm>
              <a:off x="1740048" y="3320413"/>
              <a:ext cx="1172210" cy="934085"/>
            </a:xfrm>
            <a:custGeom>
              <a:avLst/>
              <a:gdLst/>
              <a:ahLst/>
              <a:cxnLst/>
              <a:rect l="l" t="t" r="r" b="b"/>
              <a:pathLst>
                <a:path w="1172210" h="934085">
                  <a:moveTo>
                    <a:pt x="0" y="504735"/>
                  </a:moveTo>
                  <a:lnTo>
                    <a:pt x="2851" y="556615"/>
                  </a:lnTo>
                  <a:lnTo>
                    <a:pt x="11145" y="607126"/>
                  </a:lnTo>
                  <a:lnTo>
                    <a:pt x="24488" y="655783"/>
                  </a:lnTo>
                  <a:lnTo>
                    <a:pt x="42490" y="702102"/>
                  </a:lnTo>
                  <a:lnTo>
                    <a:pt x="64759" y="745601"/>
                  </a:lnTo>
                  <a:lnTo>
                    <a:pt x="90902" y="785794"/>
                  </a:lnTo>
                  <a:lnTo>
                    <a:pt x="120528" y="822198"/>
                  </a:lnTo>
                  <a:lnTo>
                    <a:pt x="153245" y="854329"/>
                  </a:lnTo>
                  <a:lnTo>
                    <a:pt x="188661" y="881703"/>
                  </a:lnTo>
                  <a:lnTo>
                    <a:pt x="226384" y="903837"/>
                  </a:lnTo>
                  <a:lnTo>
                    <a:pt x="266023" y="920245"/>
                  </a:lnTo>
                  <a:lnTo>
                    <a:pt x="307185" y="930445"/>
                  </a:lnTo>
                  <a:lnTo>
                    <a:pt x="349479" y="933953"/>
                  </a:lnTo>
                  <a:lnTo>
                    <a:pt x="822024" y="933953"/>
                  </a:lnTo>
                  <a:lnTo>
                    <a:pt x="864341" y="930445"/>
                  </a:lnTo>
                  <a:lnTo>
                    <a:pt x="905524" y="920245"/>
                  </a:lnTo>
                  <a:lnTo>
                    <a:pt x="945181" y="903837"/>
                  </a:lnTo>
                  <a:lnTo>
                    <a:pt x="982920" y="881703"/>
                  </a:lnTo>
                  <a:lnTo>
                    <a:pt x="1018351" y="854329"/>
                  </a:lnTo>
                  <a:lnTo>
                    <a:pt x="1051080" y="822198"/>
                  </a:lnTo>
                  <a:lnTo>
                    <a:pt x="1080717" y="785794"/>
                  </a:lnTo>
                  <a:lnTo>
                    <a:pt x="1106869" y="745601"/>
                  </a:lnTo>
                  <a:lnTo>
                    <a:pt x="1129144" y="702102"/>
                  </a:lnTo>
                  <a:lnTo>
                    <a:pt x="1147152" y="655783"/>
                  </a:lnTo>
                  <a:lnTo>
                    <a:pt x="1160499" y="607126"/>
                  </a:lnTo>
                  <a:lnTo>
                    <a:pt x="1168795" y="556615"/>
                  </a:lnTo>
                  <a:lnTo>
                    <a:pt x="1171647" y="504735"/>
                  </a:lnTo>
                  <a:lnTo>
                    <a:pt x="1171647" y="429217"/>
                  </a:lnTo>
                  <a:lnTo>
                    <a:pt x="1168795" y="377337"/>
                  </a:lnTo>
                  <a:lnTo>
                    <a:pt x="1160499" y="326827"/>
                  </a:lnTo>
                  <a:lnTo>
                    <a:pt x="1147152" y="278170"/>
                  </a:lnTo>
                  <a:lnTo>
                    <a:pt x="1129144" y="231850"/>
                  </a:lnTo>
                  <a:lnTo>
                    <a:pt x="1106869" y="188352"/>
                  </a:lnTo>
                  <a:lnTo>
                    <a:pt x="1080717" y="148159"/>
                  </a:lnTo>
                  <a:lnTo>
                    <a:pt x="1051080" y="111754"/>
                  </a:lnTo>
                  <a:lnTo>
                    <a:pt x="1018351" y="79623"/>
                  </a:lnTo>
                  <a:lnTo>
                    <a:pt x="982920" y="52249"/>
                  </a:lnTo>
                  <a:lnTo>
                    <a:pt x="945181" y="30116"/>
                  </a:lnTo>
                  <a:lnTo>
                    <a:pt x="905524" y="13707"/>
                  </a:lnTo>
                  <a:lnTo>
                    <a:pt x="864341" y="3507"/>
                  </a:lnTo>
                  <a:lnTo>
                    <a:pt x="822024" y="0"/>
                  </a:lnTo>
                  <a:lnTo>
                    <a:pt x="349479" y="0"/>
                  </a:lnTo>
                  <a:lnTo>
                    <a:pt x="307185" y="3507"/>
                  </a:lnTo>
                  <a:lnTo>
                    <a:pt x="266023" y="13707"/>
                  </a:lnTo>
                  <a:lnTo>
                    <a:pt x="226384" y="30116"/>
                  </a:lnTo>
                  <a:lnTo>
                    <a:pt x="188661" y="52249"/>
                  </a:lnTo>
                  <a:lnTo>
                    <a:pt x="153245" y="79623"/>
                  </a:lnTo>
                  <a:lnTo>
                    <a:pt x="120528" y="111754"/>
                  </a:lnTo>
                  <a:lnTo>
                    <a:pt x="90902" y="148159"/>
                  </a:lnTo>
                  <a:lnTo>
                    <a:pt x="64759" y="188352"/>
                  </a:lnTo>
                  <a:lnTo>
                    <a:pt x="42490" y="231850"/>
                  </a:lnTo>
                  <a:lnTo>
                    <a:pt x="24488" y="278170"/>
                  </a:lnTo>
                  <a:lnTo>
                    <a:pt x="11145" y="326827"/>
                  </a:lnTo>
                  <a:lnTo>
                    <a:pt x="2851" y="377337"/>
                  </a:lnTo>
                  <a:lnTo>
                    <a:pt x="0" y="429217"/>
                  </a:lnTo>
                  <a:lnTo>
                    <a:pt x="0" y="504735"/>
                  </a:lnTo>
                </a:path>
              </a:pathLst>
            </a:custGeom>
            <a:ln w="46358">
              <a:solidFill>
                <a:srgbClr val="000000"/>
              </a:solidFill>
            </a:ln>
          </p:spPr>
          <p:txBody>
            <a:bodyPr wrap="square" lIns="0" tIns="0" rIns="0" bIns="0" rtlCol="0"/>
            <a:lstStyle/>
            <a:p>
              <a:endParaRPr/>
            </a:p>
          </p:txBody>
        </p:sp>
      </p:grpSp>
      <p:sp>
        <p:nvSpPr>
          <p:cNvPr id="19" name="object 19"/>
          <p:cNvSpPr txBox="1"/>
          <p:nvPr/>
        </p:nvSpPr>
        <p:spPr>
          <a:xfrm>
            <a:off x="2056478" y="3358124"/>
            <a:ext cx="518795" cy="298450"/>
          </a:xfrm>
          <a:prstGeom prst="rect">
            <a:avLst/>
          </a:prstGeom>
        </p:spPr>
        <p:txBody>
          <a:bodyPr vert="horz" wrap="square" lIns="0" tIns="17780" rIns="0" bIns="0" rtlCol="0">
            <a:spAutoFit/>
          </a:bodyPr>
          <a:lstStyle/>
          <a:p>
            <a:pPr marL="12700">
              <a:lnSpc>
                <a:spcPct val="100000"/>
              </a:lnSpc>
              <a:spcBef>
                <a:spcPts val="140"/>
              </a:spcBef>
            </a:pPr>
            <a:r>
              <a:rPr sz="1750" spc="-145" dirty="0">
                <a:latin typeface="Times New Roman"/>
                <a:cs typeface="Times New Roman"/>
              </a:rPr>
              <a:t>Define</a:t>
            </a:r>
            <a:endParaRPr sz="1750">
              <a:latin typeface="Times New Roman"/>
              <a:cs typeface="Times New Roman"/>
            </a:endParaRPr>
          </a:p>
        </p:txBody>
      </p:sp>
      <p:sp>
        <p:nvSpPr>
          <p:cNvPr id="20" name="object 20"/>
          <p:cNvSpPr txBox="1"/>
          <p:nvPr/>
        </p:nvSpPr>
        <p:spPr>
          <a:xfrm>
            <a:off x="1780995" y="3610781"/>
            <a:ext cx="1130935" cy="298450"/>
          </a:xfrm>
          <a:prstGeom prst="rect">
            <a:avLst/>
          </a:prstGeom>
        </p:spPr>
        <p:txBody>
          <a:bodyPr vert="horz" wrap="square" lIns="0" tIns="17780" rIns="0" bIns="0" rtlCol="0">
            <a:spAutoFit/>
          </a:bodyPr>
          <a:lstStyle/>
          <a:p>
            <a:pPr marL="226060">
              <a:lnSpc>
                <a:spcPct val="100000"/>
              </a:lnSpc>
              <a:spcBef>
                <a:spcPts val="140"/>
              </a:spcBef>
            </a:pPr>
            <a:r>
              <a:rPr sz="1750" spc="-20" dirty="0">
                <a:latin typeface="Times New Roman"/>
                <a:cs typeface="Times New Roman"/>
              </a:rPr>
              <a:t>software</a:t>
            </a:r>
            <a:endParaRPr sz="1750">
              <a:latin typeface="Times New Roman"/>
              <a:cs typeface="Times New Roman"/>
            </a:endParaRPr>
          </a:p>
        </p:txBody>
      </p:sp>
      <p:sp>
        <p:nvSpPr>
          <p:cNvPr id="21" name="object 21"/>
          <p:cNvSpPr txBox="1"/>
          <p:nvPr/>
        </p:nvSpPr>
        <p:spPr>
          <a:xfrm>
            <a:off x="1912509" y="3862860"/>
            <a:ext cx="837565" cy="298450"/>
          </a:xfrm>
          <a:prstGeom prst="rect">
            <a:avLst/>
          </a:prstGeom>
        </p:spPr>
        <p:txBody>
          <a:bodyPr vert="horz" wrap="square" lIns="0" tIns="17780" rIns="0" bIns="0" rtlCol="0">
            <a:spAutoFit/>
          </a:bodyPr>
          <a:lstStyle/>
          <a:p>
            <a:pPr marL="12700">
              <a:lnSpc>
                <a:spcPct val="100000"/>
              </a:lnSpc>
              <a:spcBef>
                <a:spcPts val="140"/>
              </a:spcBef>
            </a:pPr>
            <a:r>
              <a:rPr sz="1750" spc="-130" dirty="0">
                <a:latin typeface="Times New Roman"/>
                <a:cs typeface="Times New Roman"/>
              </a:rPr>
              <a:t>increments</a:t>
            </a:r>
            <a:endParaRPr sz="1750">
              <a:latin typeface="Times New Roman"/>
              <a:cs typeface="Times New Roman"/>
            </a:endParaRPr>
          </a:p>
        </p:txBody>
      </p:sp>
      <p:grpSp>
        <p:nvGrpSpPr>
          <p:cNvPr id="22" name="object 22"/>
          <p:cNvGrpSpPr/>
          <p:nvPr/>
        </p:nvGrpSpPr>
        <p:grpSpPr>
          <a:xfrm>
            <a:off x="4964310" y="3296601"/>
            <a:ext cx="1219835" cy="981710"/>
            <a:chOff x="4964310" y="3296601"/>
            <a:chExt cx="1219835" cy="981710"/>
          </a:xfrm>
        </p:grpSpPr>
        <p:sp>
          <p:nvSpPr>
            <p:cNvPr id="23" name="object 23"/>
            <p:cNvSpPr/>
            <p:nvPr/>
          </p:nvSpPr>
          <p:spPr>
            <a:xfrm>
              <a:off x="4988115" y="3320414"/>
              <a:ext cx="1172210" cy="934085"/>
            </a:xfrm>
            <a:custGeom>
              <a:avLst/>
              <a:gdLst/>
              <a:ahLst/>
              <a:cxnLst/>
              <a:rect l="l" t="t" r="r" b="b"/>
              <a:pathLst>
                <a:path w="1172210" h="934085">
                  <a:moveTo>
                    <a:pt x="1089647" y="757682"/>
                  </a:moveTo>
                  <a:lnTo>
                    <a:pt x="82384" y="757682"/>
                  </a:lnTo>
                  <a:lnTo>
                    <a:pt x="82384" y="782866"/>
                  </a:lnTo>
                  <a:lnTo>
                    <a:pt x="102882" y="782866"/>
                  </a:lnTo>
                  <a:lnTo>
                    <a:pt x="102882" y="808062"/>
                  </a:lnTo>
                  <a:lnTo>
                    <a:pt x="102882" y="833259"/>
                  </a:lnTo>
                  <a:lnTo>
                    <a:pt x="144068" y="833259"/>
                  </a:lnTo>
                  <a:lnTo>
                    <a:pt x="144068" y="857859"/>
                  </a:lnTo>
                  <a:lnTo>
                    <a:pt x="185267" y="857859"/>
                  </a:lnTo>
                  <a:lnTo>
                    <a:pt x="185267" y="883437"/>
                  </a:lnTo>
                  <a:lnTo>
                    <a:pt x="205549" y="883437"/>
                  </a:lnTo>
                  <a:lnTo>
                    <a:pt x="205549" y="908405"/>
                  </a:lnTo>
                  <a:lnTo>
                    <a:pt x="287934" y="908405"/>
                  </a:lnTo>
                  <a:lnTo>
                    <a:pt x="287934" y="933958"/>
                  </a:lnTo>
                  <a:lnTo>
                    <a:pt x="884301" y="933958"/>
                  </a:lnTo>
                  <a:lnTo>
                    <a:pt x="884301" y="908405"/>
                  </a:lnTo>
                  <a:lnTo>
                    <a:pt x="945781" y="908405"/>
                  </a:lnTo>
                  <a:lnTo>
                    <a:pt x="945781" y="883437"/>
                  </a:lnTo>
                  <a:lnTo>
                    <a:pt x="986980" y="883437"/>
                  </a:lnTo>
                  <a:lnTo>
                    <a:pt x="986980" y="857859"/>
                  </a:lnTo>
                  <a:lnTo>
                    <a:pt x="1028166" y="857859"/>
                  </a:lnTo>
                  <a:lnTo>
                    <a:pt x="1028166" y="833259"/>
                  </a:lnTo>
                  <a:lnTo>
                    <a:pt x="1068959" y="833259"/>
                  </a:lnTo>
                  <a:lnTo>
                    <a:pt x="1068959" y="808062"/>
                  </a:lnTo>
                  <a:lnTo>
                    <a:pt x="1089647" y="808062"/>
                  </a:lnTo>
                  <a:lnTo>
                    <a:pt x="1089647" y="782866"/>
                  </a:lnTo>
                  <a:lnTo>
                    <a:pt x="1089647" y="757682"/>
                  </a:lnTo>
                  <a:close/>
                </a:path>
                <a:path w="1172210" h="934085">
                  <a:moveTo>
                    <a:pt x="1171625" y="378421"/>
                  </a:moveTo>
                  <a:lnTo>
                    <a:pt x="1151343" y="378421"/>
                  </a:lnTo>
                  <a:lnTo>
                    <a:pt x="1151343" y="277660"/>
                  </a:lnTo>
                  <a:lnTo>
                    <a:pt x="1131049" y="277660"/>
                  </a:lnTo>
                  <a:lnTo>
                    <a:pt x="1131049" y="252463"/>
                  </a:lnTo>
                  <a:lnTo>
                    <a:pt x="1131049" y="227266"/>
                  </a:lnTo>
                  <a:lnTo>
                    <a:pt x="1110145" y="227266"/>
                  </a:lnTo>
                  <a:lnTo>
                    <a:pt x="1110145" y="202082"/>
                  </a:lnTo>
                  <a:lnTo>
                    <a:pt x="1110145" y="176885"/>
                  </a:lnTo>
                  <a:lnTo>
                    <a:pt x="1089647" y="176885"/>
                  </a:lnTo>
                  <a:lnTo>
                    <a:pt x="1089647" y="151701"/>
                  </a:lnTo>
                  <a:lnTo>
                    <a:pt x="1068959" y="151701"/>
                  </a:lnTo>
                  <a:lnTo>
                    <a:pt x="1068959" y="126504"/>
                  </a:lnTo>
                  <a:lnTo>
                    <a:pt x="1048461" y="126504"/>
                  </a:lnTo>
                  <a:lnTo>
                    <a:pt x="1048461" y="101066"/>
                  </a:lnTo>
                  <a:lnTo>
                    <a:pt x="1007262" y="101066"/>
                  </a:lnTo>
                  <a:lnTo>
                    <a:pt x="1007262" y="76098"/>
                  </a:lnTo>
                  <a:lnTo>
                    <a:pt x="986980" y="76098"/>
                  </a:lnTo>
                  <a:lnTo>
                    <a:pt x="986980" y="50520"/>
                  </a:lnTo>
                  <a:lnTo>
                    <a:pt x="945781" y="50520"/>
                  </a:lnTo>
                  <a:lnTo>
                    <a:pt x="945781" y="25552"/>
                  </a:lnTo>
                  <a:lnTo>
                    <a:pt x="822210" y="25552"/>
                  </a:lnTo>
                  <a:lnTo>
                    <a:pt x="822210" y="0"/>
                  </a:lnTo>
                  <a:lnTo>
                    <a:pt x="349618" y="0"/>
                  </a:lnTo>
                  <a:lnTo>
                    <a:pt x="349618" y="25552"/>
                  </a:lnTo>
                  <a:lnTo>
                    <a:pt x="205549" y="25552"/>
                  </a:lnTo>
                  <a:lnTo>
                    <a:pt x="205549" y="50520"/>
                  </a:lnTo>
                  <a:lnTo>
                    <a:pt x="185267" y="50520"/>
                  </a:lnTo>
                  <a:lnTo>
                    <a:pt x="185267" y="76098"/>
                  </a:lnTo>
                  <a:lnTo>
                    <a:pt x="164363" y="76098"/>
                  </a:lnTo>
                  <a:lnTo>
                    <a:pt x="164363" y="101066"/>
                  </a:lnTo>
                  <a:lnTo>
                    <a:pt x="144068" y="101066"/>
                  </a:lnTo>
                  <a:lnTo>
                    <a:pt x="144068" y="126504"/>
                  </a:lnTo>
                  <a:lnTo>
                    <a:pt x="102882" y="126504"/>
                  </a:lnTo>
                  <a:lnTo>
                    <a:pt x="102882" y="151701"/>
                  </a:lnTo>
                  <a:lnTo>
                    <a:pt x="102882" y="176885"/>
                  </a:lnTo>
                  <a:lnTo>
                    <a:pt x="82384" y="176885"/>
                  </a:lnTo>
                  <a:lnTo>
                    <a:pt x="82384" y="202082"/>
                  </a:lnTo>
                  <a:lnTo>
                    <a:pt x="61683" y="202082"/>
                  </a:lnTo>
                  <a:lnTo>
                    <a:pt x="61683" y="227266"/>
                  </a:lnTo>
                  <a:lnTo>
                    <a:pt x="41198" y="227266"/>
                  </a:lnTo>
                  <a:lnTo>
                    <a:pt x="41198" y="252463"/>
                  </a:lnTo>
                  <a:lnTo>
                    <a:pt x="20497" y="252463"/>
                  </a:lnTo>
                  <a:lnTo>
                    <a:pt x="20497" y="277660"/>
                  </a:lnTo>
                  <a:lnTo>
                    <a:pt x="20497" y="378421"/>
                  </a:lnTo>
                  <a:lnTo>
                    <a:pt x="20497" y="403606"/>
                  </a:lnTo>
                  <a:lnTo>
                    <a:pt x="0" y="403606"/>
                  </a:lnTo>
                  <a:lnTo>
                    <a:pt x="0" y="530961"/>
                  </a:lnTo>
                  <a:lnTo>
                    <a:pt x="20497" y="530961"/>
                  </a:lnTo>
                  <a:lnTo>
                    <a:pt x="20497" y="554748"/>
                  </a:lnTo>
                  <a:lnTo>
                    <a:pt x="20497" y="656920"/>
                  </a:lnTo>
                  <a:lnTo>
                    <a:pt x="20497" y="680707"/>
                  </a:lnTo>
                  <a:lnTo>
                    <a:pt x="41198" y="680707"/>
                  </a:lnTo>
                  <a:lnTo>
                    <a:pt x="41198" y="707301"/>
                  </a:lnTo>
                  <a:lnTo>
                    <a:pt x="61683" y="707301"/>
                  </a:lnTo>
                  <a:lnTo>
                    <a:pt x="61683" y="757402"/>
                  </a:lnTo>
                  <a:lnTo>
                    <a:pt x="1110145" y="757402"/>
                  </a:lnTo>
                  <a:lnTo>
                    <a:pt x="1110145" y="707301"/>
                  </a:lnTo>
                  <a:lnTo>
                    <a:pt x="1131049" y="707301"/>
                  </a:lnTo>
                  <a:lnTo>
                    <a:pt x="1131049" y="680707"/>
                  </a:lnTo>
                  <a:lnTo>
                    <a:pt x="1131049" y="656920"/>
                  </a:lnTo>
                  <a:lnTo>
                    <a:pt x="1151343" y="656920"/>
                  </a:lnTo>
                  <a:lnTo>
                    <a:pt x="1151343" y="554748"/>
                  </a:lnTo>
                  <a:lnTo>
                    <a:pt x="1171625" y="554748"/>
                  </a:lnTo>
                  <a:lnTo>
                    <a:pt x="1171625" y="530961"/>
                  </a:lnTo>
                  <a:lnTo>
                    <a:pt x="1171625" y="403606"/>
                  </a:lnTo>
                  <a:lnTo>
                    <a:pt x="1171625" y="378421"/>
                  </a:lnTo>
                  <a:close/>
                </a:path>
              </a:pathLst>
            </a:custGeom>
            <a:solidFill>
              <a:srgbClr val="D7E7F1"/>
            </a:solidFill>
          </p:spPr>
          <p:txBody>
            <a:bodyPr wrap="square" lIns="0" tIns="0" rIns="0" bIns="0" rtlCol="0"/>
            <a:lstStyle/>
            <a:p>
              <a:endParaRPr/>
            </a:p>
          </p:txBody>
        </p:sp>
        <p:pic>
          <p:nvPicPr>
            <p:cNvPr id="24" name="object 24"/>
            <p:cNvPicPr/>
            <p:nvPr/>
          </p:nvPicPr>
          <p:blipFill>
            <a:blip r:embed="rId4" cstate="print"/>
            <a:stretch>
              <a:fillRect/>
            </a:stretch>
          </p:blipFill>
          <p:spPr>
            <a:xfrm>
              <a:off x="4988122" y="3320413"/>
              <a:ext cx="1151338" cy="933953"/>
            </a:xfrm>
            <a:prstGeom prst="rect">
              <a:avLst/>
            </a:prstGeom>
          </p:spPr>
        </p:pic>
        <p:sp>
          <p:nvSpPr>
            <p:cNvPr id="25" name="object 25"/>
            <p:cNvSpPr/>
            <p:nvPr/>
          </p:nvSpPr>
          <p:spPr>
            <a:xfrm>
              <a:off x="5522804" y="3724081"/>
              <a:ext cx="62230" cy="76200"/>
            </a:xfrm>
            <a:custGeom>
              <a:avLst/>
              <a:gdLst/>
              <a:ahLst/>
              <a:cxnLst/>
              <a:rect l="l" t="t" r="r" b="b"/>
              <a:pathLst>
                <a:path w="62229" h="76200">
                  <a:moveTo>
                    <a:pt x="20493" y="0"/>
                  </a:moveTo>
                  <a:lnTo>
                    <a:pt x="8645" y="399"/>
                  </a:lnTo>
                  <a:lnTo>
                    <a:pt x="2561" y="3193"/>
                  </a:lnTo>
                  <a:lnTo>
                    <a:pt x="320" y="10778"/>
                  </a:lnTo>
                  <a:lnTo>
                    <a:pt x="0" y="25549"/>
                  </a:lnTo>
                  <a:lnTo>
                    <a:pt x="320" y="43982"/>
                  </a:lnTo>
                  <a:lnTo>
                    <a:pt x="2561" y="60187"/>
                  </a:lnTo>
                  <a:lnTo>
                    <a:pt x="8645" y="71710"/>
                  </a:lnTo>
                  <a:lnTo>
                    <a:pt x="20493" y="76096"/>
                  </a:lnTo>
                  <a:lnTo>
                    <a:pt x="35662" y="71710"/>
                  </a:lnTo>
                  <a:lnTo>
                    <a:pt x="48851" y="60187"/>
                  </a:lnTo>
                  <a:lnTo>
                    <a:pt x="58160" y="43982"/>
                  </a:lnTo>
                  <a:lnTo>
                    <a:pt x="61686" y="25549"/>
                  </a:lnTo>
                  <a:lnTo>
                    <a:pt x="58160" y="10778"/>
                  </a:lnTo>
                  <a:lnTo>
                    <a:pt x="48851" y="3193"/>
                  </a:lnTo>
                  <a:lnTo>
                    <a:pt x="35662" y="399"/>
                  </a:lnTo>
                  <a:lnTo>
                    <a:pt x="20493" y="0"/>
                  </a:lnTo>
                  <a:close/>
                </a:path>
              </a:pathLst>
            </a:custGeom>
            <a:solidFill>
              <a:srgbClr val="FFFFFF"/>
            </a:solidFill>
          </p:spPr>
          <p:txBody>
            <a:bodyPr wrap="square" lIns="0" tIns="0" rIns="0" bIns="0" rtlCol="0"/>
            <a:lstStyle/>
            <a:p>
              <a:endParaRPr/>
            </a:p>
          </p:txBody>
        </p:sp>
        <p:sp>
          <p:nvSpPr>
            <p:cNvPr id="26" name="object 26"/>
            <p:cNvSpPr/>
            <p:nvPr/>
          </p:nvSpPr>
          <p:spPr>
            <a:xfrm>
              <a:off x="4988122" y="3320413"/>
              <a:ext cx="1172210" cy="934085"/>
            </a:xfrm>
            <a:custGeom>
              <a:avLst/>
              <a:gdLst/>
              <a:ahLst/>
              <a:cxnLst/>
              <a:rect l="l" t="t" r="r" b="b"/>
              <a:pathLst>
                <a:path w="1172210" h="934085">
                  <a:moveTo>
                    <a:pt x="0" y="504735"/>
                  </a:moveTo>
                  <a:lnTo>
                    <a:pt x="2852" y="556615"/>
                  </a:lnTo>
                  <a:lnTo>
                    <a:pt x="11148" y="607126"/>
                  </a:lnTo>
                  <a:lnTo>
                    <a:pt x="24495" y="655783"/>
                  </a:lnTo>
                  <a:lnTo>
                    <a:pt x="42503" y="702102"/>
                  </a:lnTo>
                  <a:lnTo>
                    <a:pt x="64778" y="745601"/>
                  </a:lnTo>
                  <a:lnTo>
                    <a:pt x="90930" y="785794"/>
                  </a:lnTo>
                  <a:lnTo>
                    <a:pt x="120567" y="822198"/>
                  </a:lnTo>
                  <a:lnTo>
                    <a:pt x="153296" y="854329"/>
                  </a:lnTo>
                  <a:lnTo>
                    <a:pt x="188726" y="881703"/>
                  </a:lnTo>
                  <a:lnTo>
                    <a:pt x="226466" y="903837"/>
                  </a:lnTo>
                  <a:lnTo>
                    <a:pt x="266123" y="920245"/>
                  </a:lnTo>
                  <a:lnTo>
                    <a:pt x="307306" y="930445"/>
                  </a:lnTo>
                  <a:lnTo>
                    <a:pt x="349623" y="933953"/>
                  </a:lnTo>
                  <a:lnTo>
                    <a:pt x="822208" y="933953"/>
                  </a:lnTo>
                  <a:lnTo>
                    <a:pt x="864481" y="930445"/>
                  </a:lnTo>
                  <a:lnTo>
                    <a:pt x="905627" y="920245"/>
                  </a:lnTo>
                  <a:lnTo>
                    <a:pt x="945253" y="903837"/>
                  </a:lnTo>
                  <a:lnTo>
                    <a:pt x="982968" y="881703"/>
                  </a:lnTo>
                  <a:lnTo>
                    <a:pt x="1018378" y="854329"/>
                  </a:lnTo>
                  <a:lnTo>
                    <a:pt x="1051092" y="822198"/>
                  </a:lnTo>
                  <a:lnTo>
                    <a:pt x="1080716" y="785794"/>
                  </a:lnTo>
                  <a:lnTo>
                    <a:pt x="1106860" y="745601"/>
                  </a:lnTo>
                  <a:lnTo>
                    <a:pt x="1129130" y="702102"/>
                  </a:lnTo>
                  <a:lnTo>
                    <a:pt x="1147134" y="655783"/>
                  </a:lnTo>
                  <a:lnTo>
                    <a:pt x="1160479" y="607126"/>
                  </a:lnTo>
                  <a:lnTo>
                    <a:pt x="1168775" y="556615"/>
                  </a:lnTo>
                  <a:lnTo>
                    <a:pt x="1171627" y="504735"/>
                  </a:lnTo>
                  <a:lnTo>
                    <a:pt x="1171627" y="429217"/>
                  </a:lnTo>
                  <a:lnTo>
                    <a:pt x="1168775" y="377337"/>
                  </a:lnTo>
                  <a:lnTo>
                    <a:pt x="1160479" y="326827"/>
                  </a:lnTo>
                  <a:lnTo>
                    <a:pt x="1147134" y="278170"/>
                  </a:lnTo>
                  <a:lnTo>
                    <a:pt x="1129130" y="231850"/>
                  </a:lnTo>
                  <a:lnTo>
                    <a:pt x="1106860" y="188352"/>
                  </a:lnTo>
                  <a:lnTo>
                    <a:pt x="1080716" y="148159"/>
                  </a:lnTo>
                  <a:lnTo>
                    <a:pt x="1051092" y="111754"/>
                  </a:lnTo>
                  <a:lnTo>
                    <a:pt x="1018378" y="79623"/>
                  </a:lnTo>
                  <a:lnTo>
                    <a:pt x="982968" y="52249"/>
                  </a:lnTo>
                  <a:lnTo>
                    <a:pt x="945253" y="30116"/>
                  </a:lnTo>
                  <a:lnTo>
                    <a:pt x="905627" y="13707"/>
                  </a:lnTo>
                  <a:lnTo>
                    <a:pt x="864481" y="3507"/>
                  </a:lnTo>
                  <a:lnTo>
                    <a:pt x="822208" y="0"/>
                  </a:lnTo>
                  <a:lnTo>
                    <a:pt x="349623" y="0"/>
                  </a:lnTo>
                  <a:lnTo>
                    <a:pt x="307306" y="3507"/>
                  </a:lnTo>
                  <a:lnTo>
                    <a:pt x="266123" y="13707"/>
                  </a:lnTo>
                  <a:lnTo>
                    <a:pt x="226466" y="30116"/>
                  </a:lnTo>
                  <a:lnTo>
                    <a:pt x="188726" y="52249"/>
                  </a:lnTo>
                  <a:lnTo>
                    <a:pt x="153296" y="79623"/>
                  </a:lnTo>
                  <a:lnTo>
                    <a:pt x="120567" y="111754"/>
                  </a:lnTo>
                  <a:lnTo>
                    <a:pt x="90930" y="148159"/>
                  </a:lnTo>
                  <a:lnTo>
                    <a:pt x="64778" y="188352"/>
                  </a:lnTo>
                  <a:lnTo>
                    <a:pt x="42503" y="231850"/>
                  </a:lnTo>
                  <a:lnTo>
                    <a:pt x="24495" y="278170"/>
                  </a:lnTo>
                  <a:lnTo>
                    <a:pt x="11148" y="326827"/>
                  </a:lnTo>
                  <a:lnTo>
                    <a:pt x="2852" y="377337"/>
                  </a:lnTo>
                  <a:lnTo>
                    <a:pt x="0" y="429217"/>
                  </a:lnTo>
                  <a:lnTo>
                    <a:pt x="0" y="504735"/>
                  </a:lnTo>
                </a:path>
              </a:pathLst>
            </a:custGeom>
            <a:ln w="46358">
              <a:solidFill>
                <a:srgbClr val="000000"/>
              </a:solidFill>
            </a:ln>
          </p:spPr>
          <p:txBody>
            <a:bodyPr wrap="square" lIns="0" tIns="0" rIns="0" bIns="0" rtlCol="0"/>
            <a:lstStyle/>
            <a:p>
              <a:endParaRPr/>
            </a:p>
          </p:txBody>
        </p:sp>
      </p:grpSp>
      <p:sp>
        <p:nvSpPr>
          <p:cNvPr id="27" name="object 27"/>
          <p:cNvSpPr txBox="1"/>
          <p:nvPr/>
        </p:nvSpPr>
        <p:spPr>
          <a:xfrm>
            <a:off x="4523330" y="3358124"/>
            <a:ext cx="1392555" cy="298450"/>
          </a:xfrm>
          <a:prstGeom prst="rect">
            <a:avLst/>
          </a:prstGeom>
        </p:spPr>
        <p:txBody>
          <a:bodyPr vert="horz" wrap="square" lIns="0" tIns="17780" rIns="0" bIns="0" rtlCol="0">
            <a:spAutoFit/>
          </a:bodyPr>
          <a:lstStyle/>
          <a:p>
            <a:pPr marL="12700">
              <a:lnSpc>
                <a:spcPct val="100000"/>
              </a:lnSpc>
              <a:spcBef>
                <a:spcPts val="140"/>
              </a:spcBef>
              <a:tabLst>
                <a:tab pos="382905" algn="l"/>
                <a:tab pos="711200" algn="l"/>
              </a:tabLst>
            </a:pPr>
            <a:r>
              <a:rPr sz="1750" u="heavy" dirty="0">
                <a:uFill>
                  <a:solidFill>
                    <a:srgbClr val="000000"/>
                  </a:solidFill>
                </a:uFill>
                <a:latin typeface="Times New Roman"/>
                <a:cs typeface="Times New Roman"/>
              </a:rPr>
              <a:t>	</a:t>
            </a:r>
            <a:r>
              <a:rPr sz="1750" dirty="0">
                <a:latin typeface="Times New Roman"/>
                <a:cs typeface="Times New Roman"/>
              </a:rPr>
              <a:t>	</a:t>
            </a:r>
            <a:r>
              <a:rPr sz="1750" spc="-145" dirty="0">
                <a:latin typeface="Times New Roman"/>
                <a:cs typeface="Times New Roman"/>
              </a:rPr>
              <a:t>Formally</a:t>
            </a:r>
            <a:endParaRPr sz="1750">
              <a:latin typeface="Times New Roman"/>
              <a:cs typeface="Times New Roman"/>
            </a:endParaRPr>
          </a:p>
        </p:txBody>
      </p:sp>
      <p:sp>
        <p:nvSpPr>
          <p:cNvPr id="28" name="object 28"/>
          <p:cNvSpPr txBox="1"/>
          <p:nvPr/>
        </p:nvSpPr>
        <p:spPr>
          <a:xfrm>
            <a:off x="5029212" y="3610781"/>
            <a:ext cx="1130935" cy="298450"/>
          </a:xfrm>
          <a:prstGeom prst="rect">
            <a:avLst/>
          </a:prstGeom>
        </p:spPr>
        <p:txBody>
          <a:bodyPr vert="horz" wrap="square" lIns="0" tIns="17780" rIns="0" bIns="0" rtlCol="0">
            <a:spAutoFit/>
          </a:bodyPr>
          <a:lstStyle/>
          <a:p>
            <a:pPr marL="328295">
              <a:lnSpc>
                <a:spcPct val="100000"/>
              </a:lnSpc>
              <a:spcBef>
                <a:spcPts val="140"/>
              </a:spcBef>
            </a:pPr>
            <a:r>
              <a:rPr sz="1750" spc="-10" dirty="0">
                <a:latin typeface="Times New Roman"/>
                <a:cs typeface="Times New Roman"/>
              </a:rPr>
              <a:t>verify</a:t>
            </a:r>
            <a:endParaRPr sz="1750">
              <a:latin typeface="Times New Roman"/>
              <a:cs typeface="Times New Roman"/>
            </a:endParaRPr>
          </a:p>
        </p:txBody>
      </p:sp>
      <p:sp>
        <p:nvSpPr>
          <p:cNvPr id="29" name="object 29"/>
          <p:cNvSpPr txBox="1"/>
          <p:nvPr/>
        </p:nvSpPr>
        <p:spPr>
          <a:xfrm>
            <a:off x="5386527" y="3862860"/>
            <a:ext cx="375285" cy="298450"/>
          </a:xfrm>
          <a:prstGeom prst="rect">
            <a:avLst/>
          </a:prstGeom>
        </p:spPr>
        <p:txBody>
          <a:bodyPr vert="horz" wrap="square" lIns="0" tIns="17780" rIns="0" bIns="0" rtlCol="0">
            <a:spAutoFit/>
          </a:bodyPr>
          <a:lstStyle/>
          <a:p>
            <a:pPr marL="12700">
              <a:lnSpc>
                <a:spcPct val="100000"/>
              </a:lnSpc>
              <a:spcBef>
                <a:spcPts val="140"/>
              </a:spcBef>
            </a:pPr>
            <a:r>
              <a:rPr sz="1750" spc="-130" dirty="0">
                <a:latin typeface="Times New Roman"/>
                <a:cs typeface="Times New Roman"/>
              </a:rPr>
              <a:t>code</a:t>
            </a:r>
            <a:endParaRPr sz="1750">
              <a:latin typeface="Times New Roman"/>
              <a:cs typeface="Times New Roman"/>
            </a:endParaRPr>
          </a:p>
        </p:txBody>
      </p:sp>
      <p:grpSp>
        <p:nvGrpSpPr>
          <p:cNvPr id="30" name="object 30"/>
          <p:cNvGrpSpPr/>
          <p:nvPr/>
        </p:nvGrpSpPr>
        <p:grpSpPr>
          <a:xfrm>
            <a:off x="6588644" y="3296601"/>
            <a:ext cx="1219835" cy="981710"/>
            <a:chOff x="6588644" y="3296601"/>
            <a:chExt cx="1219835" cy="981710"/>
          </a:xfrm>
        </p:grpSpPr>
        <p:sp>
          <p:nvSpPr>
            <p:cNvPr id="31" name="object 31"/>
            <p:cNvSpPr/>
            <p:nvPr/>
          </p:nvSpPr>
          <p:spPr>
            <a:xfrm>
              <a:off x="6612446" y="3320414"/>
              <a:ext cx="1172210" cy="934085"/>
            </a:xfrm>
            <a:custGeom>
              <a:avLst/>
              <a:gdLst/>
              <a:ahLst/>
              <a:cxnLst/>
              <a:rect l="l" t="t" r="r" b="b"/>
              <a:pathLst>
                <a:path w="1172209" h="934085">
                  <a:moveTo>
                    <a:pt x="1089253" y="782866"/>
                  </a:moveTo>
                  <a:lnTo>
                    <a:pt x="102882" y="782866"/>
                  </a:lnTo>
                  <a:lnTo>
                    <a:pt x="102882" y="808062"/>
                  </a:lnTo>
                  <a:lnTo>
                    <a:pt x="102882" y="833259"/>
                  </a:lnTo>
                  <a:lnTo>
                    <a:pt x="143459" y="833259"/>
                  </a:lnTo>
                  <a:lnTo>
                    <a:pt x="143459" y="857859"/>
                  </a:lnTo>
                  <a:lnTo>
                    <a:pt x="184658" y="857859"/>
                  </a:lnTo>
                  <a:lnTo>
                    <a:pt x="184658" y="883437"/>
                  </a:lnTo>
                  <a:lnTo>
                    <a:pt x="226047" y="883437"/>
                  </a:lnTo>
                  <a:lnTo>
                    <a:pt x="226047" y="908405"/>
                  </a:lnTo>
                  <a:lnTo>
                    <a:pt x="287528" y="908405"/>
                  </a:lnTo>
                  <a:lnTo>
                    <a:pt x="287528" y="933958"/>
                  </a:lnTo>
                  <a:lnTo>
                    <a:pt x="904595" y="933958"/>
                  </a:lnTo>
                  <a:lnTo>
                    <a:pt x="904595" y="908405"/>
                  </a:lnTo>
                  <a:lnTo>
                    <a:pt x="966076" y="908405"/>
                  </a:lnTo>
                  <a:lnTo>
                    <a:pt x="966076" y="883437"/>
                  </a:lnTo>
                  <a:lnTo>
                    <a:pt x="1007275" y="883437"/>
                  </a:lnTo>
                  <a:lnTo>
                    <a:pt x="1007275" y="857859"/>
                  </a:lnTo>
                  <a:lnTo>
                    <a:pt x="1048461" y="857859"/>
                  </a:lnTo>
                  <a:lnTo>
                    <a:pt x="1048461" y="833259"/>
                  </a:lnTo>
                  <a:lnTo>
                    <a:pt x="1068959" y="833259"/>
                  </a:lnTo>
                  <a:lnTo>
                    <a:pt x="1068959" y="808062"/>
                  </a:lnTo>
                  <a:lnTo>
                    <a:pt x="1089253" y="808062"/>
                  </a:lnTo>
                  <a:lnTo>
                    <a:pt x="1089253" y="782866"/>
                  </a:lnTo>
                  <a:close/>
                </a:path>
                <a:path w="1172209" h="934085">
                  <a:moveTo>
                    <a:pt x="1171638" y="302844"/>
                  </a:moveTo>
                  <a:lnTo>
                    <a:pt x="1151343" y="302844"/>
                  </a:lnTo>
                  <a:lnTo>
                    <a:pt x="1151343" y="252463"/>
                  </a:lnTo>
                  <a:lnTo>
                    <a:pt x="1151343" y="227266"/>
                  </a:lnTo>
                  <a:lnTo>
                    <a:pt x="1130439" y="227266"/>
                  </a:lnTo>
                  <a:lnTo>
                    <a:pt x="1130439" y="202082"/>
                  </a:lnTo>
                  <a:lnTo>
                    <a:pt x="1110145" y="202082"/>
                  </a:lnTo>
                  <a:lnTo>
                    <a:pt x="1110145" y="176885"/>
                  </a:lnTo>
                  <a:lnTo>
                    <a:pt x="1089253" y="176885"/>
                  </a:lnTo>
                  <a:lnTo>
                    <a:pt x="1089253" y="151701"/>
                  </a:lnTo>
                  <a:lnTo>
                    <a:pt x="1068959" y="151701"/>
                  </a:lnTo>
                  <a:lnTo>
                    <a:pt x="1068959" y="126504"/>
                  </a:lnTo>
                  <a:lnTo>
                    <a:pt x="1048461" y="126504"/>
                  </a:lnTo>
                  <a:lnTo>
                    <a:pt x="1048461" y="101066"/>
                  </a:lnTo>
                  <a:lnTo>
                    <a:pt x="1027760" y="101066"/>
                  </a:lnTo>
                  <a:lnTo>
                    <a:pt x="1027760" y="76098"/>
                  </a:lnTo>
                  <a:lnTo>
                    <a:pt x="1007275" y="76098"/>
                  </a:lnTo>
                  <a:lnTo>
                    <a:pt x="1007275" y="50520"/>
                  </a:lnTo>
                  <a:lnTo>
                    <a:pt x="966076" y="50520"/>
                  </a:lnTo>
                  <a:lnTo>
                    <a:pt x="966076" y="25552"/>
                  </a:lnTo>
                  <a:lnTo>
                    <a:pt x="822210" y="25552"/>
                  </a:lnTo>
                  <a:lnTo>
                    <a:pt x="822210" y="0"/>
                  </a:lnTo>
                  <a:lnTo>
                    <a:pt x="349631" y="0"/>
                  </a:lnTo>
                  <a:lnTo>
                    <a:pt x="349631" y="25552"/>
                  </a:lnTo>
                  <a:lnTo>
                    <a:pt x="226047" y="25552"/>
                  </a:lnTo>
                  <a:lnTo>
                    <a:pt x="226047" y="50520"/>
                  </a:lnTo>
                  <a:lnTo>
                    <a:pt x="205562" y="50520"/>
                  </a:lnTo>
                  <a:lnTo>
                    <a:pt x="205562" y="76098"/>
                  </a:lnTo>
                  <a:lnTo>
                    <a:pt x="164363" y="76098"/>
                  </a:lnTo>
                  <a:lnTo>
                    <a:pt x="164363" y="101066"/>
                  </a:lnTo>
                  <a:lnTo>
                    <a:pt x="143459" y="101066"/>
                  </a:lnTo>
                  <a:lnTo>
                    <a:pt x="143459" y="126504"/>
                  </a:lnTo>
                  <a:lnTo>
                    <a:pt x="102882" y="126504"/>
                  </a:lnTo>
                  <a:lnTo>
                    <a:pt x="102882" y="151701"/>
                  </a:lnTo>
                  <a:lnTo>
                    <a:pt x="102882" y="176885"/>
                  </a:lnTo>
                  <a:lnTo>
                    <a:pt x="81978" y="176885"/>
                  </a:lnTo>
                  <a:lnTo>
                    <a:pt x="81978" y="202082"/>
                  </a:lnTo>
                  <a:lnTo>
                    <a:pt x="81978" y="227266"/>
                  </a:lnTo>
                  <a:lnTo>
                    <a:pt x="61696" y="227266"/>
                  </a:lnTo>
                  <a:lnTo>
                    <a:pt x="61696" y="252463"/>
                  </a:lnTo>
                  <a:lnTo>
                    <a:pt x="40792" y="252463"/>
                  </a:lnTo>
                  <a:lnTo>
                    <a:pt x="40792" y="302844"/>
                  </a:lnTo>
                  <a:lnTo>
                    <a:pt x="40792" y="328041"/>
                  </a:lnTo>
                  <a:lnTo>
                    <a:pt x="20497" y="328041"/>
                  </a:lnTo>
                  <a:lnTo>
                    <a:pt x="20497" y="428802"/>
                  </a:lnTo>
                  <a:lnTo>
                    <a:pt x="0" y="428802"/>
                  </a:lnTo>
                  <a:lnTo>
                    <a:pt x="0" y="504367"/>
                  </a:lnTo>
                  <a:lnTo>
                    <a:pt x="20497" y="504367"/>
                  </a:lnTo>
                  <a:lnTo>
                    <a:pt x="20497" y="605142"/>
                  </a:lnTo>
                  <a:lnTo>
                    <a:pt x="40792" y="605142"/>
                  </a:lnTo>
                  <a:lnTo>
                    <a:pt x="40792" y="627532"/>
                  </a:lnTo>
                  <a:lnTo>
                    <a:pt x="40792" y="630326"/>
                  </a:lnTo>
                  <a:lnTo>
                    <a:pt x="40792" y="680707"/>
                  </a:lnTo>
                  <a:lnTo>
                    <a:pt x="61696" y="680707"/>
                  </a:lnTo>
                  <a:lnTo>
                    <a:pt x="61696" y="707301"/>
                  </a:lnTo>
                  <a:lnTo>
                    <a:pt x="61696" y="732485"/>
                  </a:lnTo>
                  <a:lnTo>
                    <a:pt x="81978" y="732485"/>
                  </a:lnTo>
                  <a:lnTo>
                    <a:pt x="81978" y="782370"/>
                  </a:lnTo>
                  <a:lnTo>
                    <a:pt x="1110145" y="782370"/>
                  </a:lnTo>
                  <a:lnTo>
                    <a:pt x="1110145" y="732485"/>
                  </a:lnTo>
                  <a:lnTo>
                    <a:pt x="1130439" y="732485"/>
                  </a:lnTo>
                  <a:lnTo>
                    <a:pt x="1130439" y="707301"/>
                  </a:lnTo>
                  <a:lnTo>
                    <a:pt x="1151280" y="707301"/>
                  </a:lnTo>
                  <a:lnTo>
                    <a:pt x="1151280" y="680707"/>
                  </a:lnTo>
                  <a:lnTo>
                    <a:pt x="1151318" y="630326"/>
                  </a:lnTo>
                  <a:lnTo>
                    <a:pt x="1171498" y="630326"/>
                  </a:lnTo>
                  <a:lnTo>
                    <a:pt x="1171498" y="627532"/>
                  </a:lnTo>
                  <a:lnTo>
                    <a:pt x="1171638" y="627532"/>
                  </a:lnTo>
                  <a:lnTo>
                    <a:pt x="1171638" y="605142"/>
                  </a:lnTo>
                  <a:lnTo>
                    <a:pt x="1171638" y="504367"/>
                  </a:lnTo>
                  <a:lnTo>
                    <a:pt x="1171638" y="428802"/>
                  </a:lnTo>
                  <a:lnTo>
                    <a:pt x="1171638" y="328041"/>
                  </a:lnTo>
                  <a:lnTo>
                    <a:pt x="1171638" y="302844"/>
                  </a:lnTo>
                  <a:close/>
                </a:path>
              </a:pathLst>
            </a:custGeom>
            <a:solidFill>
              <a:srgbClr val="D7E7F1"/>
            </a:solidFill>
          </p:spPr>
          <p:txBody>
            <a:bodyPr wrap="square" lIns="0" tIns="0" rIns="0" bIns="0" rtlCol="0"/>
            <a:lstStyle/>
            <a:p>
              <a:endParaRPr/>
            </a:p>
          </p:txBody>
        </p:sp>
        <p:pic>
          <p:nvPicPr>
            <p:cNvPr id="32" name="object 32"/>
            <p:cNvPicPr/>
            <p:nvPr/>
          </p:nvPicPr>
          <p:blipFill>
            <a:blip r:embed="rId5" cstate="print"/>
            <a:stretch>
              <a:fillRect/>
            </a:stretch>
          </p:blipFill>
          <p:spPr>
            <a:xfrm>
              <a:off x="6612457" y="3320413"/>
              <a:ext cx="1151338" cy="933953"/>
            </a:xfrm>
            <a:prstGeom prst="rect">
              <a:avLst/>
            </a:prstGeom>
          </p:spPr>
        </p:pic>
        <p:sp>
          <p:nvSpPr>
            <p:cNvPr id="33" name="object 33"/>
            <p:cNvSpPr/>
            <p:nvPr/>
          </p:nvSpPr>
          <p:spPr>
            <a:xfrm>
              <a:off x="7167632" y="3724081"/>
              <a:ext cx="61594" cy="76200"/>
            </a:xfrm>
            <a:custGeom>
              <a:avLst/>
              <a:gdLst/>
              <a:ahLst/>
              <a:cxnLst/>
              <a:rect l="l" t="t" r="r" b="b"/>
              <a:pathLst>
                <a:path w="61595" h="76200">
                  <a:moveTo>
                    <a:pt x="20288" y="0"/>
                  </a:moveTo>
                  <a:lnTo>
                    <a:pt x="8559" y="399"/>
                  </a:lnTo>
                  <a:lnTo>
                    <a:pt x="2536" y="3193"/>
                  </a:lnTo>
                  <a:lnTo>
                    <a:pt x="317" y="10778"/>
                  </a:lnTo>
                  <a:lnTo>
                    <a:pt x="0" y="25549"/>
                  </a:lnTo>
                  <a:lnTo>
                    <a:pt x="317" y="43982"/>
                  </a:lnTo>
                  <a:lnTo>
                    <a:pt x="2536" y="60187"/>
                  </a:lnTo>
                  <a:lnTo>
                    <a:pt x="8559" y="71710"/>
                  </a:lnTo>
                  <a:lnTo>
                    <a:pt x="20288" y="76096"/>
                  </a:lnTo>
                  <a:lnTo>
                    <a:pt x="35284" y="71710"/>
                  </a:lnTo>
                  <a:lnTo>
                    <a:pt x="48493" y="60187"/>
                  </a:lnTo>
                  <a:lnTo>
                    <a:pt x="57898" y="43982"/>
                  </a:lnTo>
                  <a:lnTo>
                    <a:pt x="61481" y="25549"/>
                  </a:lnTo>
                  <a:lnTo>
                    <a:pt x="57898" y="10778"/>
                  </a:lnTo>
                  <a:lnTo>
                    <a:pt x="48493" y="3193"/>
                  </a:lnTo>
                  <a:lnTo>
                    <a:pt x="35284" y="399"/>
                  </a:lnTo>
                  <a:lnTo>
                    <a:pt x="20288" y="0"/>
                  </a:lnTo>
                  <a:close/>
                </a:path>
              </a:pathLst>
            </a:custGeom>
            <a:solidFill>
              <a:srgbClr val="FFFFFF"/>
            </a:solidFill>
          </p:spPr>
          <p:txBody>
            <a:bodyPr wrap="square" lIns="0" tIns="0" rIns="0" bIns="0" rtlCol="0"/>
            <a:lstStyle/>
            <a:p>
              <a:endParaRPr/>
            </a:p>
          </p:txBody>
        </p:sp>
        <p:sp>
          <p:nvSpPr>
            <p:cNvPr id="34" name="object 34"/>
            <p:cNvSpPr/>
            <p:nvPr/>
          </p:nvSpPr>
          <p:spPr>
            <a:xfrm>
              <a:off x="6612456" y="3320413"/>
              <a:ext cx="1172210" cy="934085"/>
            </a:xfrm>
            <a:custGeom>
              <a:avLst/>
              <a:gdLst/>
              <a:ahLst/>
              <a:cxnLst/>
              <a:rect l="l" t="t" r="r" b="b"/>
              <a:pathLst>
                <a:path w="1172209" h="934085">
                  <a:moveTo>
                    <a:pt x="0" y="504735"/>
                  </a:moveTo>
                  <a:lnTo>
                    <a:pt x="2852" y="556615"/>
                  </a:lnTo>
                  <a:lnTo>
                    <a:pt x="11148" y="607126"/>
                  </a:lnTo>
                  <a:lnTo>
                    <a:pt x="24495" y="655783"/>
                  </a:lnTo>
                  <a:lnTo>
                    <a:pt x="42503" y="702102"/>
                  </a:lnTo>
                  <a:lnTo>
                    <a:pt x="64778" y="745601"/>
                  </a:lnTo>
                  <a:lnTo>
                    <a:pt x="90930" y="785794"/>
                  </a:lnTo>
                  <a:lnTo>
                    <a:pt x="120567" y="822198"/>
                  </a:lnTo>
                  <a:lnTo>
                    <a:pt x="153296" y="854329"/>
                  </a:lnTo>
                  <a:lnTo>
                    <a:pt x="188726" y="881703"/>
                  </a:lnTo>
                  <a:lnTo>
                    <a:pt x="226466" y="903837"/>
                  </a:lnTo>
                  <a:lnTo>
                    <a:pt x="266123" y="920245"/>
                  </a:lnTo>
                  <a:lnTo>
                    <a:pt x="307306" y="930445"/>
                  </a:lnTo>
                  <a:lnTo>
                    <a:pt x="349623" y="933953"/>
                  </a:lnTo>
                  <a:lnTo>
                    <a:pt x="822208" y="933953"/>
                  </a:lnTo>
                  <a:lnTo>
                    <a:pt x="864481" y="930445"/>
                  </a:lnTo>
                  <a:lnTo>
                    <a:pt x="905627" y="920245"/>
                  </a:lnTo>
                  <a:lnTo>
                    <a:pt x="945253" y="903837"/>
                  </a:lnTo>
                  <a:lnTo>
                    <a:pt x="982968" y="881703"/>
                  </a:lnTo>
                  <a:lnTo>
                    <a:pt x="1018378" y="854329"/>
                  </a:lnTo>
                  <a:lnTo>
                    <a:pt x="1051092" y="822198"/>
                  </a:lnTo>
                  <a:lnTo>
                    <a:pt x="1080716" y="785794"/>
                  </a:lnTo>
                  <a:lnTo>
                    <a:pt x="1106860" y="745601"/>
                  </a:lnTo>
                  <a:lnTo>
                    <a:pt x="1129130" y="702102"/>
                  </a:lnTo>
                  <a:lnTo>
                    <a:pt x="1147134" y="655783"/>
                  </a:lnTo>
                  <a:lnTo>
                    <a:pt x="1160479" y="607126"/>
                  </a:lnTo>
                  <a:lnTo>
                    <a:pt x="1168775" y="556615"/>
                  </a:lnTo>
                  <a:lnTo>
                    <a:pt x="1171627" y="504735"/>
                  </a:lnTo>
                  <a:lnTo>
                    <a:pt x="1171627" y="429217"/>
                  </a:lnTo>
                  <a:lnTo>
                    <a:pt x="1168775" y="377337"/>
                  </a:lnTo>
                  <a:lnTo>
                    <a:pt x="1160479" y="326827"/>
                  </a:lnTo>
                  <a:lnTo>
                    <a:pt x="1147134" y="278170"/>
                  </a:lnTo>
                  <a:lnTo>
                    <a:pt x="1129130" y="231850"/>
                  </a:lnTo>
                  <a:lnTo>
                    <a:pt x="1106860" y="188352"/>
                  </a:lnTo>
                  <a:lnTo>
                    <a:pt x="1080716" y="148159"/>
                  </a:lnTo>
                  <a:lnTo>
                    <a:pt x="1051092" y="111754"/>
                  </a:lnTo>
                  <a:lnTo>
                    <a:pt x="1018378" y="79623"/>
                  </a:lnTo>
                  <a:lnTo>
                    <a:pt x="982968" y="52249"/>
                  </a:lnTo>
                  <a:lnTo>
                    <a:pt x="945253" y="30116"/>
                  </a:lnTo>
                  <a:lnTo>
                    <a:pt x="905627" y="13707"/>
                  </a:lnTo>
                  <a:lnTo>
                    <a:pt x="864481" y="3507"/>
                  </a:lnTo>
                  <a:lnTo>
                    <a:pt x="822208" y="0"/>
                  </a:lnTo>
                  <a:lnTo>
                    <a:pt x="349623" y="0"/>
                  </a:lnTo>
                  <a:lnTo>
                    <a:pt x="307306" y="3507"/>
                  </a:lnTo>
                  <a:lnTo>
                    <a:pt x="266123" y="13707"/>
                  </a:lnTo>
                  <a:lnTo>
                    <a:pt x="226466" y="30116"/>
                  </a:lnTo>
                  <a:lnTo>
                    <a:pt x="188726" y="52249"/>
                  </a:lnTo>
                  <a:lnTo>
                    <a:pt x="153296" y="79623"/>
                  </a:lnTo>
                  <a:lnTo>
                    <a:pt x="120567" y="111754"/>
                  </a:lnTo>
                  <a:lnTo>
                    <a:pt x="90930" y="148159"/>
                  </a:lnTo>
                  <a:lnTo>
                    <a:pt x="64778" y="188352"/>
                  </a:lnTo>
                  <a:lnTo>
                    <a:pt x="42503" y="231850"/>
                  </a:lnTo>
                  <a:lnTo>
                    <a:pt x="24495" y="278170"/>
                  </a:lnTo>
                  <a:lnTo>
                    <a:pt x="11148" y="326827"/>
                  </a:lnTo>
                  <a:lnTo>
                    <a:pt x="2852" y="377337"/>
                  </a:lnTo>
                  <a:lnTo>
                    <a:pt x="0" y="429217"/>
                  </a:lnTo>
                  <a:lnTo>
                    <a:pt x="0" y="504735"/>
                  </a:lnTo>
                </a:path>
              </a:pathLst>
            </a:custGeom>
            <a:ln w="46358">
              <a:solidFill>
                <a:srgbClr val="000000"/>
              </a:solidFill>
            </a:ln>
          </p:spPr>
          <p:txBody>
            <a:bodyPr wrap="square" lIns="0" tIns="0" rIns="0" bIns="0" rtlCol="0"/>
            <a:lstStyle/>
            <a:p>
              <a:endParaRPr/>
            </a:p>
          </p:txBody>
        </p:sp>
      </p:grpSp>
      <p:sp>
        <p:nvSpPr>
          <p:cNvPr id="35" name="object 35"/>
          <p:cNvSpPr txBox="1"/>
          <p:nvPr/>
        </p:nvSpPr>
        <p:spPr>
          <a:xfrm>
            <a:off x="6643094" y="3484164"/>
            <a:ext cx="1141095" cy="298450"/>
          </a:xfrm>
          <a:prstGeom prst="rect">
            <a:avLst/>
          </a:prstGeom>
        </p:spPr>
        <p:txBody>
          <a:bodyPr vert="horz" wrap="square" lIns="0" tIns="17780" rIns="0" bIns="0" rtlCol="0">
            <a:spAutoFit/>
          </a:bodyPr>
          <a:lstStyle/>
          <a:p>
            <a:pPr marL="236220">
              <a:lnSpc>
                <a:spcPct val="100000"/>
              </a:lnSpc>
              <a:spcBef>
                <a:spcPts val="140"/>
              </a:spcBef>
            </a:pPr>
            <a:r>
              <a:rPr sz="1750" spc="-20" dirty="0">
                <a:latin typeface="Times New Roman"/>
                <a:cs typeface="Times New Roman"/>
              </a:rPr>
              <a:t>Integrate</a:t>
            </a:r>
            <a:endParaRPr sz="1750">
              <a:latin typeface="Times New Roman"/>
              <a:cs typeface="Times New Roman"/>
            </a:endParaRPr>
          </a:p>
        </p:txBody>
      </p:sp>
      <p:sp>
        <p:nvSpPr>
          <p:cNvPr id="36" name="object 36"/>
          <p:cNvSpPr txBox="1"/>
          <p:nvPr/>
        </p:nvSpPr>
        <p:spPr>
          <a:xfrm>
            <a:off x="6643094" y="3736821"/>
            <a:ext cx="1141095" cy="298450"/>
          </a:xfrm>
          <a:prstGeom prst="rect">
            <a:avLst/>
          </a:prstGeom>
        </p:spPr>
        <p:txBody>
          <a:bodyPr vert="horz" wrap="square" lIns="0" tIns="17780" rIns="0" bIns="0" rtlCol="0">
            <a:spAutoFit/>
          </a:bodyPr>
          <a:lstStyle/>
          <a:p>
            <a:pPr marL="194945">
              <a:lnSpc>
                <a:spcPct val="100000"/>
              </a:lnSpc>
              <a:spcBef>
                <a:spcPts val="140"/>
              </a:spcBef>
            </a:pPr>
            <a:r>
              <a:rPr sz="1750" spc="-45" dirty="0">
                <a:latin typeface="Times New Roman"/>
                <a:cs typeface="Times New Roman"/>
              </a:rPr>
              <a:t>increment</a:t>
            </a:r>
            <a:endParaRPr sz="1750">
              <a:latin typeface="Times New Roman"/>
              <a:cs typeface="Times New Roman"/>
            </a:endParaRPr>
          </a:p>
        </p:txBody>
      </p:sp>
      <p:grpSp>
        <p:nvGrpSpPr>
          <p:cNvPr id="37" name="object 37"/>
          <p:cNvGrpSpPr/>
          <p:nvPr/>
        </p:nvGrpSpPr>
        <p:grpSpPr>
          <a:xfrm>
            <a:off x="194661" y="2287029"/>
            <a:ext cx="1219835" cy="981710"/>
            <a:chOff x="194661" y="2287029"/>
            <a:chExt cx="1219835" cy="981710"/>
          </a:xfrm>
        </p:grpSpPr>
        <p:sp>
          <p:nvSpPr>
            <p:cNvPr id="38" name="object 38"/>
            <p:cNvSpPr/>
            <p:nvPr/>
          </p:nvSpPr>
          <p:spPr>
            <a:xfrm>
              <a:off x="218465" y="2310853"/>
              <a:ext cx="1172210" cy="934085"/>
            </a:xfrm>
            <a:custGeom>
              <a:avLst/>
              <a:gdLst/>
              <a:ahLst/>
              <a:cxnLst/>
              <a:rect l="l" t="t" r="r" b="b"/>
              <a:pathLst>
                <a:path w="1172210" h="934085">
                  <a:moveTo>
                    <a:pt x="1048461" y="832878"/>
                  </a:moveTo>
                  <a:lnTo>
                    <a:pt x="143967" y="832878"/>
                  </a:lnTo>
                  <a:lnTo>
                    <a:pt x="143967" y="858532"/>
                  </a:lnTo>
                  <a:lnTo>
                    <a:pt x="185178" y="858532"/>
                  </a:lnTo>
                  <a:lnTo>
                    <a:pt x="185178" y="883424"/>
                  </a:lnTo>
                  <a:lnTo>
                    <a:pt x="226377" y="883424"/>
                  </a:lnTo>
                  <a:lnTo>
                    <a:pt x="226377" y="909104"/>
                  </a:lnTo>
                  <a:lnTo>
                    <a:pt x="287934" y="909104"/>
                  </a:lnTo>
                  <a:lnTo>
                    <a:pt x="287934" y="934046"/>
                  </a:lnTo>
                  <a:lnTo>
                    <a:pt x="905002" y="934046"/>
                  </a:lnTo>
                  <a:lnTo>
                    <a:pt x="905002" y="909104"/>
                  </a:lnTo>
                  <a:lnTo>
                    <a:pt x="966571" y="909104"/>
                  </a:lnTo>
                  <a:lnTo>
                    <a:pt x="966571" y="883424"/>
                  </a:lnTo>
                  <a:lnTo>
                    <a:pt x="1007757" y="883424"/>
                  </a:lnTo>
                  <a:lnTo>
                    <a:pt x="1007757" y="858532"/>
                  </a:lnTo>
                  <a:lnTo>
                    <a:pt x="1048461" y="858532"/>
                  </a:lnTo>
                  <a:lnTo>
                    <a:pt x="1048461" y="832878"/>
                  </a:lnTo>
                  <a:close/>
                </a:path>
                <a:path w="1172210" h="934085">
                  <a:moveTo>
                    <a:pt x="1048461" y="101092"/>
                  </a:moveTo>
                  <a:lnTo>
                    <a:pt x="1028103" y="101092"/>
                  </a:lnTo>
                  <a:lnTo>
                    <a:pt x="1028103" y="76187"/>
                  </a:lnTo>
                  <a:lnTo>
                    <a:pt x="1007757" y="76187"/>
                  </a:lnTo>
                  <a:lnTo>
                    <a:pt x="1007757" y="50546"/>
                  </a:lnTo>
                  <a:lnTo>
                    <a:pt x="966571" y="50546"/>
                  </a:lnTo>
                  <a:lnTo>
                    <a:pt x="966571" y="25641"/>
                  </a:lnTo>
                  <a:lnTo>
                    <a:pt x="822591" y="25641"/>
                  </a:lnTo>
                  <a:lnTo>
                    <a:pt x="822591" y="0"/>
                  </a:lnTo>
                  <a:lnTo>
                    <a:pt x="349504" y="0"/>
                  </a:lnTo>
                  <a:lnTo>
                    <a:pt x="349504" y="25641"/>
                  </a:lnTo>
                  <a:lnTo>
                    <a:pt x="226377" y="25641"/>
                  </a:lnTo>
                  <a:lnTo>
                    <a:pt x="226377" y="50546"/>
                  </a:lnTo>
                  <a:lnTo>
                    <a:pt x="206019" y="50546"/>
                  </a:lnTo>
                  <a:lnTo>
                    <a:pt x="206019" y="76187"/>
                  </a:lnTo>
                  <a:lnTo>
                    <a:pt x="164820" y="76187"/>
                  </a:lnTo>
                  <a:lnTo>
                    <a:pt x="164820" y="101092"/>
                  </a:lnTo>
                  <a:lnTo>
                    <a:pt x="143967" y="101092"/>
                  </a:lnTo>
                  <a:lnTo>
                    <a:pt x="143967" y="126733"/>
                  </a:lnTo>
                  <a:lnTo>
                    <a:pt x="1048461" y="126733"/>
                  </a:lnTo>
                  <a:lnTo>
                    <a:pt x="1048461" y="101092"/>
                  </a:lnTo>
                  <a:close/>
                </a:path>
                <a:path w="1172210" h="934085">
                  <a:moveTo>
                    <a:pt x="1110513" y="732040"/>
                  </a:moveTo>
                  <a:lnTo>
                    <a:pt x="82410" y="732040"/>
                  </a:lnTo>
                  <a:lnTo>
                    <a:pt x="82410" y="782332"/>
                  </a:lnTo>
                  <a:lnTo>
                    <a:pt x="103263" y="782332"/>
                  </a:lnTo>
                  <a:lnTo>
                    <a:pt x="103263" y="808583"/>
                  </a:lnTo>
                  <a:lnTo>
                    <a:pt x="103263" y="832383"/>
                  </a:lnTo>
                  <a:lnTo>
                    <a:pt x="1069327" y="832383"/>
                  </a:lnTo>
                  <a:lnTo>
                    <a:pt x="1069327" y="808583"/>
                  </a:lnTo>
                  <a:lnTo>
                    <a:pt x="1089672" y="808583"/>
                  </a:lnTo>
                  <a:lnTo>
                    <a:pt x="1089672" y="782332"/>
                  </a:lnTo>
                  <a:lnTo>
                    <a:pt x="1110513" y="782332"/>
                  </a:lnTo>
                  <a:lnTo>
                    <a:pt x="1110513" y="732040"/>
                  </a:lnTo>
                  <a:close/>
                </a:path>
                <a:path w="1172210" h="934085">
                  <a:moveTo>
                    <a:pt x="1172083" y="303364"/>
                  </a:moveTo>
                  <a:lnTo>
                    <a:pt x="1151724" y="303364"/>
                  </a:lnTo>
                  <a:lnTo>
                    <a:pt x="1151724" y="252984"/>
                  </a:lnTo>
                  <a:lnTo>
                    <a:pt x="1151724" y="226402"/>
                  </a:lnTo>
                  <a:lnTo>
                    <a:pt x="1130884" y="226402"/>
                  </a:lnTo>
                  <a:lnTo>
                    <a:pt x="1130884" y="202603"/>
                  </a:lnTo>
                  <a:lnTo>
                    <a:pt x="1110513" y="202603"/>
                  </a:lnTo>
                  <a:lnTo>
                    <a:pt x="1110513" y="177419"/>
                  </a:lnTo>
                  <a:lnTo>
                    <a:pt x="1089672" y="177419"/>
                  </a:lnTo>
                  <a:lnTo>
                    <a:pt x="1089672" y="152222"/>
                  </a:lnTo>
                  <a:lnTo>
                    <a:pt x="1069327" y="152222"/>
                  </a:lnTo>
                  <a:lnTo>
                    <a:pt x="1069327" y="127038"/>
                  </a:lnTo>
                  <a:lnTo>
                    <a:pt x="103263" y="127038"/>
                  </a:lnTo>
                  <a:lnTo>
                    <a:pt x="103263" y="152222"/>
                  </a:lnTo>
                  <a:lnTo>
                    <a:pt x="103263" y="177419"/>
                  </a:lnTo>
                  <a:lnTo>
                    <a:pt x="82410" y="177419"/>
                  </a:lnTo>
                  <a:lnTo>
                    <a:pt x="82410" y="202603"/>
                  </a:lnTo>
                  <a:lnTo>
                    <a:pt x="82410" y="226402"/>
                  </a:lnTo>
                  <a:lnTo>
                    <a:pt x="62052" y="226402"/>
                  </a:lnTo>
                  <a:lnTo>
                    <a:pt x="62052" y="252984"/>
                  </a:lnTo>
                  <a:lnTo>
                    <a:pt x="41211" y="252984"/>
                  </a:lnTo>
                  <a:lnTo>
                    <a:pt x="41211" y="303364"/>
                  </a:lnTo>
                  <a:lnTo>
                    <a:pt x="41211" y="328561"/>
                  </a:lnTo>
                  <a:lnTo>
                    <a:pt x="20853" y="328561"/>
                  </a:lnTo>
                  <a:lnTo>
                    <a:pt x="20853" y="429323"/>
                  </a:lnTo>
                  <a:lnTo>
                    <a:pt x="0" y="429323"/>
                  </a:lnTo>
                  <a:lnTo>
                    <a:pt x="0" y="530085"/>
                  </a:lnTo>
                  <a:lnTo>
                    <a:pt x="20853" y="530085"/>
                  </a:lnTo>
                  <a:lnTo>
                    <a:pt x="20853" y="605663"/>
                  </a:lnTo>
                  <a:lnTo>
                    <a:pt x="41211" y="605663"/>
                  </a:lnTo>
                  <a:lnTo>
                    <a:pt x="41211" y="630847"/>
                  </a:lnTo>
                  <a:lnTo>
                    <a:pt x="41211" y="682637"/>
                  </a:lnTo>
                  <a:lnTo>
                    <a:pt x="62052" y="682637"/>
                  </a:lnTo>
                  <a:lnTo>
                    <a:pt x="62052" y="706424"/>
                  </a:lnTo>
                  <a:lnTo>
                    <a:pt x="62052" y="731621"/>
                  </a:lnTo>
                  <a:lnTo>
                    <a:pt x="1130884" y="731621"/>
                  </a:lnTo>
                  <a:lnTo>
                    <a:pt x="1130884" y="706424"/>
                  </a:lnTo>
                  <a:lnTo>
                    <a:pt x="1151724" y="706424"/>
                  </a:lnTo>
                  <a:lnTo>
                    <a:pt x="1151724" y="682637"/>
                  </a:lnTo>
                  <a:lnTo>
                    <a:pt x="1151724" y="630847"/>
                  </a:lnTo>
                  <a:lnTo>
                    <a:pt x="1172083" y="630847"/>
                  </a:lnTo>
                  <a:lnTo>
                    <a:pt x="1172083" y="605663"/>
                  </a:lnTo>
                  <a:lnTo>
                    <a:pt x="1172083" y="530085"/>
                  </a:lnTo>
                  <a:lnTo>
                    <a:pt x="1172083" y="429323"/>
                  </a:lnTo>
                  <a:lnTo>
                    <a:pt x="1172083" y="328561"/>
                  </a:lnTo>
                  <a:lnTo>
                    <a:pt x="1172083" y="303364"/>
                  </a:lnTo>
                  <a:close/>
                </a:path>
              </a:pathLst>
            </a:custGeom>
            <a:solidFill>
              <a:srgbClr val="D7E7F1"/>
            </a:solidFill>
          </p:spPr>
          <p:txBody>
            <a:bodyPr wrap="square" lIns="0" tIns="0" rIns="0" bIns="0" rtlCol="0"/>
            <a:lstStyle/>
            <a:p>
              <a:endParaRPr/>
            </a:p>
          </p:txBody>
        </p:sp>
        <p:pic>
          <p:nvPicPr>
            <p:cNvPr id="39" name="object 39"/>
            <p:cNvPicPr/>
            <p:nvPr/>
          </p:nvPicPr>
          <p:blipFill>
            <a:blip r:embed="rId6" cstate="print"/>
            <a:stretch>
              <a:fillRect/>
            </a:stretch>
          </p:blipFill>
          <p:spPr>
            <a:xfrm>
              <a:off x="218474" y="2310841"/>
              <a:ext cx="1151723" cy="934054"/>
            </a:xfrm>
            <a:prstGeom prst="rect">
              <a:avLst/>
            </a:prstGeom>
          </p:spPr>
        </p:pic>
        <p:sp>
          <p:nvSpPr>
            <p:cNvPr id="40" name="object 40"/>
            <p:cNvSpPr/>
            <p:nvPr/>
          </p:nvSpPr>
          <p:spPr>
            <a:xfrm>
              <a:off x="773973" y="2715213"/>
              <a:ext cx="61594" cy="75565"/>
            </a:xfrm>
            <a:custGeom>
              <a:avLst/>
              <a:gdLst/>
              <a:ahLst/>
              <a:cxnLst/>
              <a:rect l="l" t="t" r="r" b="b"/>
              <a:pathLst>
                <a:path w="61594" h="75564">
                  <a:moveTo>
                    <a:pt x="20370" y="0"/>
                  </a:moveTo>
                  <a:lnTo>
                    <a:pt x="8593" y="389"/>
                  </a:lnTo>
                  <a:lnTo>
                    <a:pt x="2546" y="3112"/>
                  </a:lnTo>
                  <a:lnTo>
                    <a:pt x="318" y="10503"/>
                  </a:lnTo>
                  <a:lnTo>
                    <a:pt x="0" y="24896"/>
                  </a:lnTo>
                  <a:lnTo>
                    <a:pt x="318" y="43615"/>
                  </a:lnTo>
                  <a:lnTo>
                    <a:pt x="2546" y="59788"/>
                  </a:lnTo>
                  <a:lnTo>
                    <a:pt x="8593" y="71151"/>
                  </a:lnTo>
                  <a:lnTo>
                    <a:pt x="20370" y="75442"/>
                  </a:lnTo>
                  <a:lnTo>
                    <a:pt x="35392" y="71151"/>
                  </a:lnTo>
                  <a:lnTo>
                    <a:pt x="48598" y="59788"/>
                  </a:lnTo>
                  <a:lnTo>
                    <a:pt x="57988" y="43615"/>
                  </a:lnTo>
                  <a:lnTo>
                    <a:pt x="61563" y="24896"/>
                  </a:lnTo>
                  <a:lnTo>
                    <a:pt x="57988" y="10503"/>
                  </a:lnTo>
                  <a:lnTo>
                    <a:pt x="48598" y="3112"/>
                  </a:lnTo>
                  <a:lnTo>
                    <a:pt x="35392" y="389"/>
                  </a:lnTo>
                  <a:lnTo>
                    <a:pt x="20370" y="0"/>
                  </a:lnTo>
                  <a:close/>
                </a:path>
              </a:pathLst>
            </a:custGeom>
            <a:solidFill>
              <a:srgbClr val="FFFFFF"/>
            </a:solidFill>
          </p:spPr>
          <p:txBody>
            <a:bodyPr wrap="square" lIns="0" tIns="0" rIns="0" bIns="0" rtlCol="0"/>
            <a:lstStyle/>
            <a:p>
              <a:endParaRPr/>
            </a:p>
          </p:txBody>
        </p:sp>
        <p:sp>
          <p:nvSpPr>
            <p:cNvPr id="41" name="object 41"/>
            <p:cNvSpPr/>
            <p:nvPr/>
          </p:nvSpPr>
          <p:spPr>
            <a:xfrm>
              <a:off x="218473" y="2310841"/>
              <a:ext cx="1172210" cy="934085"/>
            </a:xfrm>
            <a:custGeom>
              <a:avLst/>
              <a:gdLst/>
              <a:ahLst/>
              <a:cxnLst/>
              <a:rect l="l" t="t" r="r" b="b"/>
              <a:pathLst>
                <a:path w="1172210" h="934085">
                  <a:moveTo>
                    <a:pt x="0" y="504710"/>
                  </a:moveTo>
                  <a:lnTo>
                    <a:pt x="2859" y="556642"/>
                  </a:lnTo>
                  <a:lnTo>
                    <a:pt x="11175" y="607192"/>
                  </a:lnTo>
                  <a:lnTo>
                    <a:pt x="24550" y="655878"/>
                  </a:lnTo>
                  <a:lnTo>
                    <a:pt x="42589" y="702217"/>
                  </a:lnTo>
                  <a:lnTo>
                    <a:pt x="64895" y="745727"/>
                  </a:lnTo>
                  <a:lnTo>
                    <a:pt x="91074" y="785925"/>
                  </a:lnTo>
                  <a:lnTo>
                    <a:pt x="120730" y="822330"/>
                  </a:lnTo>
                  <a:lnTo>
                    <a:pt x="153466" y="854457"/>
                  </a:lnTo>
                  <a:lnTo>
                    <a:pt x="188886" y="881825"/>
                  </a:lnTo>
                  <a:lnTo>
                    <a:pt x="226595" y="903951"/>
                  </a:lnTo>
                  <a:lnTo>
                    <a:pt x="266197" y="920353"/>
                  </a:lnTo>
                  <a:lnTo>
                    <a:pt x="307296" y="930548"/>
                  </a:lnTo>
                  <a:lnTo>
                    <a:pt x="349496" y="934054"/>
                  </a:lnTo>
                  <a:lnTo>
                    <a:pt x="822594" y="934054"/>
                  </a:lnTo>
                  <a:lnTo>
                    <a:pt x="864889" y="930548"/>
                  </a:lnTo>
                  <a:lnTo>
                    <a:pt x="906051" y="920353"/>
                  </a:lnTo>
                  <a:lnTo>
                    <a:pt x="945690" y="903951"/>
                  </a:lnTo>
                  <a:lnTo>
                    <a:pt x="983413" y="881825"/>
                  </a:lnTo>
                  <a:lnTo>
                    <a:pt x="1018829" y="854457"/>
                  </a:lnTo>
                  <a:lnTo>
                    <a:pt x="1051546" y="822330"/>
                  </a:lnTo>
                  <a:lnTo>
                    <a:pt x="1081172" y="785925"/>
                  </a:lnTo>
                  <a:lnTo>
                    <a:pt x="1107315" y="745727"/>
                  </a:lnTo>
                  <a:lnTo>
                    <a:pt x="1129583" y="702217"/>
                  </a:lnTo>
                  <a:lnTo>
                    <a:pt x="1147585" y="655878"/>
                  </a:lnTo>
                  <a:lnTo>
                    <a:pt x="1160929" y="607192"/>
                  </a:lnTo>
                  <a:lnTo>
                    <a:pt x="1169223" y="556642"/>
                  </a:lnTo>
                  <a:lnTo>
                    <a:pt x="1172074" y="504710"/>
                  </a:lnTo>
                  <a:lnTo>
                    <a:pt x="1172074" y="429268"/>
                  </a:lnTo>
                  <a:lnTo>
                    <a:pt x="1169223" y="377387"/>
                  </a:lnTo>
                  <a:lnTo>
                    <a:pt x="1160929" y="326874"/>
                  </a:lnTo>
                  <a:lnTo>
                    <a:pt x="1147585" y="278213"/>
                  </a:lnTo>
                  <a:lnTo>
                    <a:pt x="1129583" y="231889"/>
                  </a:lnTo>
                  <a:lnTo>
                    <a:pt x="1107315" y="188385"/>
                  </a:lnTo>
                  <a:lnTo>
                    <a:pt x="1081172" y="148187"/>
                  </a:lnTo>
                  <a:lnTo>
                    <a:pt x="1051546" y="111777"/>
                  </a:lnTo>
                  <a:lnTo>
                    <a:pt x="1018829" y="79640"/>
                  </a:lnTo>
                  <a:lnTo>
                    <a:pt x="983413" y="52261"/>
                  </a:lnTo>
                  <a:lnTo>
                    <a:pt x="945690" y="30123"/>
                  </a:lnTo>
                  <a:lnTo>
                    <a:pt x="906051" y="13710"/>
                  </a:lnTo>
                  <a:lnTo>
                    <a:pt x="864889" y="3508"/>
                  </a:lnTo>
                  <a:lnTo>
                    <a:pt x="822594" y="0"/>
                  </a:lnTo>
                  <a:lnTo>
                    <a:pt x="349496" y="0"/>
                  </a:lnTo>
                  <a:lnTo>
                    <a:pt x="307296" y="3508"/>
                  </a:lnTo>
                  <a:lnTo>
                    <a:pt x="266197" y="13710"/>
                  </a:lnTo>
                  <a:lnTo>
                    <a:pt x="226595" y="30123"/>
                  </a:lnTo>
                  <a:lnTo>
                    <a:pt x="188886" y="52261"/>
                  </a:lnTo>
                  <a:lnTo>
                    <a:pt x="153466" y="79640"/>
                  </a:lnTo>
                  <a:lnTo>
                    <a:pt x="120730" y="111777"/>
                  </a:lnTo>
                  <a:lnTo>
                    <a:pt x="91074" y="148187"/>
                  </a:lnTo>
                  <a:lnTo>
                    <a:pt x="64895" y="188385"/>
                  </a:lnTo>
                  <a:lnTo>
                    <a:pt x="42589" y="231889"/>
                  </a:lnTo>
                  <a:lnTo>
                    <a:pt x="24550" y="278213"/>
                  </a:lnTo>
                  <a:lnTo>
                    <a:pt x="11175" y="326874"/>
                  </a:lnTo>
                  <a:lnTo>
                    <a:pt x="2859" y="377387"/>
                  </a:lnTo>
                  <a:lnTo>
                    <a:pt x="0" y="429268"/>
                  </a:lnTo>
                  <a:lnTo>
                    <a:pt x="0" y="504710"/>
                  </a:lnTo>
                </a:path>
              </a:pathLst>
            </a:custGeom>
            <a:ln w="46360">
              <a:solidFill>
                <a:srgbClr val="000000"/>
              </a:solidFill>
            </a:ln>
          </p:spPr>
          <p:txBody>
            <a:bodyPr wrap="square" lIns="0" tIns="0" rIns="0" bIns="0" rtlCol="0"/>
            <a:lstStyle/>
            <a:p>
              <a:endParaRPr/>
            </a:p>
          </p:txBody>
        </p:sp>
      </p:grpSp>
      <p:sp>
        <p:nvSpPr>
          <p:cNvPr id="42" name="object 42"/>
          <p:cNvSpPr txBox="1"/>
          <p:nvPr/>
        </p:nvSpPr>
        <p:spPr>
          <a:xfrm>
            <a:off x="473357" y="2348552"/>
            <a:ext cx="673100" cy="298450"/>
          </a:xfrm>
          <a:prstGeom prst="rect">
            <a:avLst/>
          </a:prstGeom>
        </p:spPr>
        <p:txBody>
          <a:bodyPr vert="horz" wrap="square" lIns="0" tIns="17780" rIns="0" bIns="0" rtlCol="0">
            <a:spAutoFit/>
          </a:bodyPr>
          <a:lstStyle/>
          <a:p>
            <a:pPr marL="12700">
              <a:lnSpc>
                <a:spcPct val="100000"/>
              </a:lnSpc>
              <a:spcBef>
                <a:spcPts val="140"/>
              </a:spcBef>
            </a:pPr>
            <a:r>
              <a:rPr sz="1750" spc="-165" dirty="0">
                <a:latin typeface="Times New Roman"/>
                <a:cs typeface="Times New Roman"/>
              </a:rPr>
              <a:t>Formally</a:t>
            </a:r>
            <a:endParaRPr sz="1750">
              <a:latin typeface="Times New Roman"/>
              <a:cs typeface="Times New Roman"/>
            </a:endParaRPr>
          </a:p>
        </p:txBody>
      </p:sp>
      <p:sp>
        <p:nvSpPr>
          <p:cNvPr id="43" name="object 43"/>
          <p:cNvSpPr txBox="1"/>
          <p:nvPr/>
        </p:nvSpPr>
        <p:spPr>
          <a:xfrm>
            <a:off x="534899" y="2601285"/>
            <a:ext cx="549910" cy="550545"/>
          </a:xfrm>
          <a:prstGeom prst="rect">
            <a:avLst/>
          </a:prstGeom>
        </p:spPr>
        <p:txBody>
          <a:bodyPr vert="horz" wrap="square" lIns="0" tIns="38735" rIns="0" bIns="0" rtlCol="0">
            <a:spAutoFit/>
          </a:bodyPr>
          <a:lstStyle/>
          <a:p>
            <a:pPr marL="12700" marR="5080">
              <a:lnSpc>
                <a:spcPts val="1980"/>
              </a:lnSpc>
              <a:spcBef>
                <a:spcPts val="305"/>
              </a:spcBef>
            </a:pPr>
            <a:r>
              <a:rPr sz="1750" spc="-145" dirty="0">
                <a:latin typeface="Times New Roman"/>
                <a:cs typeface="Times New Roman"/>
              </a:rPr>
              <a:t>specify </a:t>
            </a:r>
            <a:r>
              <a:rPr sz="1750" spc="-135" dirty="0">
                <a:latin typeface="Times New Roman"/>
                <a:cs typeface="Times New Roman"/>
              </a:rPr>
              <a:t>system</a:t>
            </a:r>
            <a:endParaRPr sz="1750">
              <a:latin typeface="Times New Roman"/>
              <a:cs typeface="Times New Roman"/>
            </a:endParaRPr>
          </a:p>
        </p:txBody>
      </p:sp>
      <p:grpSp>
        <p:nvGrpSpPr>
          <p:cNvPr id="44" name="object 44"/>
          <p:cNvGrpSpPr/>
          <p:nvPr/>
        </p:nvGrpSpPr>
        <p:grpSpPr>
          <a:xfrm>
            <a:off x="194661" y="4281101"/>
            <a:ext cx="1219835" cy="981075"/>
            <a:chOff x="194661" y="4281101"/>
            <a:chExt cx="1219835" cy="981075"/>
          </a:xfrm>
        </p:grpSpPr>
        <p:sp>
          <p:nvSpPr>
            <p:cNvPr id="45" name="object 45"/>
            <p:cNvSpPr/>
            <p:nvPr/>
          </p:nvSpPr>
          <p:spPr>
            <a:xfrm>
              <a:off x="218465" y="4304918"/>
              <a:ext cx="1172210" cy="933450"/>
            </a:xfrm>
            <a:custGeom>
              <a:avLst/>
              <a:gdLst/>
              <a:ahLst/>
              <a:cxnLst/>
              <a:rect l="l" t="t" r="r" b="b"/>
              <a:pathLst>
                <a:path w="1172210" h="933450">
                  <a:moveTo>
                    <a:pt x="1089672" y="151041"/>
                  </a:moveTo>
                  <a:lnTo>
                    <a:pt x="1069327" y="151041"/>
                  </a:lnTo>
                  <a:lnTo>
                    <a:pt x="1069327" y="125844"/>
                  </a:lnTo>
                  <a:lnTo>
                    <a:pt x="1048461" y="125844"/>
                  </a:lnTo>
                  <a:lnTo>
                    <a:pt x="1048461" y="100469"/>
                  </a:lnTo>
                  <a:lnTo>
                    <a:pt x="1007757" y="100469"/>
                  </a:lnTo>
                  <a:lnTo>
                    <a:pt x="1007757" y="75488"/>
                  </a:lnTo>
                  <a:lnTo>
                    <a:pt x="966571" y="75488"/>
                  </a:lnTo>
                  <a:lnTo>
                    <a:pt x="966571" y="50520"/>
                  </a:lnTo>
                  <a:lnTo>
                    <a:pt x="905002" y="50520"/>
                  </a:lnTo>
                  <a:lnTo>
                    <a:pt x="905002" y="24968"/>
                  </a:lnTo>
                  <a:lnTo>
                    <a:pt x="822591" y="24968"/>
                  </a:lnTo>
                  <a:lnTo>
                    <a:pt x="822591" y="0"/>
                  </a:lnTo>
                  <a:lnTo>
                    <a:pt x="349504" y="0"/>
                  </a:lnTo>
                  <a:lnTo>
                    <a:pt x="349504" y="24968"/>
                  </a:lnTo>
                  <a:lnTo>
                    <a:pt x="287934" y="24968"/>
                  </a:lnTo>
                  <a:lnTo>
                    <a:pt x="287934" y="50520"/>
                  </a:lnTo>
                  <a:lnTo>
                    <a:pt x="226377" y="50520"/>
                  </a:lnTo>
                  <a:lnTo>
                    <a:pt x="226377" y="75488"/>
                  </a:lnTo>
                  <a:lnTo>
                    <a:pt x="185178" y="75488"/>
                  </a:lnTo>
                  <a:lnTo>
                    <a:pt x="185178" y="100469"/>
                  </a:lnTo>
                  <a:lnTo>
                    <a:pt x="143967" y="100469"/>
                  </a:lnTo>
                  <a:lnTo>
                    <a:pt x="143967" y="125844"/>
                  </a:lnTo>
                  <a:lnTo>
                    <a:pt x="103263" y="125844"/>
                  </a:lnTo>
                  <a:lnTo>
                    <a:pt x="103263" y="151041"/>
                  </a:lnTo>
                  <a:lnTo>
                    <a:pt x="103263" y="176225"/>
                  </a:lnTo>
                  <a:lnTo>
                    <a:pt x="1089672" y="176225"/>
                  </a:lnTo>
                  <a:lnTo>
                    <a:pt x="1089672" y="151041"/>
                  </a:lnTo>
                  <a:close/>
                </a:path>
                <a:path w="1172210" h="933450">
                  <a:moveTo>
                    <a:pt x="1172083" y="327380"/>
                  </a:moveTo>
                  <a:lnTo>
                    <a:pt x="1151724" y="327380"/>
                  </a:lnTo>
                  <a:lnTo>
                    <a:pt x="1151724" y="276999"/>
                  </a:lnTo>
                  <a:lnTo>
                    <a:pt x="1151724" y="251802"/>
                  </a:lnTo>
                  <a:lnTo>
                    <a:pt x="1130884" y="251802"/>
                  </a:lnTo>
                  <a:lnTo>
                    <a:pt x="1130884" y="226618"/>
                  </a:lnTo>
                  <a:lnTo>
                    <a:pt x="1110513" y="226618"/>
                  </a:lnTo>
                  <a:lnTo>
                    <a:pt x="1110513" y="176555"/>
                  </a:lnTo>
                  <a:lnTo>
                    <a:pt x="82410" y="176555"/>
                  </a:lnTo>
                  <a:lnTo>
                    <a:pt x="82410" y="226618"/>
                  </a:lnTo>
                  <a:lnTo>
                    <a:pt x="62052" y="226618"/>
                  </a:lnTo>
                  <a:lnTo>
                    <a:pt x="62052" y="251802"/>
                  </a:lnTo>
                  <a:lnTo>
                    <a:pt x="62052" y="276999"/>
                  </a:lnTo>
                  <a:lnTo>
                    <a:pt x="41211" y="276999"/>
                  </a:lnTo>
                  <a:lnTo>
                    <a:pt x="41211" y="327380"/>
                  </a:lnTo>
                  <a:lnTo>
                    <a:pt x="41211" y="352564"/>
                  </a:lnTo>
                  <a:lnTo>
                    <a:pt x="20853" y="352564"/>
                  </a:lnTo>
                  <a:lnTo>
                    <a:pt x="20853" y="428142"/>
                  </a:lnTo>
                  <a:lnTo>
                    <a:pt x="0" y="428142"/>
                  </a:lnTo>
                  <a:lnTo>
                    <a:pt x="0" y="530301"/>
                  </a:lnTo>
                  <a:lnTo>
                    <a:pt x="20853" y="530301"/>
                  </a:lnTo>
                  <a:lnTo>
                    <a:pt x="20853" y="631063"/>
                  </a:lnTo>
                  <a:lnTo>
                    <a:pt x="41211" y="631063"/>
                  </a:lnTo>
                  <a:lnTo>
                    <a:pt x="41211" y="653453"/>
                  </a:lnTo>
                  <a:lnTo>
                    <a:pt x="41211" y="656259"/>
                  </a:lnTo>
                  <a:lnTo>
                    <a:pt x="41211" y="706640"/>
                  </a:lnTo>
                  <a:lnTo>
                    <a:pt x="62052" y="706640"/>
                  </a:lnTo>
                  <a:lnTo>
                    <a:pt x="62052" y="731824"/>
                  </a:lnTo>
                  <a:lnTo>
                    <a:pt x="82410" y="731824"/>
                  </a:lnTo>
                  <a:lnTo>
                    <a:pt x="82410" y="757021"/>
                  </a:lnTo>
                  <a:lnTo>
                    <a:pt x="82410" y="782218"/>
                  </a:lnTo>
                  <a:lnTo>
                    <a:pt x="103263" y="782218"/>
                  </a:lnTo>
                  <a:lnTo>
                    <a:pt x="103263" y="807402"/>
                  </a:lnTo>
                  <a:lnTo>
                    <a:pt x="103263" y="832599"/>
                  </a:lnTo>
                  <a:lnTo>
                    <a:pt x="143967" y="832599"/>
                  </a:lnTo>
                  <a:lnTo>
                    <a:pt x="143967" y="857859"/>
                  </a:lnTo>
                  <a:lnTo>
                    <a:pt x="164820" y="857859"/>
                  </a:lnTo>
                  <a:lnTo>
                    <a:pt x="164820" y="882827"/>
                  </a:lnTo>
                  <a:lnTo>
                    <a:pt x="206019" y="882827"/>
                  </a:lnTo>
                  <a:lnTo>
                    <a:pt x="206019" y="908405"/>
                  </a:lnTo>
                  <a:lnTo>
                    <a:pt x="226377" y="908405"/>
                  </a:lnTo>
                  <a:lnTo>
                    <a:pt x="226377" y="933373"/>
                  </a:lnTo>
                  <a:lnTo>
                    <a:pt x="966571" y="933373"/>
                  </a:lnTo>
                  <a:lnTo>
                    <a:pt x="966571" y="908405"/>
                  </a:lnTo>
                  <a:lnTo>
                    <a:pt x="1007757" y="908405"/>
                  </a:lnTo>
                  <a:lnTo>
                    <a:pt x="1007757" y="882827"/>
                  </a:lnTo>
                  <a:lnTo>
                    <a:pt x="1028103" y="882827"/>
                  </a:lnTo>
                  <a:lnTo>
                    <a:pt x="1028103" y="857859"/>
                  </a:lnTo>
                  <a:lnTo>
                    <a:pt x="1048461" y="857859"/>
                  </a:lnTo>
                  <a:lnTo>
                    <a:pt x="1048461" y="832599"/>
                  </a:lnTo>
                  <a:lnTo>
                    <a:pt x="1069327" y="832599"/>
                  </a:lnTo>
                  <a:lnTo>
                    <a:pt x="1069327" y="807402"/>
                  </a:lnTo>
                  <a:lnTo>
                    <a:pt x="1089672" y="807402"/>
                  </a:lnTo>
                  <a:lnTo>
                    <a:pt x="1089672" y="782218"/>
                  </a:lnTo>
                  <a:lnTo>
                    <a:pt x="1110513" y="782218"/>
                  </a:lnTo>
                  <a:lnTo>
                    <a:pt x="1110513" y="757021"/>
                  </a:lnTo>
                  <a:lnTo>
                    <a:pt x="1130884" y="757021"/>
                  </a:lnTo>
                  <a:lnTo>
                    <a:pt x="1130884" y="731824"/>
                  </a:lnTo>
                  <a:lnTo>
                    <a:pt x="1151750" y="731824"/>
                  </a:lnTo>
                  <a:lnTo>
                    <a:pt x="1151750" y="706640"/>
                  </a:lnTo>
                  <a:lnTo>
                    <a:pt x="1151737" y="656259"/>
                  </a:lnTo>
                  <a:lnTo>
                    <a:pt x="1171816" y="656259"/>
                  </a:lnTo>
                  <a:lnTo>
                    <a:pt x="1171816" y="653453"/>
                  </a:lnTo>
                  <a:lnTo>
                    <a:pt x="1172083" y="653453"/>
                  </a:lnTo>
                  <a:lnTo>
                    <a:pt x="1172083" y="631063"/>
                  </a:lnTo>
                  <a:lnTo>
                    <a:pt x="1172083" y="530301"/>
                  </a:lnTo>
                  <a:lnTo>
                    <a:pt x="1172083" y="428142"/>
                  </a:lnTo>
                  <a:lnTo>
                    <a:pt x="1172083" y="352564"/>
                  </a:lnTo>
                  <a:lnTo>
                    <a:pt x="1172083" y="327380"/>
                  </a:lnTo>
                  <a:close/>
                </a:path>
              </a:pathLst>
            </a:custGeom>
            <a:solidFill>
              <a:srgbClr val="D7E7F1"/>
            </a:solidFill>
          </p:spPr>
          <p:txBody>
            <a:bodyPr wrap="square" lIns="0" tIns="0" rIns="0" bIns="0" rtlCol="0"/>
            <a:lstStyle/>
            <a:p>
              <a:endParaRPr/>
            </a:p>
          </p:txBody>
        </p:sp>
        <p:pic>
          <p:nvPicPr>
            <p:cNvPr id="46" name="object 46"/>
            <p:cNvPicPr/>
            <p:nvPr/>
          </p:nvPicPr>
          <p:blipFill>
            <a:blip r:embed="rId7" cstate="print"/>
            <a:stretch>
              <a:fillRect/>
            </a:stretch>
          </p:blipFill>
          <p:spPr>
            <a:xfrm>
              <a:off x="218474" y="4304913"/>
              <a:ext cx="1151723" cy="933375"/>
            </a:xfrm>
            <a:prstGeom prst="rect">
              <a:avLst/>
            </a:prstGeom>
          </p:spPr>
        </p:pic>
        <p:sp>
          <p:nvSpPr>
            <p:cNvPr id="47" name="object 47"/>
            <p:cNvSpPr/>
            <p:nvPr/>
          </p:nvSpPr>
          <p:spPr>
            <a:xfrm>
              <a:off x="773973" y="4733552"/>
              <a:ext cx="61594" cy="76200"/>
            </a:xfrm>
            <a:custGeom>
              <a:avLst/>
              <a:gdLst/>
              <a:ahLst/>
              <a:cxnLst/>
              <a:rect l="l" t="t" r="r" b="b"/>
              <a:pathLst>
                <a:path w="61594" h="76200">
                  <a:moveTo>
                    <a:pt x="20370" y="0"/>
                  </a:moveTo>
                  <a:lnTo>
                    <a:pt x="8593" y="399"/>
                  </a:lnTo>
                  <a:lnTo>
                    <a:pt x="2546" y="3193"/>
                  </a:lnTo>
                  <a:lnTo>
                    <a:pt x="318" y="10778"/>
                  </a:lnTo>
                  <a:lnTo>
                    <a:pt x="0" y="25549"/>
                  </a:lnTo>
                  <a:lnTo>
                    <a:pt x="318" y="43982"/>
                  </a:lnTo>
                  <a:lnTo>
                    <a:pt x="2546" y="60187"/>
                  </a:lnTo>
                  <a:lnTo>
                    <a:pt x="8593" y="71710"/>
                  </a:lnTo>
                  <a:lnTo>
                    <a:pt x="20370" y="76096"/>
                  </a:lnTo>
                  <a:lnTo>
                    <a:pt x="35392" y="71710"/>
                  </a:lnTo>
                  <a:lnTo>
                    <a:pt x="48598" y="60187"/>
                  </a:lnTo>
                  <a:lnTo>
                    <a:pt x="57988" y="43982"/>
                  </a:lnTo>
                  <a:lnTo>
                    <a:pt x="61563" y="25549"/>
                  </a:lnTo>
                  <a:lnTo>
                    <a:pt x="57988" y="10778"/>
                  </a:lnTo>
                  <a:lnTo>
                    <a:pt x="48598" y="3193"/>
                  </a:lnTo>
                  <a:lnTo>
                    <a:pt x="35392" y="399"/>
                  </a:lnTo>
                  <a:lnTo>
                    <a:pt x="20370" y="0"/>
                  </a:lnTo>
                  <a:close/>
                </a:path>
              </a:pathLst>
            </a:custGeom>
            <a:solidFill>
              <a:srgbClr val="FFFFFF"/>
            </a:solidFill>
          </p:spPr>
          <p:txBody>
            <a:bodyPr wrap="square" lIns="0" tIns="0" rIns="0" bIns="0" rtlCol="0"/>
            <a:lstStyle/>
            <a:p>
              <a:endParaRPr/>
            </a:p>
          </p:txBody>
        </p:sp>
        <p:sp>
          <p:nvSpPr>
            <p:cNvPr id="48" name="object 48"/>
            <p:cNvSpPr/>
            <p:nvPr/>
          </p:nvSpPr>
          <p:spPr>
            <a:xfrm>
              <a:off x="218473" y="4304913"/>
              <a:ext cx="1172210" cy="933450"/>
            </a:xfrm>
            <a:custGeom>
              <a:avLst/>
              <a:gdLst/>
              <a:ahLst/>
              <a:cxnLst/>
              <a:rect l="l" t="t" r="r" b="b"/>
              <a:pathLst>
                <a:path w="1172210" h="933450">
                  <a:moveTo>
                    <a:pt x="0" y="504735"/>
                  </a:moveTo>
                  <a:lnTo>
                    <a:pt x="2859" y="556611"/>
                  </a:lnTo>
                  <a:lnTo>
                    <a:pt x="11175" y="607097"/>
                  </a:lnTo>
                  <a:lnTo>
                    <a:pt x="24550" y="655715"/>
                  </a:lnTo>
                  <a:lnTo>
                    <a:pt x="42589" y="701983"/>
                  </a:lnTo>
                  <a:lnTo>
                    <a:pt x="64895" y="745421"/>
                  </a:lnTo>
                  <a:lnTo>
                    <a:pt x="91074" y="785548"/>
                  </a:lnTo>
                  <a:lnTo>
                    <a:pt x="120730" y="821884"/>
                  </a:lnTo>
                  <a:lnTo>
                    <a:pt x="153466" y="853948"/>
                  </a:lnTo>
                  <a:lnTo>
                    <a:pt x="188886" y="881260"/>
                  </a:lnTo>
                  <a:lnTo>
                    <a:pt x="226595" y="903340"/>
                  </a:lnTo>
                  <a:lnTo>
                    <a:pt x="266197" y="919705"/>
                  </a:lnTo>
                  <a:lnTo>
                    <a:pt x="307296" y="929877"/>
                  </a:lnTo>
                  <a:lnTo>
                    <a:pt x="349496" y="933375"/>
                  </a:lnTo>
                  <a:lnTo>
                    <a:pt x="822594" y="933375"/>
                  </a:lnTo>
                  <a:lnTo>
                    <a:pt x="864889" y="929877"/>
                  </a:lnTo>
                  <a:lnTo>
                    <a:pt x="906051" y="919705"/>
                  </a:lnTo>
                  <a:lnTo>
                    <a:pt x="945690" y="903340"/>
                  </a:lnTo>
                  <a:lnTo>
                    <a:pt x="983413" y="881260"/>
                  </a:lnTo>
                  <a:lnTo>
                    <a:pt x="1018829" y="853948"/>
                  </a:lnTo>
                  <a:lnTo>
                    <a:pt x="1051546" y="821884"/>
                  </a:lnTo>
                  <a:lnTo>
                    <a:pt x="1081172" y="785548"/>
                  </a:lnTo>
                  <a:lnTo>
                    <a:pt x="1107315" y="745421"/>
                  </a:lnTo>
                  <a:lnTo>
                    <a:pt x="1129583" y="701983"/>
                  </a:lnTo>
                  <a:lnTo>
                    <a:pt x="1147585" y="655715"/>
                  </a:lnTo>
                  <a:lnTo>
                    <a:pt x="1160929" y="607097"/>
                  </a:lnTo>
                  <a:lnTo>
                    <a:pt x="1169223" y="556611"/>
                  </a:lnTo>
                  <a:lnTo>
                    <a:pt x="1172074" y="504735"/>
                  </a:lnTo>
                  <a:lnTo>
                    <a:pt x="1172074" y="428639"/>
                  </a:lnTo>
                  <a:lnTo>
                    <a:pt x="1169223" y="376764"/>
                  </a:lnTo>
                  <a:lnTo>
                    <a:pt x="1160929" y="326277"/>
                  </a:lnTo>
                  <a:lnTo>
                    <a:pt x="1147585" y="277659"/>
                  </a:lnTo>
                  <a:lnTo>
                    <a:pt x="1129583" y="231391"/>
                  </a:lnTo>
                  <a:lnTo>
                    <a:pt x="1107315" y="187953"/>
                  </a:lnTo>
                  <a:lnTo>
                    <a:pt x="1081172" y="147826"/>
                  </a:lnTo>
                  <a:lnTo>
                    <a:pt x="1051546" y="111490"/>
                  </a:lnTo>
                  <a:lnTo>
                    <a:pt x="1018829" y="79426"/>
                  </a:lnTo>
                  <a:lnTo>
                    <a:pt x="983413" y="52114"/>
                  </a:lnTo>
                  <a:lnTo>
                    <a:pt x="945690" y="30035"/>
                  </a:lnTo>
                  <a:lnTo>
                    <a:pt x="906051" y="13669"/>
                  </a:lnTo>
                  <a:lnTo>
                    <a:pt x="864889" y="3497"/>
                  </a:lnTo>
                  <a:lnTo>
                    <a:pt x="822594" y="0"/>
                  </a:lnTo>
                  <a:lnTo>
                    <a:pt x="349496" y="0"/>
                  </a:lnTo>
                  <a:lnTo>
                    <a:pt x="307296" y="3497"/>
                  </a:lnTo>
                  <a:lnTo>
                    <a:pt x="266197" y="13669"/>
                  </a:lnTo>
                  <a:lnTo>
                    <a:pt x="226595" y="30035"/>
                  </a:lnTo>
                  <a:lnTo>
                    <a:pt x="188886" y="52114"/>
                  </a:lnTo>
                  <a:lnTo>
                    <a:pt x="153466" y="79426"/>
                  </a:lnTo>
                  <a:lnTo>
                    <a:pt x="120730" y="111490"/>
                  </a:lnTo>
                  <a:lnTo>
                    <a:pt x="91074" y="147826"/>
                  </a:lnTo>
                  <a:lnTo>
                    <a:pt x="64895" y="187953"/>
                  </a:lnTo>
                  <a:lnTo>
                    <a:pt x="42589" y="231391"/>
                  </a:lnTo>
                  <a:lnTo>
                    <a:pt x="24550" y="277659"/>
                  </a:lnTo>
                  <a:lnTo>
                    <a:pt x="11175" y="326277"/>
                  </a:lnTo>
                  <a:lnTo>
                    <a:pt x="2859" y="376764"/>
                  </a:lnTo>
                  <a:lnTo>
                    <a:pt x="0" y="428639"/>
                  </a:lnTo>
                  <a:lnTo>
                    <a:pt x="0" y="504735"/>
                  </a:lnTo>
                </a:path>
              </a:pathLst>
            </a:custGeom>
            <a:ln w="46363">
              <a:solidFill>
                <a:srgbClr val="000000"/>
              </a:solidFill>
            </a:ln>
          </p:spPr>
          <p:txBody>
            <a:bodyPr wrap="square" lIns="0" tIns="0" rIns="0" bIns="0" rtlCol="0"/>
            <a:lstStyle/>
            <a:p>
              <a:endParaRPr/>
            </a:p>
          </p:txBody>
        </p:sp>
      </p:grpSp>
      <p:sp>
        <p:nvSpPr>
          <p:cNvPr id="49" name="object 49"/>
          <p:cNvSpPr txBox="1"/>
          <p:nvPr/>
        </p:nvSpPr>
        <p:spPr>
          <a:xfrm>
            <a:off x="493707" y="4342624"/>
            <a:ext cx="632460" cy="298450"/>
          </a:xfrm>
          <a:prstGeom prst="rect">
            <a:avLst/>
          </a:prstGeom>
        </p:spPr>
        <p:txBody>
          <a:bodyPr vert="horz" wrap="square" lIns="0" tIns="17780" rIns="0" bIns="0" rtlCol="0">
            <a:spAutoFit/>
          </a:bodyPr>
          <a:lstStyle/>
          <a:p>
            <a:pPr marL="12700">
              <a:lnSpc>
                <a:spcPct val="100000"/>
              </a:lnSpc>
              <a:spcBef>
                <a:spcPts val="140"/>
              </a:spcBef>
            </a:pPr>
            <a:r>
              <a:rPr sz="1750" spc="-165" dirty="0">
                <a:latin typeface="Times New Roman"/>
                <a:cs typeface="Times New Roman"/>
              </a:rPr>
              <a:t>Develop</a:t>
            </a:r>
            <a:endParaRPr sz="1750">
              <a:latin typeface="Times New Roman"/>
              <a:cs typeface="Times New Roman"/>
            </a:endParaRPr>
          </a:p>
        </p:txBody>
      </p:sp>
      <p:sp>
        <p:nvSpPr>
          <p:cNvPr id="50" name="object 50"/>
          <p:cNvSpPr txBox="1"/>
          <p:nvPr/>
        </p:nvSpPr>
        <p:spPr>
          <a:xfrm>
            <a:off x="390951" y="4594703"/>
            <a:ext cx="837565" cy="298450"/>
          </a:xfrm>
          <a:prstGeom prst="rect">
            <a:avLst/>
          </a:prstGeom>
        </p:spPr>
        <p:txBody>
          <a:bodyPr vert="horz" wrap="square" lIns="0" tIns="17780" rIns="0" bIns="0" rtlCol="0">
            <a:spAutoFit/>
          </a:bodyPr>
          <a:lstStyle/>
          <a:p>
            <a:pPr marL="12700">
              <a:lnSpc>
                <a:spcPct val="100000"/>
              </a:lnSpc>
              <a:spcBef>
                <a:spcPts val="140"/>
              </a:spcBef>
            </a:pPr>
            <a:r>
              <a:rPr sz="1750" spc="-140" dirty="0">
                <a:latin typeface="Times New Roman"/>
                <a:cs typeface="Times New Roman"/>
              </a:rPr>
              <a:t>operational</a:t>
            </a:r>
            <a:endParaRPr sz="1750">
              <a:latin typeface="Times New Roman"/>
              <a:cs typeface="Times New Roman"/>
            </a:endParaRPr>
          </a:p>
        </p:txBody>
      </p:sp>
      <p:sp>
        <p:nvSpPr>
          <p:cNvPr id="51" name="object 51"/>
          <p:cNvSpPr txBox="1"/>
          <p:nvPr/>
        </p:nvSpPr>
        <p:spPr>
          <a:xfrm>
            <a:off x="555270" y="4847360"/>
            <a:ext cx="498475" cy="298450"/>
          </a:xfrm>
          <a:prstGeom prst="rect">
            <a:avLst/>
          </a:prstGeom>
        </p:spPr>
        <p:txBody>
          <a:bodyPr vert="horz" wrap="square" lIns="0" tIns="17780" rIns="0" bIns="0" rtlCol="0">
            <a:spAutoFit/>
          </a:bodyPr>
          <a:lstStyle/>
          <a:p>
            <a:pPr marL="12700">
              <a:lnSpc>
                <a:spcPct val="100000"/>
              </a:lnSpc>
              <a:spcBef>
                <a:spcPts val="140"/>
              </a:spcBef>
            </a:pPr>
            <a:r>
              <a:rPr sz="1750" spc="-135" dirty="0">
                <a:latin typeface="Times New Roman"/>
                <a:cs typeface="Times New Roman"/>
              </a:rPr>
              <a:t>profile</a:t>
            </a:r>
            <a:endParaRPr sz="1750">
              <a:latin typeface="Times New Roman"/>
              <a:cs typeface="Times New Roman"/>
            </a:endParaRPr>
          </a:p>
        </p:txBody>
      </p:sp>
      <p:grpSp>
        <p:nvGrpSpPr>
          <p:cNvPr id="52" name="object 52"/>
          <p:cNvGrpSpPr/>
          <p:nvPr/>
        </p:nvGrpSpPr>
        <p:grpSpPr>
          <a:xfrm>
            <a:off x="4162594" y="4583701"/>
            <a:ext cx="1199515" cy="981710"/>
            <a:chOff x="4162594" y="4583701"/>
            <a:chExt cx="1199515" cy="981710"/>
          </a:xfrm>
        </p:grpSpPr>
        <p:sp>
          <p:nvSpPr>
            <p:cNvPr id="53" name="object 53"/>
            <p:cNvSpPr/>
            <p:nvPr/>
          </p:nvSpPr>
          <p:spPr>
            <a:xfrm>
              <a:off x="4186402" y="4607521"/>
              <a:ext cx="1151890" cy="934085"/>
            </a:xfrm>
            <a:custGeom>
              <a:avLst/>
              <a:gdLst/>
              <a:ahLst/>
              <a:cxnLst/>
              <a:rect l="l" t="t" r="r" b="b"/>
              <a:pathLst>
                <a:path w="1151889" h="934085">
                  <a:moveTo>
                    <a:pt x="1007262" y="832904"/>
                  </a:moveTo>
                  <a:lnTo>
                    <a:pt x="144068" y="832904"/>
                  </a:lnTo>
                  <a:lnTo>
                    <a:pt x="144068" y="857859"/>
                  </a:lnTo>
                  <a:lnTo>
                    <a:pt x="185267" y="857859"/>
                  </a:lnTo>
                  <a:lnTo>
                    <a:pt x="185267" y="883437"/>
                  </a:lnTo>
                  <a:lnTo>
                    <a:pt x="225844" y="883437"/>
                  </a:lnTo>
                  <a:lnTo>
                    <a:pt x="225844" y="908392"/>
                  </a:lnTo>
                  <a:lnTo>
                    <a:pt x="287934" y="908392"/>
                  </a:lnTo>
                  <a:lnTo>
                    <a:pt x="287934" y="933970"/>
                  </a:lnTo>
                  <a:lnTo>
                    <a:pt x="863396" y="933970"/>
                  </a:lnTo>
                  <a:lnTo>
                    <a:pt x="863396" y="908392"/>
                  </a:lnTo>
                  <a:lnTo>
                    <a:pt x="924877" y="908392"/>
                  </a:lnTo>
                  <a:lnTo>
                    <a:pt x="924877" y="883437"/>
                  </a:lnTo>
                  <a:lnTo>
                    <a:pt x="966076" y="883437"/>
                  </a:lnTo>
                  <a:lnTo>
                    <a:pt x="966076" y="857859"/>
                  </a:lnTo>
                  <a:lnTo>
                    <a:pt x="1007262" y="857859"/>
                  </a:lnTo>
                  <a:lnTo>
                    <a:pt x="1007262" y="832904"/>
                  </a:lnTo>
                  <a:close/>
                </a:path>
                <a:path w="1151889" h="934085">
                  <a:moveTo>
                    <a:pt x="1068946" y="152133"/>
                  </a:moveTo>
                  <a:lnTo>
                    <a:pt x="1048461" y="152133"/>
                  </a:lnTo>
                  <a:lnTo>
                    <a:pt x="1048461" y="125539"/>
                  </a:lnTo>
                  <a:lnTo>
                    <a:pt x="1028166" y="125539"/>
                  </a:lnTo>
                  <a:lnTo>
                    <a:pt x="1028166" y="101066"/>
                  </a:lnTo>
                  <a:lnTo>
                    <a:pt x="986980" y="101066"/>
                  </a:lnTo>
                  <a:lnTo>
                    <a:pt x="986980" y="75488"/>
                  </a:lnTo>
                  <a:lnTo>
                    <a:pt x="966076" y="75488"/>
                  </a:lnTo>
                  <a:lnTo>
                    <a:pt x="966076" y="50520"/>
                  </a:lnTo>
                  <a:lnTo>
                    <a:pt x="924877" y="50520"/>
                  </a:lnTo>
                  <a:lnTo>
                    <a:pt x="924877" y="24968"/>
                  </a:lnTo>
                  <a:lnTo>
                    <a:pt x="801712" y="24968"/>
                  </a:lnTo>
                  <a:lnTo>
                    <a:pt x="801712" y="0"/>
                  </a:lnTo>
                  <a:lnTo>
                    <a:pt x="349618" y="0"/>
                  </a:lnTo>
                  <a:lnTo>
                    <a:pt x="349618" y="24968"/>
                  </a:lnTo>
                  <a:lnTo>
                    <a:pt x="225844" y="24968"/>
                  </a:lnTo>
                  <a:lnTo>
                    <a:pt x="225844" y="50520"/>
                  </a:lnTo>
                  <a:lnTo>
                    <a:pt x="205549" y="50520"/>
                  </a:lnTo>
                  <a:lnTo>
                    <a:pt x="205549" y="75488"/>
                  </a:lnTo>
                  <a:lnTo>
                    <a:pt x="164363" y="75488"/>
                  </a:lnTo>
                  <a:lnTo>
                    <a:pt x="164363" y="101066"/>
                  </a:lnTo>
                  <a:lnTo>
                    <a:pt x="144068" y="101066"/>
                  </a:lnTo>
                  <a:lnTo>
                    <a:pt x="144068" y="125539"/>
                  </a:lnTo>
                  <a:lnTo>
                    <a:pt x="102882" y="125539"/>
                  </a:lnTo>
                  <a:lnTo>
                    <a:pt x="102882" y="152133"/>
                  </a:lnTo>
                  <a:lnTo>
                    <a:pt x="102882" y="175920"/>
                  </a:lnTo>
                  <a:lnTo>
                    <a:pt x="1068946" y="175920"/>
                  </a:lnTo>
                  <a:lnTo>
                    <a:pt x="1068946" y="152133"/>
                  </a:lnTo>
                  <a:close/>
                </a:path>
                <a:path w="1151889" h="934085">
                  <a:moveTo>
                    <a:pt x="1110145" y="202133"/>
                  </a:moveTo>
                  <a:lnTo>
                    <a:pt x="1089647" y="202133"/>
                  </a:lnTo>
                  <a:lnTo>
                    <a:pt x="1089647" y="176555"/>
                  </a:lnTo>
                  <a:lnTo>
                    <a:pt x="82384" y="176555"/>
                  </a:lnTo>
                  <a:lnTo>
                    <a:pt x="82384" y="202133"/>
                  </a:lnTo>
                  <a:lnTo>
                    <a:pt x="61683" y="202133"/>
                  </a:lnTo>
                  <a:lnTo>
                    <a:pt x="61683" y="227101"/>
                  </a:lnTo>
                  <a:lnTo>
                    <a:pt x="1110145" y="227101"/>
                  </a:lnTo>
                  <a:lnTo>
                    <a:pt x="1110145" y="202133"/>
                  </a:lnTo>
                  <a:close/>
                </a:path>
                <a:path w="1151889" h="934085">
                  <a:moveTo>
                    <a:pt x="1151331" y="303276"/>
                  </a:moveTo>
                  <a:lnTo>
                    <a:pt x="1130846" y="303276"/>
                  </a:lnTo>
                  <a:lnTo>
                    <a:pt x="1130846" y="252895"/>
                  </a:lnTo>
                  <a:lnTo>
                    <a:pt x="1130846" y="227698"/>
                  </a:lnTo>
                  <a:lnTo>
                    <a:pt x="41186" y="227698"/>
                  </a:lnTo>
                  <a:lnTo>
                    <a:pt x="41186" y="252895"/>
                  </a:lnTo>
                  <a:lnTo>
                    <a:pt x="20497" y="252895"/>
                  </a:lnTo>
                  <a:lnTo>
                    <a:pt x="20497" y="303276"/>
                  </a:lnTo>
                  <a:lnTo>
                    <a:pt x="20497" y="404037"/>
                  </a:lnTo>
                  <a:lnTo>
                    <a:pt x="0" y="404037"/>
                  </a:lnTo>
                  <a:lnTo>
                    <a:pt x="0" y="555180"/>
                  </a:lnTo>
                  <a:lnTo>
                    <a:pt x="20497" y="555180"/>
                  </a:lnTo>
                  <a:lnTo>
                    <a:pt x="20497" y="627951"/>
                  </a:lnTo>
                  <a:lnTo>
                    <a:pt x="20497" y="630758"/>
                  </a:lnTo>
                  <a:lnTo>
                    <a:pt x="20497" y="681139"/>
                  </a:lnTo>
                  <a:lnTo>
                    <a:pt x="41186" y="681139"/>
                  </a:lnTo>
                  <a:lnTo>
                    <a:pt x="41186" y="706323"/>
                  </a:lnTo>
                  <a:lnTo>
                    <a:pt x="61683" y="706323"/>
                  </a:lnTo>
                  <a:lnTo>
                    <a:pt x="61683" y="731520"/>
                  </a:lnTo>
                  <a:lnTo>
                    <a:pt x="61683" y="756704"/>
                  </a:lnTo>
                  <a:lnTo>
                    <a:pt x="82384" y="756704"/>
                  </a:lnTo>
                  <a:lnTo>
                    <a:pt x="82384" y="781900"/>
                  </a:lnTo>
                  <a:lnTo>
                    <a:pt x="102882" y="781900"/>
                  </a:lnTo>
                  <a:lnTo>
                    <a:pt x="102882" y="807085"/>
                  </a:lnTo>
                  <a:lnTo>
                    <a:pt x="102882" y="832281"/>
                  </a:lnTo>
                  <a:lnTo>
                    <a:pt x="1048461" y="832281"/>
                  </a:lnTo>
                  <a:lnTo>
                    <a:pt x="1048461" y="807085"/>
                  </a:lnTo>
                  <a:lnTo>
                    <a:pt x="1068946" y="807085"/>
                  </a:lnTo>
                  <a:lnTo>
                    <a:pt x="1068946" y="781900"/>
                  </a:lnTo>
                  <a:lnTo>
                    <a:pt x="1089647" y="781900"/>
                  </a:lnTo>
                  <a:lnTo>
                    <a:pt x="1089647" y="756704"/>
                  </a:lnTo>
                  <a:lnTo>
                    <a:pt x="1089647" y="731520"/>
                  </a:lnTo>
                  <a:lnTo>
                    <a:pt x="1110145" y="731520"/>
                  </a:lnTo>
                  <a:lnTo>
                    <a:pt x="1110145" y="706323"/>
                  </a:lnTo>
                  <a:lnTo>
                    <a:pt x="1130935" y="706323"/>
                  </a:lnTo>
                  <a:lnTo>
                    <a:pt x="1130935" y="681139"/>
                  </a:lnTo>
                  <a:lnTo>
                    <a:pt x="1130884" y="630758"/>
                  </a:lnTo>
                  <a:lnTo>
                    <a:pt x="1151115" y="630758"/>
                  </a:lnTo>
                  <a:lnTo>
                    <a:pt x="1151115" y="627951"/>
                  </a:lnTo>
                  <a:lnTo>
                    <a:pt x="1151331" y="627951"/>
                  </a:lnTo>
                  <a:lnTo>
                    <a:pt x="1151331" y="555180"/>
                  </a:lnTo>
                  <a:lnTo>
                    <a:pt x="1151331" y="404037"/>
                  </a:lnTo>
                  <a:lnTo>
                    <a:pt x="1151331" y="303276"/>
                  </a:lnTo>
                  <a:close/>
                </a:path>
              </a:pathLst>
            </a:custGeom>
            <a:solidFill>
              <a:srgbClr val="D7E7F1"/>
            </a:solidFill>
          </p:spPr>
          <p:txBody>
            <a:bodyPr wrap="square" lIns="0" tIns="0" rIns="0" bIns="0" rtlCol="0"/>
            <a:lstStyle/>
            <a:p>
              <a:endParaRPr/>
            </a:p>
          </p:txBody>
        </p:sp>
        <p:pic>
          <p:nvPicPr>
            <p:cNvPr id="54" name="object 54"/>
            <p:cNvPicPr/>
            <p:nvPr/>
          </p:nvPicPr>
          <p:blipFill>
            <a:blip r:embed="rId8" cstate="print"/>
            <a:stretch>
              <a:fillRect/>
            </a:stretch>
          </p:blipFill>
          <p:spPr>
            <a:xfrm>
              <a:off x="4186407" y="4607513"/>
              <a:ext cx="1130844" cy="933971"/>
            </a:xfrm>
            <a:prstGeom prst="rect">
              <a:avLst/>
            </a:prstGeom>
          </p:spPr>
        </p:pic>
        <p:pic>
          <p:nvPicPr>
            <p:cNvPr id="55" name="object 55"/>
            <p:cNvPicPr/>
            <p:nvPr/>
          </p:nvPicPr>
          <p:blipFill>
            <a:blip r:embed="rId9" cstate="print"/>
            <a:stretch>
              <a:fillRect/>
            </a:stretch>
          </p:blipFill>
          <p:spPr>
            <a:xfrm>
              <a:off x="4515536" y="4759102"/>
              <a:ext cx="472585" cy="580253"/>
            </a:xfrm>
            <a:prstGeom prst="rect">
              <a:avLst/>
            </a:prstGeom>
          </p:spPr>
        </p:pic>
        <p:pic>
          <p:nvPicPr>
            <p:cNvPr id="56" name="object 56"/>
            <p:cNvPicPr/>
            <p:nvPr/>
          </p:nvPicPr>
          <p:blipFill>
            <a:blip r:embed="rId10" cstate="print"/>
            <a:stretch>
              <a:fillRect/>
            </a:stretch>
          </p:blipFill>
          <p:spPr>
            <a:xfrm>
              <a:off x="4577222" y="4860170"/>
              <a:ext cx="328514" cy="378118"/>
            </a:xfrm>
            <a:prstGeom prst="rect">
              <a:avLst/>
            </a:prstGeom>
          </p:spPr>
        </p:pic>
        <p:pic>
          <p:nvPicPr>
            <p:cNvPr id="57" name="object 57"/>
            <p:cNvPicPr/>
            <p:nvPr/>
          </p:nvPicPr>
          <p:blipFill>
            <a:blip r:embed="rId11" cstate="print"/>
            <a:stretch>
              <a:fillRect/>
            </a:stretch>
          </p:blipFill>
          <p:spPr>
            <a:xfrm>
              <a:off x="4700185" y="5011181"/>
              <a:ext cx="82589" cy="76096"/>
            </a:xfrm>
            <a:prstGeom prst="rect">
              <a:avLst/>
            </a:prstGeom>
          </p:spPr>
        </p:pic>
        <p:sp>
          <p:nvSpPr>
            <p:cNvPr id="58" name="object 58"/>
            <p:cNvSpPr/>
            <p:nvPr/>
          </p:nvSpPr>
          <p:spPr>
            <a:xfrm>
              <a:off x="4186407" y="4607513"/>
              <a:ext cx="1151890" cy="934085"/>
            </a:xfrm>
            <a:custGeom>
              <a:avLst/>
              <a:gdLst/>
              <a:ahLst/>
              <a:cxnLst/>
              <a:rect l="l" t="t" r="r" b="b"/>
              <a:pathLst>
                <a:path w="1151889" h="934085">
                  <a:moveTo>
                    <a:pt x="0" y="504735"/>
                  </a:moveTo>
                  <a:lnTo>
                    <a:pt x="2852" y="556621"/>
                  </a:lnTo>
                  <a:lnTo>
                    <a:pt x="11148" y="607135"/>
                  </a:lnTo>
                  <a:lnTo>
                    <a:pt x="24495" y="655795"/>
                  </a:lnTo>
                  <a:lnTo>
                    <a:pt x="42503" y="702118"/>
                  </a:lnTo>
                  <a:lnTo>
                    <a:pt x="64778" y="745618"/>
                  </a:lnTo>
                  <a:lnTo>
                    <a:pt x="90930" y="785812"/>
                  </a:lnTo>
                  <a:lnTo>
                    <a:pt x="120567" y="822217"/>
                  </a:lnTo>
                  <a:lnTo>
                    <a:pt x="153296" y="854348"/>
                  </a:lnTo>
                  <a:lnTo>
                    <a:pt x="188726" y="881722"/>
                  </a:lnTo>
                  <a:lnTo>
                    <a:pt x="226466" y="903855"/>
                  </a:lnTo>
                  <a:lnTo>
                    <a:pt x="266123" y="920263"/>
                  </a:lnTo>
                  <a:lnTo>
                    <a:pt x="307306" y="930463"/>
                  </a:lnTo>
                  <a:lnTo>
                    <a:pt x="349623" y="933971"/>
                  </a:lnTo>
                  <a:lnTo>
                    <a:pt x="801715" y="933971"/>
                  </a:lnTo>
                  <a:lnTo>
                    <a:pt x="844031" y="930463"/>
                  </a:lnTo>
                  <a:lnTo>
                    <a:pt x="885214" y="920263"/>
                  </a:lnTo>
                  <a:lnTo>
                    <a:pt x="924871" y="903855"/>
                  </a:lnTo>
                  <a:lnTo>
                    <a:pt x="962611" y="881722"/>
                  </a:lnTo>
                  <a:lnTo>
                    <a:pt x="998041" y="854348"/>
                  </a:lnTo>
                  <a:lnTo>
                    <a:pt x="1030771" y="822217"/>
                  </a:lnTo>
                  <a:lnTo>
                    <a:pt x="1060407" y="785812"/>
                  </a:lnTo>
                  <a:lnTo>
                    <a:pt x="1086559" y="745618"/>
                  </a:lnTo>
                  <a:lnTo>
                    <a:pt x="1108835" y="702118"/>
                  </a:lnTo>
                  <a:lnTo>
                    <a:pt x="1126842" y="655795"/>
                  </a:lnTo>
                  <a:lnTo>
                    <a:pt x="1140190" y="607135"/>
                  </a:lnTo>
                  <a:lnTo>
                    <a:pt x="1148486" y="556621"/>
                  </a:lnTo>
                  <a:lnTo>
                    <a:pt x="1151338" y="504735"/>
                  </a:lnTo>
                  <a:lnTo>
                    <a:pt x="1151338" y="429242"/>
                  </a:lnTo>
                  <a:lnTo>
                    <a:pt x="1148486" y="377357"/>
                  </a:lnTo>
                  <a:lnTo>
                    <a:pt x="1140190" y="326842"/>
                  </a:lnTo>
                  <a:lnTo>
                    <a:pt x="1126842" y="278181"/>
                  </a:lnTo>
                  <a:lnTo>
                    <a:pt x="1108835" y="231858"/>
                  </a:lnTo>
                  <a:lnTo>
                    <a:pt x="1086559" y="188358"/>
                  </a:lnTo>
                  <a:lnTo>
                    <a:pt x="1060407" y="148162"/>
                  </a:lnTo>
                  <a:lnTo>
                    <a:pt x="1030771" y="111757"/>
                  </a:lnTo>
                  <a:lnTo>
                    <a:pt x="998041" y="79625"/>
                  </a:lnTo>
                  <a:lnTo>
                    <a:pt x="962611" y="52250"/>
                  </a:lnTo>
                  <a:lnTo>
                    <a:pt x="924871" y="30116"/>
                  </a:lnTo>
                  <a:lnTo>
                    <a:pt x="885214" y="13707"/>
                  </a:lnTo>
                  <a:lnTo>
                    <a:pt x="844031" y="3507"/>
                  </a:lnTo>
                  <a:lnTo>
                    <a:pt x="801715" y="0"/>
                  </a:lnTo>
                  <a:lnTo>
                    <a:pt x="349623" y="0"/>
                  </a:lnTo>
                  <a:lnTo>
                    <a:pt x="307306" y="3507"/>
                  </a:lnTo>
                  <a:lnTo>
                    <a:pt x="266123" y="13707"/>
                  </a:lnTo>
                  <a:lnTo>
                    <a:pt x="226466" y="30116"/>
                  </a:lnTo>
                  <a:lnTo>
                    <a:pt x="188726" y="52250"/>
                  </a:lnTo>
                  <a:lnTo>
                    <a:pt x="153296" y="79625"/>
                  </a:lnTo>
                  <a:lnTo>
                    <a:pt x="120567" y="111757"/>
                  </a:lnTo>
                  <a:lnTo>
                    <a:pt x="90930" y="148162"/>
                  </a:lnTo>
                  <a:lnTo>
                    <a:pt x="64778" y="188358"/>
                  </a:lnTo>
                  <a:lnTo>
                    <a:pt x="42503" y="231858"/>
                  </a:lnTo>
                  <a:lnTo>
                    <a:pt x="24495" y="278181"/>
                  </a:lnTo>
                  <a:lnTo>
                    <a:pt x="11148" y="326842"/>
                  </a:lnTo>
                  <a:lnTo>
                    <a:pt x="2852" y="377357"/>
                  </a:lnTo>
                  <a:lnTo>
                    <a:pt x="0" y="429242"/>
                  </a:lnTo>
                  <a:lnTo>
                    <a:pt x="0" y="504735"/>
                  </a:lnTo>
                </a:path>
              </a:pathLst>
            </a:custGeom>
            <a:ln w="46281">
              <a:solidFill>
                <a:srgbClr val="000000"/>
              </a:solidFill>
            </a:ln>
          </p:spPr>
          <p:txBody>
            <a:bodyPr wrap="square" lIns="0" tIns="0" rIns="0" bIns="0" rtlCol="0"/>
            <a:lstStyle/>
            <a:p>
              <a:endParaRPr/>
            </a:p>
          </p:txBody>
        </p:sp>
      </p:grpSp>
      <p:sp>
        <p:nvSpPr>
          <p:cNvPr id="59" name="object 59"/>
          <p:cNvSpPr txBox="1"/>
          <p:nvPr/>
        </p:nvSpPr>
        <p:spPr>
          <a:xfrm>
            <a:off x="4196654" y="4645224"/>
            <a:ext cx="1141095" cy="803275"/>
          </a:xfrm>
          <a:prstGeom prst="rect">
            <a:avLst/>
          </a:prstGeom>
        </p:spPr>
        <p:txBody>
          <a:bodyPr vert="horz" wrap="square" lIns="0" tIns="31750" rIns="0" bIns="0" rtlCol="0">
            <a:spAutoFit/>
          </a:bodyPr>
          <a:lstStyle/>
          <a:p>
            <a:pPr marL="236220" marR="248920" algn="ctr">
              <a:lnSpc>
                <a:spcPct val="94600"/>
              </a:lnSpc>
              <a:spcBef>
                <a:spcPts val="250"/>
              </a:spcBef>
            </a:pPr>
            <a:r>
              <a:rPr sz="1750" spc="-10" dirty="0">
                <a:latin typeface="Times New Roman"/>
                <a:cs typeface="Times New Roman"/>
              </a:rPr>
              <a:t>Design </a:t>
            </a:r>
            <a:r>
              <a:rPr sz="1750" spc="-145" dirty="0">
                <a:latin typeface="Times New Roman"/>
                <a:cs typeface="Times New Roman"/>
              </a:rPr>
              <a:t>statistical </a:t>
            </a:r>
            <a:r>
              <a:rPr sz="1750" spc="-10" dirty="0">
                <a:latin typeface="Times New Roman"/>
                <a:cs typeface="Times New Roman"/>
              </a:rPr>
              <a:t>tests</a:t>
            </a:r>
            <a:endParaRPr sz="1750">
              <a:latin typeface="Times New Roman"/>
              <a:cs typeface="Times New Roman"/>
            </a:endParaRPr>
          </a:p>
        </p:txBody>
      </p:sp>
      <p:grpSp>
        <p:nvGrpSpPr>
          <p:cNvPr id="60" name="object 60"/>
          <p:cNvGrpSpPr/>
          <p:nvPr/>
        </p:nvGrpSpPr>
        <p:grpSpPr>
          <a:xfrm>
            <a:off x="7534020" y="4583701"/>
            <a:ext cx="1199515" cy="981710"/>
            <a:chOff x="7534020" y="4583701"/>
            <a:chExt cx="1199515" cy="981710"/>
          </a:xfrm>
        </p:grpSpPr>
        <p:sp>
          <p:nvSpPr>
            <p:cNvPr id="61" name="object 61"/>
            <p:cNvSpPr/>
            <p:nvPr/>
          </p:nvSpPr>
          <p:spPr>
            <a:xfrm>
              <a:off x="7557821" y="4607521"/>
              <a:ext cx="1151890" cy="934085"/>
            </a:xfrm>
            <a:custGeom>
              <a:avLst/>
              <a:gdLst/>
              <a:ahLst/>
              <a:cxnLst/>
              <a:rect l="l" t="t" r="r" b="b"/>
              <a:pathLst>
                <a:path w="1151890" h="934085">
                  <a:moveTo>
                    <a:pt x="1027976" y="832904"/>
                  </a:moveTo>
                  <a:lnTo>
                    <a:pt x="143878" y="832904"/>
                  </a:lnTo>
                  <a:lnTo>
                    <a:pt x="143878" y="857859"/>
                  </a:lnTo>
                  <a:lnTo>
                    <a:pt x="185064" y="857859"/>
                  </a:lnTo>
                  <a:lnTo>
                    <a:pt x="185064" y="883437"/>
                  </a:lnTo>
                  <a:lnTo>
                    <a:pt x="205968" y="883437"/>
                  </a:lnTo>
                  <a:lnTo>
                    <a:pt x="205968" y="908392"/>
                  </a:lnTo>
                  <a:lnTo>
                    <a:pt x="287947" y="908392"/>
                  </a:lnTo>
                  <a:lnTo>
                    <a:pt x="287947" y="933970"/>
                  </a:lnTo>
                  <a:lnTo>
                    <a:pt x="884110" y="933970"/>
                  </a:lnTo>
                  <a:lnTo>
                    <a:pt x="884110" y="908392"/>
                  </a:lnTo>
                  <a:lnTo>
                    <a:pt x="945591" y="908392"/>
                  </a:lnTo>
                  <a:lnTo>
                    <a:pt x="945591" y="883437"/>
                  </a:lnTo>
                  <a:lnTo>
                    <a:pt x="986777" y="883437"/>
                  </a:lnTo>
                  <a:lnTo>
                    <a:pt x="986777" y="857859"/>
                  </a:lnTo>
                  <a:lnTo>
                    <a:pt x="1027976" y="857859"/>
                  </a:lnTo>
                  <a:lnTo>
                    <a:pt x="1027976" y="832904"/>
                  </a:lnTo>
                  <a:close/>
                </a:path>
                <a:path w="1151890" h="934085">
                  <a:moveTo>
                    <a:pt x="1069162" y="152133"/>
                  </a:moveTo>
                  <a:lnTo>
                    <a:pt x="1048880" y="152133"/>
                  </a:lnTo>
                  <a:lnTo>
                    <a:pt x="1048880" y="125539"/>
                  </a:lnTo>
                  <a:lnTo>
                    <a:pt x="1027976" y="125539"/>
                  </a:lnTo>
                  <a:lnTo>
                    <a:pt x="1027976" y="101066"/>
                  </a:lnTo>
                  <a:lnTo>
                    <a:pt x="1007681" y="101066"/>
                  </a:lnTo>
                  <a:lnTo>
                    <a:pt x="1007681" y="75488"/>
                  </a:lnTo>
                  <a:lnTo>
                    <a:pt x="986777" y="75488"/>
                  </a:lnTo>
                  <a:lnTo>
                    <a:pt x="986777" y="50520"/>
                  </a:lnTo>
                  <a:lnTo>
                    <a:pt x="945591" y="50520"/>
                  </a:lnTo>
                  <a:lnTo>
                    <a:pt x="945591" y="24968"/>
                  </a:lnTo>
                  <a:lnTo>
                    <a:pt x="802132" y="24968"/>
                  </a:lnTo>
                  <a:lnTo>
                    <a:pt x="802132" y="0"/>
                  </a:lnTo>
                  <a:lnTo>
                    <a:pt x="349427" y="0"/>
                  </a:lnTo>
                  <a:lnTo>
                    <a:pt x="349427" y="24968"/>
                  </a:lnTo>
                  <a:lnTo>
                    <a:pt x="205968" y="24968"/>
                  </a:lnTo>
                  <a:lnTo>
                    <a:pt x="205968" y="50520"/>
                  </a:lnTo>
                  <a:lnTo>
                    <a:pt x="185064" y="50520"/>
                  </a:lnTo>
                  <a:lnTo>
                    <a:pt x="185064" y="75488"/>
                  </a:lnTo>
                  <a:lnTo>
                    <a:pt x="164769" y="75488"/>
                  </a:lnTo>
                  <a:lnTo>
                    <a:pt x="164769" y="101066"/>
                  </a:lnTo>
                  <a:lnTo>
                    <a:pt x="143878" y="101066"/>
                  </a:lnTo>
                  <a:lnTo>
                    <a:pt x="143878" y="125539"/>
                  </a:lnTo>
                  <a:lnTo>
                    <a:pt x="103085" y="125539"/>
                  </a:lnTo>
                  <a:lnTo>
                    <a:pt x="103085" y="152133"/>
                  </a:lnTo>
                  <a:lnTo>
                    <a:pt x="103085" y="175920"/>
                  </a:lnTo>
                  <a:lnTo>
                    <a:pt x="1069162" y="175920"/>
                  </a:lnTo>
                  <a:lnTo>
                    <a:pt x="1069162" y="152133"/>
                  </a:lnTo>
                  <a:close/>
                </a:path>
                <a:path w="1151890" h="934085">
                  <a:moveTo>
                    <a:pt x="1110361" y="202133"/>
                  </a:moveTo>
                  <a:lnTo>
                    <a:pt x="1089660" y="202133"/>
                  </a:lnTo>
                  <a:lnTo>
                    <a:pt x="1089660" y="176555"/>
                  </a:lnTo>
                  <a:lnTo>
                    <a:pt x="82384" y="176555"/>
                  </a:lnTo>
                  <a:lnTo>
                    <a:pt x="82384" y="202133"/>
                  </a:lnTo>
                  <a:lnTo>
                    <a:pt x="61899" y="202133"/>
                  </a:lnTo>
                  <a:lnTo>
                    <a:pt x="61899" y="227101"/>
                  </a:lnTo>
                  <a:lnTo>
                    <a:pt x="1110361" y="227101"/>
                  </a:lnTo>
                  <a:lnTo>
                    <a:pt x="1110361" y="202133"/>
                  </a:lnTo>
                  <a:close/>
                </a:path>
                <a:path w="1151890" h="934085">
                  <a:moveTo>
                    <a:pt x="1151547" y="303276"/>
                  </a:moveTo>
                  <a:lnTo>
                    <a:pt x="1130846" y="303276"/>
                  </a:lnTo>
                  <a:lnTo>
                    <a:pt x="1130846" y="252895"/>
                  </a:lnTo>
                  <a:lnTo>
                    <a:pt x="1130846" y="227698"/>
                  </a:lnTo>
                  <a:lnTo>
                    <a:pt x="41198" y="227698"/>
                  </a:lnTo>
                  <a:lnTo>
                    <a:pt x="41198" y="252895"/>
                  </a:lnTo>
                  <a:lnTo>
                    <a:pt x="20701" y="252895"/>
                  </a:lnTo>
                  <a:lnTo>
                    <a:pt x="20701" y="303276"/>
                  </a:lnTo>
                  <a:lnTo>
                    <a:pt x="20701" y="404037"/>
                  </a:lnTo>
                  <a:lnTo>
                    <a:pt x="0" y="404037"/>
                  </a:lnTo>
                  <a:lnTo>
                    <a:pt x="0" y="555180"/>
                  </a:lnTo>
                  <a:lnTo>
                    <a:pt x="20701" y="555180"/>
                  </a:lnTo>
                  <a:lnTo>
                    <a:pt x="20701" y="629361"/>
                  </a:lnTo>
                  <a:lnTo>
                    <a:pt x="20701" y="630758"/>
                  </a:lnTo>
                  <a:lnTo>
                    <a:pt x="20701" y="681139"/>
                  </a:lnTo>
                  <a:lnTo>
                    <a:pt x="41198" y="681139"/>
                  </a:lnTo>
                  <a:lnTo>
                    <a:pt x="41198" y="706323"/>
                  </a:lnTo>
                  <a:lnTo>
                    <a:pt x="61899" y="706323"/>
                  </a:lnTo>
                  <a:lnTo>
                    <a:pt x="61899" y="731520"/>
                  </a:lnTo>
                  <a:lnTo>
                    <a:pt x="61899" y="756704"/>
                  </a:lnTo>
                  <a:lnTo>
                    <a:pt x="82384" y="756704"/>
                  </a:lnTo>
                  <a:lnTo>
                    <a:pt x="82384" y="781900"/>
                  </a:lnTo>
                  <a:lnTo>
                    <a:pt x="103085" y="781900"/>
                  </a:lnTo>
                  <a:lnTo>
                    <a:pt x="103085" y="807085"/>
                  </a:lnTo>
                  <a:lnTo>
                    <a:pt x="103085" y="832281"/>
                  </a:lnTo>
                  <a:lnTo>
                    <a:pt x="1048880" y="832281"/>
                  </a:lnTo>
                  <a:lnTo>
                    <a:pt x="1048880" y="807085"/>
                  </a:lnTo>
                  <a:lnTo>
                    <a:pt x="1069162" y="807085"/>
                  </a:lnTo>
                  <a:lnTo>
                    <a:pt x="1069162" y="781900"/>
                  </a:lnTo>
                  <a:lnTo>
                    <a:pt x="1089660" y="781900"/>
                  </a:lnTo>
                  <a:lnTo>
                    <a:pt x="1089660" y="756704"/>
                  </a:lnTo>
                  <a:lnTo>
                    <a:pt x="1089660" y="731520"/>
                  </a:lnTo>
                  <a:lnTo>
                    <a:pt x="1110361" y="731520"/>
                  </a:lnTo>
                  <a:lnTo>
                    <a:pt x="1110361" y="706323"/>
                  </a:lnTo>
                  <a:lnTo>
                    <a:pt x="1130846" y="706323"/>
                  </a:lnTo>
                  <a:lnTo>
                    <a:pt x="1130846" y="681139"/>
                  </a:lnTo>
                  <a:lnTo>
                    <a:pt x="1130846" y="630758"/>
                  </a:lnTo>
                  <a:lnTo>
                    <a:pt x="1151394" y="630758"/>
                  </a:lnTo>
                  <a:lnTo>
                    <a:pt x="1151394" y="629361"/>
                  </a:lnTo>
                  <a:lnTo>
                    <a:pt x="1151547" y="629361"/>
                  </a:lnTo>
                  <a:lnTo>
                    <a:pt x="1151547" y="555180"/>
                  </a:lnTo>
                  <a:lnTo>
                    <a:pt x="1151547" y="404037"/>
                  </a:lnTo>
                  <a:lnTo>
                    <a:pt x="1151547" y="303276"/>
                  </a:lnTo>
                  <a:close/>
                </a:path>
              </a:pathLst>
            </a:custGeom>
            <a:solidFill>
              <a:srgbClr val="D7E7F1"/>
            </a:solidFill>
          </p:spPr>
          <p:txBody>
            <a:bodyPr wrap="square" lIns="0" tIns="0" rIns="0" bIns="0" rtlCol="0"/>
            <a:lstStyle/>
            <a:p>
              <a:endParaRPr/>
            </a:p>
          </p:txBody>
        </p:sp>
        <p:pic>
          <p:nvPicPr>
            <p:cNvPr id="62" name="object 62"/>
            <p:cNvPicPr/>
            <p:nvPr/>
          </p:nvPicPr>
          <p:blipFill>
            <a:blip r:embed="rId12" cstate="print"/>
            <a:stretch>
              <a:fillRect/>
            </a:stretch>
          </p:blipFill>
          <p:spPr>
            <a:xfrm>
              <a:off x="7557833" y="4607513"/>
              <a:ext cx="1130844" cy="933971"/>
            </a:xfrm>
            <a:prstGeom prst="rect">
              <a:avLst/>
            </a:prstGeom>
          </p:spPr>
        </p:pic>
        <p:sp>
          <p:nvSpPr>
            <p:cNvPr id="63" name="object 63"/>
            <p:cNvSpPr/>
            <p:nvPr/>
          </p:nvSpPr>
          <p:spPr>
            <a:xfrm>
              <a:off x="8092310" y="5011181"/>
              <a:ext cx="62230" cy="76200"/>
            </a:xfrm>
            <a:custGeom>
              <a:avLst/>
              <a:gdLst/>
              <a:ahLst/>
              <a:cxnLst/>
              <a:rect l="l" t="t" r="r" b="b"/>
              <a:pathLst>
                <a:path w="62229" h="76200">
                  <a:moveTo>
                    <a:pt x="20903" y="0"/>
                  </a:moveTo>
                  <a:lnTo>
                    <a:pt x="8818" y="399"/>
                  </a:lnTo>
                  <a:lnTo>
                    <a:pt x="2612" y="3196"/>
                  </a:lnTo>
                  <a:lnTo>
                    <a:pt x="326" y="10789"/>
                  </a:lnTo>
                  <a:lnTo>
                    <a:pt x="0" y="25575"/>
                  </a:lnTo>
                  <a:lnTo>
                    <a:pt x="326" y="43993"/>
                  </a:lnTo>
                  <a:lnTo>
                    <a:pt x="2612" y="60190"/>
                  </a:lnTo>
                  <a:lnTo>
                    <a:pt x="8818" y="71710"/>
                  </a:lnTo>
                  <a:lnTo>
                    <a:pt x="20903" y="76096"/>
                  </a:lnTo>
                  <a:lnTo>
                    <a:pt x="35835" y="71710"/>
                  </a:lnTo>
                  <a:lnTo>
                    <a:pt x="48903" y="60190"/>
                  </a:lnTo>
                  <a:lnTo>
                    <a:pt x="58167" y="43993"/>
                  </a:lnTo>
                  <a:lnTo>
                    <a:pt x="61686" y="25575"/>
                  </a:lnTo>
                  <a:lnTo>
                    <a:pt x="58167" y="10789"/>
                  </a:lnTo>
                  <a:lnTo>
                    <a:pt x="48903" y="3196"/>
                  </a:lnTo>
                  <a:lnTo>
                    <a:pt x="35835" y="399"/>
                  </a:lnTo>
                  <a:lnTo>
                    <a:pt x="20903" y="0"/>
                  </a:lnTo>
                  <a:close/>
                </a:path>
              </a:pathLst>
            </a:custGeom>
            <a:solidFill>
              <a:srgbClr val="FFFFFF"/>
            </a:solidFill>
          </p:spPr>
          <p:txBody>
            <a:bodyPr wrap="square" lIns="0" tIns="0" rIns="0" bIns="0" rtlCol="0"/>
            <a:lstStyle/>
            <a:p>
              <a:endParaRPr/>
            </a:p>
          </p:txBody>
        </p:sp>
        <p:sp>
          <p:nvSpPr>
            <p:cNvPr id="64" name="object 64"/>
            <p:cNvSpPr/>
            <p:nvPr/>
          </p:nvSpPr>
          <p:spPr>
            <a:xfrm>
              <a:off x="7557833" y="4607513"/>
              <a:ext cx="1151890" cy="934085"/>
            </a:xfrm>
            <a:custGeom>
              <a:avLst/>
              <a:gdLst/>
              <a:ahLst/>
              <a:cxnLst/>
              <a:rect l="l" t="t" r="r" b="b"/>
              <a:pathLst>
                <a:path w="1151890" h="934085">
                  <a:moveTo>
                    <a:pt x="0" y="504735"/>
                  </a:moveTo>
                  <a:lnTo>
                    <a:pt x="2858" y="556621"/>
                  </a:lnTo>
                  <a:lnTo>
                    <a:pt x="11172" y="607135"/>
                  </a:lnTo>
                  <a:lnTo>
                    <a:pt x="24543" y="655795"/>
                  </a:lnTo>
                  <a:lnTo>
                    <a:pt x="42577" y="702118"/>
                  </a:lnTo>
                  <a:lnTo>
                    <a:pt x="64878" y="745618"/>
                  </a:lnTo>
                  <a:lnTo>
                    <a:pt x="91051" y="785812"/>
                  </a:lnTo>
                  <a:lnTo>
                    <a:pt x="120699" y="822217"/>
                  </a:lnTo>
                  <a:lnTo>
                    <a:pt x="153427" y="854348"/>
                  </a:lnTo>
                  <a:lnTo>
                    <a:pt x="188840" y="881722"/>
                  </a:lnTo>
                  <a:lnTo>
                    <a:pt x="226541" y="903855"/>
                  </a:lnTo>
                  <a:lnTo>
                    <a:pt x="266134" y="920263"/>
                  </a:lnTo>
                  <a:lnTo>
                    <a:pt x="307225" y="930463"/>
                  </a:lnTo>
                  <a:lnTo>
                    <a:pt x="349418" y="933971"/>
                  </a:lnTo>
                  <a:lnTo>
                    <a:pt x="802125" y="933971"/>
                  </a:lnTo>
                  <a:lnTo>
                    <a:pt x="844317" y="930463"/>
                  </a:lnTo>
                  <a:lnTo>
                    <a:pt x="885408" y="920263"/>
                  </a:lnTo>
                  <a:lnTo>
                    <a:pt x="925002" y="903855"/>
                  </a:lnTo>
                  <a:lnTo>
                    <a:pt x="962703" y="881722"/>
                  </a:lnTo>
                  <a:lnTo>
                    <a:pt x="998115" y="854348"/>
                  </a:lnTo>
                  <a:lnTo>
                    <a:pt x="1030843" y="822217"/>
                  </a:lnTo>
                  <a:lnTo>
                    <a:pt x="1060491" y="785812"/>
                  </a:lnTo>
                  <a:lnTo>
                    <a:pt x="1086664" y="745618"/>
                  </a:lnTo>
                  <a:lnTo>
                    <a:pt x="1108965" y="702118"/>
                  </a:lnTo>
                  <a:lnTo>
                    <a:pt x="1126999" y="655795"/>
                  </a:lnTo>
                  <a:lnTo>
                    <a:pt x="1140371" y="607135"/>
                  </a:lnTo>
                  <a:lnTo>
                    <a:pt x="1148684" y="556621"/>
                  </a:lnTo>
                  <a:lnTo>
                    <a:pt x="1151543" y="504735"/>
                  </a:lnTo>
                  <a:lnTo>
                    <a:pt x="1151543" y="429242"/>
                  </a:lnTo>
                  <a:lnTo>
                    <a:pt x="1148684" y="377357"/>
                  </a:lnTo>
                  <a:lnTo>
                    <a:pt x="1140371" y="326842"/>
                  </a:lnTo>
                  <a:lnTo>
                    <a:pt x="1126999" y="278181"/>
                  </a:lnTo>
                  <a:lnTo>
                    <a:pt x="1108965" y="231858"/>
                  </a:lnTo>
                  <a:lnTo>
                    <a:pt x="1086664" y="188358"/>
                  </a:lnTo>
                  <a:lnTo>
                    <a:pt x="1060491" y="148162"/>
                  </a:lnTo>
                  <a:lnTo>
                    <a:pt x="1030843" y="111757"/>
                  </a:lnTo>
                  <a:lnTo>
                    <a:pt x="998115" y="79625"/>
                  </a:lnTo>
                  <a:lnTo>
                    <a:pt x="962703" y="52250"/>
                  </a:lnTo>
                  <a:lnTo>
                    <a:pt x="925002" y="30116"/>
                  </a:lnTo>
                  <a:lnTo>
                    <a:pt x="885408" y="13707"/>
                  </a:lnTo>
                  <a:lnTo>
                    <a:pt x="844317" y="3507"/>
                  </a:lnTo>
                  <a:lnTo>
                    <a:pt x="802125" y="0"/>
                  </a:lnTo>
                  <a:lnTo>
                    <a:pt x="349418" y="0"/>
                  </a:lnTo>
                  <a:lnTo>
                    <a:pt x="307225" y="3507"/>
                  </a:lnTo>
                  <a:lnTo>
                    <a:pt x="266134" y="13707"/>
                  </a:lnTo>
                  <a:lnTo>
                    <a:pt x="226541" y="30116"/>
                  </a:lnTo>
                  <a:lnTo>
                    <a:pt x="188840" y="52250"/>
                  </a:lnTo>
                  <a:lnTo>
                    <a:pt x="153427" y="79625"/>
                  </a:lnTo>
                  <a:lnTo>
                    <a:pt x="120699" y="111757"/>
                  </a:lnTo>
                  <a:lnTo>
                    <a:pt x="91051" y="148162"/>
                  </a:lnTo>
                  <a:lnTo>
                    <a:pt x="64878" y="188358"/>
                  </a:lnTo>
                  <a:lnTo>
                    <a:pt x="42577" y="231858"/>
                  </a:lnTo>
                  <a:lnTo>
                    <a:pt x="24543" y="278181"/>
                  </a:lnTo>
                  <a:lnTo>
                    <a:pt x="11172" y="326842"/>
                  </a:lnTo>
                  <a:lnTo>
                    <a:pt x="2858" y="377357"/>
                  </a:lnTo>
                  <a:lnTo>
                    <a:pt x="0" y="429242"/>
                  </a:lnTo>
                  <a:lnTo>
                    <a:pt x="0" y="504735"/>
                  </a:lnTo>
                </a:path>
              </a:pathLst>
            </a:custGeom>
            <a:ln w="46282">
              <a:solidFill>
                <a:srgbClr val="000000"/>
              </a:solidFill>
            </a:ln>
          </p:spPr>
          <p:txBody>
            <a:bodyPr wrap="square" lIns="0" tIns="0" rIns="0" bIns="0" rtlCol="0"/>
            <a:lstStyle/>
            <a:p>
              <a:endParaRPr/>
            </a:p>
          </p:txBody>
        </p:sp>
      </p:grpSp>
      <p:sp>
        <p:nvSpPr>
          <p:cNvPr id="65" name="object 65"/>
          <p:cNvSpPr txBox="1"/>
          <p:nvPr/>
        </p:nvSpPr>
        <p:spPr>
          <a:xfrm>
            <a:off x="7956646" y="4645224"/>
            <a:ext cx="323850" cy="298450"/>
          </a:xfrm>
          <a:prstGeom prst="rect">
            <a:avLst/>
          </a:prstGeom>
        </p:spPr>
        <p:txBody>
          <a:bodyPr vert="horz" wrap="square" lIns="0" tIns="17780" rIns="0" bIns="0" rtlCol="0">
            <a:spAutoFit/>
          </a:bodyPr>
          <a:lstStyle/>
          <a:p>
            <a:pPr marL="12700">
              <a:lnSpc>
                <a:spcPct val="100000"/>
              </a:lnSpc>
              <a:spcBef>
                <a:spcPts val="140"/>
              </a:spcBef>
            </a:pPr>
            <a:r>
              <a:rPr sz="1750" spc="-160" dirty="0">
                <a:latin typeface="Times New Roman"/>
                <a:cs typeface="Times New Roman"/>
              </a:rPr>
              <a:t>Test</a:t>
            </a:r>
            <a:endParaRPr sz="1750">
              <a:latin typeface="Times New Roman"/>
              <a:cs typeface="Times New Roman"/>
            </a:endParaRPr>
          </a:p>
        </p:txBody>
      </p:sp>
      <p:sp>
        <p:nvSpPr>
          <p:cNvPr id="66" name="object 66"/>
          <p:cNvSpPr txBox="1"/>
          <p:nvPr/>
        </p:nvSpPr>
        <p:spPr>
          <a:xfrm>
            <a:off x="7751095" y="4897303"/>
            <a:ext cx="755015" cy="551180"/>
          </a:xfrm>
          <a:prstGeom prst="rect">
            <a:avLst/>
          </a:prstGeom>
        </p:spPr>
        <p:txBody>
          <a:bodyPr vert="horz" wrap="square" lIns="0" tIns="37465" rIns="0" bIns="0" rtlCol="0">
            <a:spAutoFit/>
          </a:bodyPr>
          <a:lstStyle/>
          <a:p>
            <a:pPr marL="114935" marR="5080" indent="-102870">
              <a:lnSpc>
                <a:spcPts val="1989"/>
              </a:lnSpc>
              <a:spcBef>
                <a:spcPts val="295"/>
              </a:spcBef>
            </a:pPr>
            <a:r>
              <a:rPr sz="1750" spc="-135" dirty="0">
                <a:latin typeface="Times New Roman"/>
                <a:cs typeface="Times New Roman"/>
              </a:rPr>
              <a:t>integrated </a:t>
            </a:r>
            <a:r>
              <a:rPr sz="1750" spc="-10" dirty="0">
                <a:latin typeface="Times New Roman"/>
                <a:cs typeface="Times New Roman"/>
              </a:rPr>
              <a:t>system</a:t>
            </a:r>
            <a:endParaRPr sz="1750">
              <a:latin typeface="Times New Roman"/>
              <a:cs typeface="Times New Roman"/>
            </a:endParaRPr>
          </a:p>
        </p:txBody>
      </p:sp>
      <p:grpSp>
        <p:nvGrpSpPr>
          <p:cNvPr id="67" name="object 67"/>
          <p:cNvGrpSpPr/>
          <p:nvPr/>
        </p:nvGrpSpPr>
        <p:grpSpPr>
          <a:xfrm>
            <a:off x="1378320" y="2718927"/>
            <a:ext cx="6767830" cy="2442845"/>
            <a:chOff x="1378320" y="2718927"/>
            <a:chExt cx="6767830" cy="2442845"/>
          </a:xfrm>
        </p:grpSpPr>
        <p:sp>
          <p:nvSpPr>
            <p:cNvPr id="68" name="object 68"/>
            <p:cNvSpPr/>
            <p:nvPr/>
          </p:nvSpPr>
          <p:spPr>
            <a:xfrm>
              <a:off x="2911696" y="3774603"/>
              <a:ext cx="349885" cy="0"/>
            </a:xfrm>
            <a:custGeom>
              <a:avLst/>
              <a:gdLst/>
              <a:ahLst/>
              <a:cxnLst/>
              <a:rect l="l" t="t" r="r" b="b"/>
              <a:pathLst>
                <a:path w="349885">
                  <a:moveTo>
                    <a:pt x="349418" y="0"/>
                  </a:moveTo>
                  <a:lnTo>
                    <a:pt x="0" y="0"/>
                  </a:lnTo>
                </a:path>
              </a:pathLst>
            </a:custGeom>
            <a:ln w="24975">
              <a:solidFill>
                <a:srgbClr val="000000"/>
              </a:solidFill>
            </a:ln>
          </p:spPr>
          <p:txBody>
            <a:bodyPr wrap="square" lIns="0" tIns="0" rIns="0" bIns="0" rtlCol="0"/>
            <a:lstStyle/>
            <a:p>
              <a:endParaRPr/>
            </a:p>
          </p:txBody>
        </p:sp>
        <p:sp>
          <p:nvSpPr>
            <p:cNvPr id="69" name="object 69"/>
            <p:cNvSpPr/>
            <p:nvPr/>
          </p:nvSpPr>
          <p:spPr>
            <a:xfrm>
              <a:off x="4721088" y="3699110"/>
              <a:ext cx="267335" cy="151765"/>
            </a:xfrm>
            <a:custGeom>
              <a:avLst/>
              <a:gdLst/>
              <a:ahLst/>
              <a:cxnLst/>
              <a:rect l="l" t="t" r="r" b="b"/>
              <a:pathLst>
                <a:path w="267335" h="151764">
                  <a:moveTo>
                    <a:pt x="0" y="0"/>
                  </a:moveTo>
                  <a:lnTo>
                    <a:pt x="61686" y="75492"/>
                  </a:lnTo>
                  <a:lnTo>
                    <a:pt x="0" y="151589"/>
                  </a:lnTo>
                  <a:lnTo>
                    <a:pt x="267033" y="75492"/>
                  </a:lnTo>
                  <a:lnTo>
                    <a:pt x="0" y="0"/>
                  </a:lnTo>
                  <a:close/>
                </a:path>
              </a:pathLst>
            </a:custGeom>
            <a:solidFill>
              <a:srgbClr val="000000"/>
            </a:solidFill>
          </p:spPr>
          <p:txBody>
            <a:bodyPr wrap="square" lIns="0" tIns="0" rIns="0" bIns="0" rtlCol="0"/>
            <a:lstStyle/>
            <a:p>
              <a:endParaRPr/>
            </a:p>
          </p:txBody>
        </p:sp>
        <p:sp>
          <p:nvSpPr>
            <p:cNvPr id="70" name="object 70"/>
            <p:cNvSpPr/>
            <p:nvPr/>
          </p:nvSpPr>
          <p:spPr>
            <a:xfrm>
              <a:off x="4721088" y="3699110"/>
              <a:ext cx="267335" cy="151765"/>
            </a:xfrm>
            <a:custGeom>
              <a:avLst/>
              <a:gdLst/>
              <a:ahLst/>
              <a:cxnLst/>
              <a:rect l="l" t="t" r="r" b="b"/>
              <a:pathLst>
                <a:path w="267335" h="151764">
                  <a:moveTo>
                    <a:pt x="61686" y="75492"/>
                  </a:moveTo>
                  <a:lnTo>
                    <a:pt x="0" y="0"/>
                  </a:lnTo>
                  <a:lnTo>
                    <a:pt x="267033" y="75492"/>
                  </a:lnTo>
                  <a:lnTo>
                    <a:pt x="0" y="151589"/>
                  </a:lnTo>
                  <a:lnTo>
                    <a:pt x="61686" y="75492"/>
                  </a:lnTo>
                </a:path>
              </a:pathLst>
            </a:custGeom>
            <a:ln w="47697">
              <a:solidFill>
                <a:srgbClr val="000000"/>
              </a:solidFill>
            </a:ln>
          </p:spPr>
          <p:txBody>
            <a:bodyPr wrap="square" lIns="0" tIns="0" rIns="0" bIns="0" rtlCol="0"/>
            <a:lstStyle/>
            <a:p>
              <a:endParaRPr/>
            </a:p>
          </p:txBody>
        </p:sp>
        <p:sp>
          <p:nvSpPr>
            <p:cNvPr id="71" name="object 71"/>
            <p:cNvSpPr/>
            <p:nvPr/>
          </p:nvSpPr>
          <p:spPr>
            <a:xfrm>
              <a:off x="6345013" y="3699110"/>
              <a:ext cx="267970" cy="151765"/>
            </a:xfrm>
            <a:custGeom>
              <a:avLst/>
              <a:gdLst/>
              <a:ahLst/>
              <a:cxnLst/>
              <a:rect l="l" t="t" r="r" b="b"/>
              <a:pathLst>
                <a:path w="267970" h="151764">
                  <a:moveTo>
                    <a:pt x="0" y="0"/>
                  </a:moveTo>
                  <a:lnTo>
                    <a:pt x="61481" y="75492"/>
                  </a:lnTo>
                  <a:lnTo>
                    <a:pt x="0" y="151589"/>
                  </a:lnTo>
                  <a:lnTo>
                    <a:pt x="267443" y="75492"/>
                  </a:lnTo>
                  <a:lnTo>
                    <a:pt x="0" y="0"/>
                  </a:lnTo>
                  <a:close/>
                </a:path>
              </a:pathLst>
            </a:custGeom>
            <a:solidFill>
              <a:srgbClr val="000000"/>
            </a:solidFill>
          </p:spPr>
          <p:txBody>
            <a:bodyPr wrap="square" lIns="0" tIns="0" rIns="0" bIns="0" rtlCol="0"/>
            <a:lstStyle/>
            <a:p>
              <a:endParaRPr/>
            </a:p>
          </p:txBody>
        </p:sp>
        <p:sp>
          <p:nvSpPr>
            <p:cNvPr id="72" name="object 72"/>
            <p:cNvSpPr/>
            <p:nvPr/>
          </p:nvSpPr>
          <p:spPr>
            <a:xfrm>
              <a:off x="6345013" y="3699110"/>
              <a:ext cx="267970" cy="151765"/>
            </a:xfrm>
            <a:custGeom>
              <a:avLst/>
              <a:gdLst/>
              <a:ahLst/>
              <a:cxnLst/>
              <a:rect l="l" t="t" r="r" b="b"/>
              <a:pathLst>
                <a:path w="267970" h="151764">
                  <a:moveTo>
                    <a:pt x="61481" y="75492"/>
                  </a:moveTo>
                  <a:lnTo>
                    <a:pt x="0" y="0"/>
                  </a:lnTo>
                  <a:lnTo>
                    <a:pt x="267443" y="75492"/>
                  </a:lnTo>
                  <a:lnTo>
                    <a:pt x="0" y="151589"/>
                  </a:lnTo>
                  <a:lnTo>
                    <a:pt x="61481" y="75492"/>
                  </a:lnTo>
                </a:path>
              </a:pathLst>
            </a:custGeom>
            <a:ln w="47702">
              <a:solidFill>
                <a:srgbClr val="000000"/>
              </a:solidFill>
            </a:ln>
          </p:spPr>
          <p:txBody>
            <a:bodyPr wrap="square" lIns="0" tIns="0" rIns="0" bIns="0" rtlCol="0"/>
            <a:lstStyle/>
            <a:p>
              <a:endParaRPr/>
            </a:p>
          </p:txBody>
        </p:sp>
        <p:sp>
          <p:nvSpPr>
            <p:cNvPr id="73" name="object 73"/>
            <p:cNvSpPr/>
            <p:nvPr/>
          </p:nvSpPr>
          <p:spPr>
            <a:xfrm>
              <a:off x="6159749" y="3774603"/>
              <a:ext cx="349885" cy="0"/>
            </a:xfrm>
            <a:custGeom>
              <a:avLst/>
              <a:gdLst/>
              <a:ahLst/>
              <a:cxnLst/>
              <a:rect l="l" t="t" r="r" b="b"/>
              <a:pathLst>
                <a:path w="349884">
                  <a:moveTo>
                    <a:pt x="349418" y="0"/>
                  </a:moveTo>
                  <a:lnTo>
                    <a:pt x="0" y="0"/>
                  </a:lnTo>
                </a:path>
              </a:pathLst>
            </a:custGeom>
            <a:ln w="24975">
              <a:solidFill>
                <a:srgbClr val="000000"/>
              </a:solidFill>
            </a:ln>
          </p:spPr>
          <p:txBody>
            <a:bodyPr wrap="square" lIns="0" tIns="0" rIns="0" bIns="0" rtlCol="0"/>
            <a:lstStyle/>
            <a:p>
              <a:endParaRPr/>
            </a:p>
          </p:txBody>
        </p:sp>
        <p:sp>
          <p:nvSpPr>
            <p:cNvPr id="74" name="object 74"/>
            <p:cNvSpPr/>
            <p:nvPr/>
          </p:nvSpPr>
          <p:spPr>
            <a:xfrm>
              <a:off x="5502105" y="2740109"/>
              <a:ext cx="144145" cy="328295"/>
            </a:xfrm>
            <a:custGeom>
              <a:avLst/>
              <a:gdLst/>
              <a:ahLst/>
              <a:cxnLst/>
              <a:rect l="l" t="t" r="r" b="b"/>
              <a:pathLst>
                <a:path w="144145" h="328294">
                  <a:moveTo>
                    <a:pt x="61891" y="0"/>
                  </a:moveTo>
                  <a:lnTo>
                    <a:pt x="0" y="328175"/>
                  </a:lnTo>
                  <a:lnTo>
                    <a:pt x="61891" y="252732"/>
                  </a:lnTo>
                  <a:lnTo>
                    <a:pt x="125021" y="252732"/>
                  </a:lnTo>
                  <a:lnTo>
                    <a:pt x="61891" y="0"/>
                  </a:lnTo>
                  <a:close/>
                </a:path>
                <a:path w="144145" h="328294">
                  <a:moveTo>
                    <a:pt x="125021" y="252732"/>
                  </a:moveTo>
                  <a:lnTo>
                    <a:pt x="61891" y="252732"/>
                  </a:lnTo>
                  <a:lnTo>
                    <a:pt x="143866" y="328175"/>
                  </a:lnTo>
                  <a:lnTo>
                    <a:pt x="125021" y="252732"/>
                  </a:lnTo>
                  <a:close/>
                </a:path>
              </a:pathLst>
            </a:custGeom>
            <a:solidFill>
              <a:srgbClr val="000000"/>
            </a:solidFill>
          </p:spPr>
          <p:txBody>
            <a:bodyPr wrap="square" lIns="0" tIns="0" rIns="0" bIns="0" rtlCol="0"/>
            <a:lstStyle/>
            <a:p>
              <a:endParaRPr/>
            </a:p>
          </p:txBody>
        </p:sp>
        <p:sp>
          <p:nvSpPr>
            <p:cNvPr id="75" name="object 75"/>
            <p:cNvSpPr/>
            <p:nvPr/>
          </p:nvSpPr>
          <p:spPr>
            <a:xfrm>
              <a:off x="5502105" y="2740109"/>
              <a:ext cx="144145" cy="328295"/>
            </a:xfrm>
            <a:custGeom>
              <a:avLst/>
              <a:gdLst/>
              <a:ahLst/>
              <a:cxnLst/>
              <a:rect l="l" t="t" r="r" b="b"/>
              <a:pathLst>
                <a:path w="144145" h="328294">
                  <a:moveTo>
                    <a:pt x="61891" y="252732"/>
                  </a:moveTo>
                  <a:lnTo>
                    <a:pt x="0" y="328175"/>
                  </a:lnTo>
                  <a:lnTo>
                    <a:pt x="61891" y="0"/>
                  </a:lnTo>
                  <a:lnTo>
                    <a:pt x="125021" y="252732"/>
                  </a:lnTo>
                </a:path>
                <a:path w="144145" h="328294">
                  <a:moveTo>
                    <a:pt x="125021" y="252732"/>
                  </a:moveTo>
                  <a:lnTo>
                    <a:pt x="143866" y="328175"/>
                  </a:lnTo>
                  <a:lnTo>
                    <a:pt x="61891" y="252732"/>
                  </a:lnTo>
                </a:path>
              </a:pathLst>
            </a:custGeom>
            <a:ln w="45328">
              <a:solidFill>
                <a:srgbClr val="000000"/>
              </a:solidFill>
            </a:ln>
          </p:spPr>
          <p:txBody>
            <a:bodyPr wrap="square" lIns="0" tIns="0" rIns="0" bIns="0" rtlCol="0"/>
            <a:lstStyle/>
            <a:p>
              <a:endParaRPr/>
            </a:p>
          </p:txBody>
        </p:sp>
        <p:sp>
          <p:nvSpPr>
            <p:cNvPr id="76" name="object 76"/>
            <p:cNvSpPr/>
            <p:nvPr/>
          </p:nvSpPr>
          <p:spPr>
            <a:xfrm>
              <a:off x="3960156" y="2740109"/>
              <a:ext cx="4173854" cy="1867535"/>
            </a:xfrm>
            <a:custGeom>
              <a:avLst/>
              <a:gdLst/>
              <a:ahLst/>
              <a:cxnLst/>
              <a:rect l="l" t="t" r="r" b="b"/>
              <a:pathLst>
                <a:path w="4173854" h="1867535">
                  <a:moveTo>
                    <a:pt x="1603840" y="151639"/>
                  </a:moveTo>
                  <a:lnTo>
                    <a:pt x="1603840" y="580304"/>
                  </a:lnTo>
                </a:path>
                <a:path w="4173854" h="1867535">
                  <a:moveTo>
                    <a:pt x="0" y="403617"/>
                  </a:moveTo>
                  <a:lnTo>
                    <a:pt x="0" y="0"/>
                  </a:lnTo>
                  <a:lnTo>
                    <a:pt x="4173345" y="0"/>
                  </a:lnTo>
                  <a:lnTo>
                    <a:pt x="4173345" y="1867403"/>
                  </a:lnTo>
                </a:path>
              </a:pathLst>
            </a:custGeom>
            <a:ln w="22664">
              <a:solidFill>
                <a:srgbClr val="000000"/>
              </a:solidFill>
            </a:ln>
          </p:spPr>
          <p:txBody>
            <a:bodyPr wrap="square" lIns="0" tIns="0" rIns="0" bIns="0" rtlCol="0"/>
            <a:lstStyle/>
            <a:p>
              <a:endParaRPr/>
            </a:p>
          </p:txBody>
        </p:sp>
        <p:sp>
          <p:nvSpPr>
            <p:cNvPr id="77" name="object 77"/>
            <p:cNvSpPr/>
            <p:nvPr/>
          </p:nvSpPr>
          <p:spPr>
            <a:xfrm>
              <a:off x="7290594" y="4986210"/>
              <a:ext cx="267335" cy="151130"/>
            </a:xfrm>
            <a:custGeom>
              <a:avLst/>
              <a:gdLst/>
              <a:ahLst/>
              <a:cxnLst/>
              <a:rect l="l" t="t" r="r" b="b"/>
              <a:pathLst>
                <a:path w="267334" h="151129">
                  <a:moveTo>
                    <a:pt x="0" y="0"/>
                  </a:moveTo>
                  <a:lnTo>
                    <a:pt x="61686" y="75492"/>
                  </a:lnTo>
                  <a:lnTo>
                    <a:pt x="0" y="151010"/>
                  </a:lnTo>
                  <a:lnTo>
                    <a:pt x="267238" y="75492"/>
                  </a:lnTo>
                  <a:lnTo>
                    <a:pt x="0" y="0"/>
                  </a:lnTo>
                  <a:close/>
                </a:path>
              </a:pathLst>
            </a:custGeom>
            <a:solidFill>
              <a:srgbClr val="000000"/>
            </a:solidFill>
          </p:spPr>
          <p:txBody>
            <a:bodyPr wrap="square" lIns="0" tIns="0" rIns="0" bIns="0" rtlCol="0"/>
            <a:lstStyle/>
            <a:p>
              <a:endParaRPr/>
            </a:p>
          </p:txBody>
        </p:sp>
        <p:sp>
          <p:nvSpPr>
            <p:cNvPr id="78" name="object 78"/>
            <p:cNvSpPr/>
            <p:nvPr/>
          </p:nvSpPr>
          <p:spPr>
            <a:xfrm>
              <a:off x="7290594" y="4986210"/>
              <a:ext cx="267335" cy="151130"/>
            </a:xfrm>
            <a:custGeom>
              <a:avLst/>
              <a:gdLst/>
              <a:ahLst/>
              <a:cxnLst/>
              <a:rect l="l" t="t" r="r" b="b"/>
              <a:pathLst>
                <a:path w="267334" h="151129">
                  <a:moveTo>
                    <a:pt x="61686" y="75492"/>
                  </a:moveTo>
                  <a:lnTo>
                    <a:pt x="0" y="0"/>
                  </a:lnTo>
                  <a:lnTo>
                    <a:pt x="267238" y="75492"/>
                  </a:lnTo>
                  <a:lnTo>
                    <a:pt x="0" y="151010"/>
                  </a:lnTo>
                  <a:lnTo>
                    <a:pt x="61686" y="75492"/>
                  </a:lnTo>
                </a:path>
              </a:pathLst>
            </a:custGeom>
            <a:ln w="47713">
              <a:solidFill>
                <a:srgbClr val="000000"/>
              </a:solidFill>
            </a:ln>
          </p:spPr>
          <p:txBody>
            <a:bodyPr wrap="square" lIns="0" tIns="0" rIns="0" bIns="0" rtlCol="0"/>
            <a:lstStyle/>
            <a:p>
              <a:endParaRPr/>
            </a:p>
          </p:txBody>
        </p:sp>
        <p:sp>
          <p:nvSpPr>
            <p:cNvPr id="79" name="object 79"/>
            <p:cNvSpPr/>
            <p:nvPr/>
          </p:nvSpPr>
          <p:spPr>
            <a:xfrm>
              <a:off x="5337745" y="5061703"/>
              <a:ext cx="2097405" cy="0"/>
            </a:xfrm>
            <a:custGeom>
              <a:avLst/>
              <a:gdLst/>
              <a:ahLst/>
              <a:cxnLst/>
              <a:rect l="l" t="t" r="r" b="b"/>
              <a:pathLst>
                <a:path w="2097404">
                  <a:moveTo>
                    <a:pt x="2096919" y="0"/>
                  </a:moveTo>
                  <a:lnTo>
                    <a:pt x="0" y="0"/>
                  </a:lnTo>
                </a:path>
              </a:pathLst>
            </a:custGeom>
            <a:ln w="24975">
              <a:solidFill>
                <a:srgbClr val="000000"/>
              </a:solidFill>
            </a:ln>
          </p:spPr>
          <p:txBody>
            <a:bodyPr wrap="square" lIns="0" tIns="0" rIns="0" bIns="0" rtlCol="0"/>
            <a:lstStyle/>
            <a:p>
              <a:endParaRPr/>
            </a:p>
          </p:txBody>
        </p:sp>
        <p:sp>
          <p:nvSpPr>
            <p:cNvPr id="80" name="object 80"/>
            <p:cNvSpPr/>
            <p:nvPr/>
          </p:nvSpPr>
          <p:spPr>
            <a:xfrm>
              <a:off x="3919373" y="4986210"/>
              <a:ext cx="267335" cy="151130"/>
            </a:xfrm>
            <a:custGeom>
              <a:avLst/>
              <a:gdLst/>
              <a:ahLst/>
              <a:cxnLst/>
              <a:rect l="l" t="t" r="r" b="b"/>
              <a:pathLst>
                <a:path w="267335" h="151129">
                  <a:moveTo>
                    <a:pt x="0" y="0"/>
                  </a:moveTo>
                  <a:lnTo>
                    <a:pt x="61481" y="75492"/>
                  </a:lnTo>
                  <a:lnTo>
                    <a:pt x="0" y="151010"/>
                  </a:lnTo>
                  <a:lnTo>
                    <a:pt x="267033" y="75492"/>
                  </a:lnTo>
                  <a:lnTo>
                    <a:pt x="0" y="0"/>
                  </a:lnTo>
                  <a:close/>
                </a:path>
              </a:pathLst>
            </a:custGeom>
            <a:solidFill>
              <a:srgbClr val="000000"/>
            </a:solidFill>
          </p:spPr>
          <p:txBody>
            <a:bodyPr wrap="square" lIns="0" tIns="0" rIns="0" bIns="0" rtlCol="0"/>
            <a:lstStyle/>
            <a:p>
              <a:endParaRPr/>
            </a:p>
          </p:txBody>
        </p:sp>
        <p:sp>
          <p:nvSpPr>
            <p:cNvPr id="81" name="object 81"/>
            <p:cNvSpPr/>
            <p:nvPr/>
          </p:nvSpPr>
          <p:spPr>
            <a:xfrm>
              <a:off x="3919373" y="4986210"/>
              <a:ext cx="267335" cy="151130"/>
            </a:xfrm>
            <a:custGeom>
              <a:avLst/>
              <a:gdLst/>
              <a:ahLst/>
              <a:cxnLst/>
              <a:rect l="l" t="t" r="r" b="b"/>
              <a:pathLst>
                <a:path w="267335" h="151129">
                  <a:moveTo>
                    <a:pt x="61481" y="75492"/>
                  </a:moveTo>
                  <a:lnTo>
                    <a:pt x="0" y="0"/>
                  </a:lnTo>
                  <a:lnTo>
                    <a:pt x="267033" y="75492"/>
                  </a:lnTo>
                  <a:lnTo>
                    <a:pt x="0" y="151010"/>
                  </a:lnTo>
                  <a:lnTo>
                    <a:pt x="61481" y="75492"/>
                  </a:lnTo>
                </a:path>
              </a:pathLst>
            </a:custGeom>
            <a:ln w="47710">
              <a:solidFill>
                <a:srgbClr val="000000"/>
              </a:solidFill>
            </a:ln>
          </p:spPr>
          <p:txBody>
            <a:bodyPr wrap="square" lIns="0" tIns="0" rIns="0" bIns="0" rtlCol="0"/>
            <a:lstStyle/>
            <a:p>
              <a:endParaRPr/>
            </a:p>
          </p:txBody>
        </p:sp>
        <p:sp>
          <p:nvSpPr>
            <p:cNvPr id="82" name="object 82"/>
            <p:cNvSpPr/>
            <p:nvPr/>
          </p:nvSpPr>
          <p:spPr>
            <a:xfrm>
              <a:off x="2500591" y="4254367"/>
              <a:ext cx="1562735" cy="807720"/>
            </a:xfrm>
            <a:custGeom>
              <a:avLst/>
              <a:gdLst/>
              <a:ahLst/>
              <a:cxnLst/>
              <a:rect l="l" t="t" r="r" b="b"/>
              <a:pathLst>
                <a:path w="1562735" h="807720">
                  <a:moveTo>
                    <a:pt x="1562237" y="807335"/>
                  </a:moveTo>
                  <a:lnTo>
                    <a:pt x="0" y="807335"/>
                  </a:lnTo>
                  <a:lnTo>
                    <a:pt x="0" y="0"/>
                  </a:lnTo>
                </a:path>
              </a:pathLst>
            </a:custGeom>
            <a:ln w="24001">
              <a:solidFill>
                <a:srgbClr val="000000"/>
              </a:solidFill>
            </a:ln>
          </p:spPr>
          <p:txBody>
            <a:bodyPr wrap="square" lIns="0" tIns="0" rIns="0" bIns="0" rtlCol="0"/>
            <a:lstStyle/>
            <a:p>
              <a:endParaRPr/>
            </a:p>
          </p:txBody>
        </p:sp>
        <p:sp>
          <p:nvSpPr>
            <p:cNvPr id="83" name="object 83"/>
            <p:cNvSpPr/>
            <p:nvPr/>
          </p:nvSpPr>
          <p:spPr>
            <a:xfrm>
              <a:off x="2089528" y="4228817"/>
              <a:ext cx="123189" cy="328295"/>
            </a:xfrm>
            <a:custGeom>
              <a:avLst/>
              <a:gdLst/>
              <a:ahLst/>
              <a:cxnLst/>
              <a:rect l="l" t="t" r="r" b="b"/>
              <a:pathLst>
                <a:path w="123189" h="328295">
                  <a:moveTo>
                    <a:pt x="61563" y="0"/>
                  </a:moveTo>
                  <a:lnTo>
                    <a:pt x="0" y="328149"/>
                  </a:lnTo>
                  <a:lnTo>
                    <a:pt x="61563" y="252657"/>
                  </a:lnTo>
                  <a:lnTo>
                    <a:pt x="108947" y="252657"/>
                  </a:lnTo>
                  <a:lnTo>
                    <a:pt x="61563" y="0"/>
                  </a:lnTo>
                  <a:close/>
                </a:path>
                <a:path w="123189" h="328295">
                  <a:moveTo>
                    <a:pt x="108947" y="252657"/>
                  </a:moveTo>
                  <a:lnTo>
                    <a:pt x="61563" y="252657"/>
                  </a:lnTo>
                  <a:lnTo>
                    <a:pt x="123105" y="328149"/>
                  </a:lnTo>
                  <a:lnTo>
                    <a:pt x="108947" y="252657"/>
                  </a:lnTo>
                  <a:close/>
                </a:path>
              </a:pathLst>
            </a:custGeom>
            <a:solidFill>
              <a:srgbClr val="000000"/>
            </a:solidFill>
          </p:spPr>
          <p:txBody>
            <a:bodyPr wrap="square" lIns="0" tIns="0" rIns="0" bIns="0" rtlCol="0"/>
            <a:lstStyle/>
            <a:p>
              <a:endParaRPr/>
            </a:p>
          </p:txBody>
        </p:sp>
        <p:sp>
          <p:nvSpPr>
            <p:cNvPr id="84" name="object 84"/>
            <p:cNvSpPr/>
            <p:nvPr/>
          </p:nvSpPr>
          <p:spPr>
            <a:xfrm>
              <a:off x="2089528" y="4228817"/>
              <a:ext cx="123189" cy="328295"/>
            </a:xfrm>
            <a:custGeom>
              <a:avLst/>
              <a:gdLst/>
              <a:ahLst/>
              <a:cxnLst/>
              <a:rect l="l" t="t" r="r" b="b"/>
              <a:pathLst>
                <a:path w="123189" h="328295">
                  <a:moveTo>
                    <a:pt x="61563" y="252657"/>
                  </a:moveTo>
                  <a:lnTo>
                    <a:pt x="0" y="328149"/>
                  </a:lnTo>
                  <a:lnTo>
                    <a:pt x="61563" y="0"/>
                  </a:lnTo>
                  <a:lnTo>
                    <a:pt x="108947" y="252657"/>
                  </a:lnTo>
                </a:path>
                <a:path w="123189" h="328295">
                  <a:moveTo>
                    <a:pt x="108947" y="252657"/>
                  </a:moveTo>
                  <a:lnTo>
                    <a:pt x="123105" y="328149"/>
                  </a:lnTo>
                  <a:lnTo>
                    <a:pt x="61563" y="252657"/>
                  </a:lnTo>
                </a:path>
              </a:pathLst>
            </a:custGeom>
            <a:ln w="45328">
              <a:solidFill>
                <a:srgbClr val="000000"/>
              </a:solidFill>
            </a:ln>
          </p:spPr>
          <p:txBody>
            <a:bodyPr wrap="square" lIns="0" tIns="0" rIns="0" bIns="0" rtlCol="0"/>
            <a:lstStyle/>
            <a:p>
              <a:endParaRPr/>
            </a:p>
          </p:txBody>
        </p:sp>
        <p:sp>
          <p:nvSpPr>
            <p:cNvPr id="85" name="object 85"/>
            <p:cNvSpPr/>
            <p:nvPr/>
          </p:nvSpPr>
          <p:spPr>
            <a:xfrm>
              <a:off x="1390548" y="4380406"/>
              <a:ext cx="760730" cy="403860"/>
            </a:xfrm>
            <a:custGeom>
              <a:avLst/>
              <a:gdLst/>
              <a:ahLst/>
              <a:cxnLst/>
              <a:rect l="l" t="t" r="r" b="b"/>
              <a:pathLst>
                <a:path w="760730" h="403860">
                  <a:moveTo>
                    <a:pt x="760543" y="0"/>
                  </a:moveTo>
                  <a:lnTo>
                    <a:pt x="760543" y="403667"/>
                  </a:lnTo>
                  <a:lnTo>
                    <a:pt x="0" y="403667"/>
                  </a:lnTo>
                </a:path>
              </a:pathLst>
            </a:custGeom>
            <a:ln w="23959">
              <a:solidFill>
                <a:srgbClr val="000000"/>
              </a:solidFill>
            </a:ln>
          </p:spPr>
          <p:txBody>
            <a:bodyPr wrap="square" lIns="0" tIns="0" rIns="0" bIns="0" rtlCol="0"/>
            <a:lstStyle/>
            <a:p>
              <a:endParaRPr/>
            </a:p>
          </p:txBody>
        </p:sp>
        <p:sp>
          <p:nvSpPr>
            <p:cNvPr id="86" name="object 86"/>
            <p:cNvSpPr/>
            <p:nvPr/>
          </p:nvSpPr>
          <p:spPr>
            <a:xfrm>
              <a:off x="2253847" y="2992842"/>
              <a:ext cx="144145" cy="327660"/>
            </a:xfrm>
            <a:custGeom>
              <a:avLst/>
              <a:gdLst/>
              <a:ahLst/>
              <a:cxnLst/>
              <a:rect l="l" t="t" r="r" b="b"/>
              <a:pathLst>
                <a:path w="144144" h="327660">
                  <a:moveTo>
                    <a:pt x="0" y="0"/>
                  </a:moveTo>
                  <a:lnTo>
                    <a:pt x="61481" y="327571"/>
                  </a:lnTo>
                  <a:lnTo>
                    <a:pt x="124892" y="75442"/>
                  </a:lnTo>
                  <a:lnTo>
                    <a:pt x="61481" y="75442"/>
                  </a:lnTo>
                  <a:lnTo>
                    <a:pt x="0" y="0"/>
                  </a:lnTo>
                  <a:close/>
                </a:path>
                <a:path w="144144" h="327660">
                  <a:moveTo>
                    <a:pt x="143866" y="0"/>
                  </a:moveTo>
                  <a:lnTo>
                    <a:pt x="61481" y="75442"/>
                  </a:lnTo>
                  <a:lnTo>
                    <a:pt x="124892" y="75442"/>
                  </a:lnTo>
                  <a:lnTo>
                    <a:pt x="143866" y="0"/>
                  </a:lnTo>
                  <a:close/>
                </a:path>
              </a:pathLst>
            </a:custGeom>
            <a:solidFill>
              <a:srgbClr val="000000"/>
            </a:solidFill>
          </p:spPr>
          <p:txBody>
            <a:bodyPr wrap="square" lIns="0" tIns="0" rIns="0" bIns="0" rtlCol="0"/>
            <a:lstStyle/>
            <a:p>
              <a:endParaRPr/>
            </a:p>
          </p:txBody>
        </p:sp>
        <p:sp>
          <p:nvSpPr>
            <p:cNvPr id="87" name="object 87"/>
            <p:cNvSpPr/>
            <p:nvPr/>
          </p:nvSpPr>
          <p:spPr>
            <a:xfrm>
              <a:off x="2253847" y="2992842"/>
              <a:ext cx="144145" cy="327660"/>
            </a:xfrm>
            <a:custGeom>
              <a:avLst/>
              <a:gdLst/>
              <a:ahLst/>
              <a:cxnLst/>
              <a:rect l="l" t="t" r="r" b="b"/>
              <a:pathLst>
                <a:path w="144144" h="327660">
                  <a:moveTo>
                    <a:pt x="61481" y="75442"/>
                  </a:moveTo>
                  <a:lnTo>
                    <a:pt x="0" y="0"/>
                  </a:lnTo>
                  <a:lnTo>
                    <a:pt x="61481" y="327571"/>
                  </a:lnTo>
                  <a:lnTo>
                    <a:pt x="124892" y="75442"/>
                  </a:lnTo>
                </a:path>
                <a:path w="144144" h="327660">
                  <a:moveTo>
                    <a:pt x="124892" y="75442"/>
                  </a:moveTo>
                  <a:lnTo>
                    <a:pt x="143866" y="0"/>
                  </a:lnTo>
                  <a:lnTo>
                    <a:pt x="61481" y="75442"/>
                  </a:lnTo>
                </a:path>
              </a:pathLst>
            </a:custGeom>
            <a:ln w="45328">
              <a:solidFill>
                <a:srgbClr val="000000"/>
              </a:solidFill>
            </a:ln>
          </p:spPr>
          <p:txBody>
            <a:bodyPr wrap="square" lIns="0" tIns="0" rIns="0" bIns="0" rtlCol="0"/>
            <a:lstStyle/>
            <a:p>
              <a:endParaRPr/>
            </a:p>
          </p:txBody>
        </p:sp>
        <p:sp>
          <p:nvSpPr>
            <p:cNvPr id="88" name="object 88"/>
            <p:cNvSpPr/>
            <p:nvPr/>
          </p:nvSpPr>
          <p:spPr>
            <a:xfrm>
              <a:off x="1390548" y="2765760"/>
              <a:ext cx="925194" cy="403860"/>
            </a:xfrm>
            <a:custGeom>
              <a:avLst/>
              <a:gdLst/>
              <a:ahLst/>
              <a:cxnLst/>
              <a:rect l="l" t="t" r="r" b="b"/>
              <a:pathLst>
                <a:path w="925194" h="403860">
                  <a:moveTo>
                    <a:pt x="924780" y="403617"/>
                  </a:moveTo>
                  <a:lnTo>
                    <a:pt x="924780" y="0"/>
                  </a:lnTo>
                  <a:lnTo>
                    <a:pt x="0" y="0"/>
                  </a:lnTo>
                </a:path>
              </a:pathLst>
            </a:custGeom>
            <a:ln w="24236">
              <a:solidFill>
                <a:srgbClr val="000000"/>
              </a:solidFill>
            </a:ln>
          </p:spPr>
          <p:txBody>
            <a:bodyPr wrap="square" lIns="0" tIns="0" rIns="0" bIns="0" rtlCol="0"/>
            <a:lstStyle/>
            <a:p>
              <a:endParaRPr/>
            </a:p>
          </p:txBody>
        </p:sp>
      </p:grpSp>
      <p:sp>
        <p:nvSpPr>
          <p:cNvPr id="89" name="object 89"/>
          <p:cNvSpPr txBox="1"/>
          <p:nvPr/>
        </p:nvSpPr>
        <p:spPr>
          <a:xfrm>
            <a:off x="5880016" y="2348552"/>
            <a:ext cx="961390" cy="298450"/>
          </a:xfrm>
          <a:prstGeom prst="rect">
            <a:avLst/>
          </a:prstGeom>
        </p:spPr>
        <p:txBody>
          <a:bodyPr vert="horz" wrap="square" lIns="0" tIns="17780" rIns="0" bIns="0" rtlCol="0">
            <a:spAutoFit/>
          </a:bodyPr>
          <a:lstStyle/>
          <a:p>
            <a:pPr marL="12700">
              <a:lnSpc>
                <a:spcPct val="100000"/>
              </a:lnSpc>
              <a:spcBef>
                <a:spcPts val="140"/>
              </a:spcBef>
            </a:pPr>
            <a:r>
              <a:rPr sz="1750" spc="-140" dirty="0">
                <a:latin typeface="Times New Roman"/>
                <a:cs typeface="Times New Roman"/>
              </a:rPr>
              <a:t>Error</a:t>
            </a:r>
            <a:r>
              <a:rPr sz="1750" spc="-85" dirty="0">
                <a:latin typeface="Times New Roman"/>
                <a:cs typeface="Times New Roman"/>
              </a:rPr>
              <a:t> </a:t>
            </a:r>
            <a:r>
              <a:rPr sz="1750" spc="-160" dirty="0">
                <a:latin typeface="Times New Roman"/>
                <a:cs typeface="Times New Roman"/>
              </a:rPr>
              <a:t>rework</a:t>
            </a:r>
            <a:endParaRPr sz="1750">
              <a:latin typeface="Times New Roman"/>
              <a:cs typeface="Times New Roman"/>
            </a:endParaRPr>
          </a:p>
        </p:txBody>
      </p:sp>
      <p:sp>
        <p:nvSpPr>
          <p:cNvPr id="91" name="object 91"/>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spc="-50" dirty="0"/>
              <a:t>43</a:t>
            </a:fld>
            <a:endParaRPr spc="-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spc="-50" dirty="0"/>
              <a:t>44</a:t>
            </a:fld>
            <a:endParaRPr spc="-50" dirty="0"/>
          </a:p>
        </p:txBody>
      </p:sp>
      <p:sp>
        <p:nvSpPr>
          <p:cNvPr id="2" name="object 2"/>
          <p:cNvSpPr txBox="1">
            <a:spLocks noGrp="1"/>
          </p:cNvSpPr>
          <p:nvPr>
            <p:ph type="title"/>
          </p:nvPr>
        </p:nvSpPr>
        <p:spPr>
          <a:xfrm>
            <a:off x="1368297" y="3280029"/>
            <a:ext cx="4587875" cy="1122680"/>
          </a:xfrm>
          <a:prstGeom prst="rect">
            <a:avLst/>
          </a:prstGeom>
        </p:spPr>
        <p:txBody>
          <a:bodyPr vert="horz" wrap="square" lIns="0" tIns="12700" rIns="0" bIns="0" rtlCol="0">
            <a:spAutoFit/>
          </a:bodyPr>
          <a:lstStyle/>
          <a:p>
            <a:pPr marL="12700">
              <a:lnSpc>
                <a:spcPct val="100000"/>
              </a:lnSpc>
              <a:spcBef>
                <a:spcPts val="100"/>
              </a:spcBef>
            </a:pPr>
            <a:r>
              <a:rPr sz="7200" dirty="0">
                <a:latin typeface="Ebrima"/>
                <a:cs typeface="Ebrima"/>
              </a:rPr>
              <a:t>Thank</a:t>
            </a:r>
            <a:r>
              <a:rPr sz="7200" spc="-229" dirty="0">
                <a:latin typeface="Ebrima"/>
                <a:cs typeface="Ebrima"/>
              </a:rPr>
              <a:t> </a:t>
            </a:r>
            <a:r>
              <a:rPr sz="7200" spc="-25" dirty="0">
                <a:latin typeface="Ebrima"/>
                <a:cs typeface="Ebrima"/>
              </a:rPr>
              <a:t>You</a:t>
            </a:r>
            <a:endParaRPr sz="7200">
              <a:latin typeface="Ebrima"/>
              <a:cs typeface="Ebrima"/>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258</TotalTime>
  <Words>2886</Words>
  <Application>Microsoft Office PowerPoint</Application>
  <PresentationFormat>On-screen Show (4:3)</PresentationFormat>
  <Paragraphs>343</Paragraphs>
  <Slides>44</Slides>
  <Notes>0</Notes>
  <HiddenSlides>0</HiddenSlides>
  <MMClips>0</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44</vt:i4>
      </vt:variant>
    </vt:vector>
  </HeadingPairs>
  <TitlesOfParts>
    <vt:vector size="58" baseType="lpstr">
      <vt:lpstr>26</vt:lpstr>
      <vt:lpstr>Arial MT</vt:lpstr>
      <vt:lpstr>Google Sans</vt:lpstr>
      <vt:lpstr>Aptos</vt:lpstr>
      <vt:lpstr>Arial</vt:lpstr>
      <vt:lpstr>Calibri</vt:lpstr>
      <vt:lpstr>Comic Sans MS</vt:lpstr>
      <vt:lpstr>Ebrima</vt:lpstr>
      <vt:lpstr>Lucida Sans Unicode</vt:lpstr>
      <vt:lpstr>Microsoft Sans Serif</vt:lpstr>
      <vt:lpstr>Times New Roman</vt:lpstr>
      <vt:lpstr>Verdana</vt:lpstr>
      <vt:lpstr>Wingdings</vt:lpstr>
      <vt:lpstr>Office Theme</vt:lpstr>
      <vt:lpstr>PowerPoint Presentation</vt:lpstr>
      <vt:lpstr>PowerPoint Presentation</vt:lpstr>
      <vt:lpstr>Specifications vs requirements</vt:lpstr>
      <vt:lpstr>Specifications vs requirements</vt:lpstr>
      <vt:lpstr>PowerPoint Presentation</vt:lpstr>
      <vt:lpstr>PowerPoint Presentation</vt:lpstr>
      <vt:lpstr>PowerPoint Presentation</vt:lpstr>
      <vt:lpstr>PowerPoint Presentation</vt:lpstr>
      <vt:lpstr>PowerPoint Presentation</vt:lpstr>
      <vt:lpstr>PowerPoint Presentation</vt:lpstr>
      <vt:lpstr>Software Inspection</vt:lpstr>
      <vt:lpstr>Software Testing</vt:lpstr>
      <vt:lpstr>Key Differences Summarized </vt:lpstr>
      <vt:lpstr>PowerPoint Presentation</vt:lpstr>
      <vt:lpstr>PowerPoint Presentation</vt:lpstr>
      <vt:lpstr>PowerPoint Presentation</vt:lpstr>
      <vt:lpstr>PowerPoint Presentation</vt:lpstr>
      <vt:lpstr>PowerPoint Presentation</vt:lpstr>
      <vt:lpstr>Software inspections</vt:lpstr>
      <vt:lpstr>Inspection success</vt:lpstr>
      <vt:lpstr>Inspections and testing</vt:lpstr>
      <vt:lpstr>Program inspections</vt:lpstr>
      <vt:lpstr>Inspection pre-conditions</vt:lpstr>
      <vt:lpstr>The inspection process</vt:lpstr>
      <vt:lpstr>Inspection procedure</vt:lpstr>
      <vt:lpstr>Inspection teams</vt:lpstr>
      <vt:lpstr>Inspection checklists</vt:lpstr>
      <vt:lpstr>PowerPoint Presentation</vt:lpstr>
      <vt:lpstr>PowerPoint Presentation</vt:lpstr>
      <vt:lpstr>Inspection rate</vt:lpstr>
      <vt:lpstr>Automated static analysis</vt:lpstr>
      <vt:lpstr>PowerPoint Presentation</vt:lpstr>
      <vt:lpstr>Stages of static analysis</vt:lpstr>
      <vt:lpstr>Stages of static analysis</vt:lpstr>
      <vt:lpstr>138% more lint_ex.c</vt:lpstr>
      <vt:lpstr>Use of static analysis</vt:lpstr>
      <vt:lpstr>Cleanroom Software Development</vt:lpstr>
      <vt:lpstr>Introduction</vt:lpstr>
      <vt:lpstr>What is Cleanroom Software Development?</vt:lpstr>
      <vt:lpstr>Why Cleanroom Software?</vt:lpstr>
      <vt:lpstr>Why not widely used?</vt:lpstr>
      <vt:lpstr>Five Strategic Activities:</vt:lpstr>
      <vt:lpstr>Cleanroom Process Overview</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Verification and Validation</dc:title>
  <dc:creator>Maneela Tuteja</dc:creator>
  <cp:lastModifiedBy>Gaspard Gashema</cp:lastModifiedBy>
  <cp:revision>47</cp:revision>
  <dcterms:created xsi:type="dcterms:W3CDTF">2025-11-17T23:41:44Z</dcterms:created>
  <dcterms:modified xsi:type="dcterms:W3CDTF">2025-11-27T17:57:16Z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2020-01-16T00:00:00Z</vt:filetime>
  </property>
  <property fmtid="{D5CDD505-2E9C-101B-9397-08002B2CF9AE}" pid="3" name="Creator">
    <vt:lpwstr>Microsoft® Office PowerPoint® 2007</vt:lpwstr>
  </property>
  <property fmtid="{D5CDD505-2E9C-101B-9397-08002B2CF9AE}" pid="4" name="LastSaved">
    <vt:filetime>2025-11-17T00:00:00Z</vt:filetime>
  </property>
  <property fmtid="{D5CDD505-2E9C-101B-9397-08002B2CF9AE}" pid="5" name="Producer">
    <vt:lpwstr>Microsoft® Office PowerPoint® 2007</vt:lpwstr>
  </property>
</Properties>
</file>