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7" r:id="rId2"/>
    <p:sldId id="316" r:id="rId3"/>
    <p:sldId id="318" r:id="rId4"/>
    <p:sldId id="317" r:id="rId5"/>
    <p:sldId id="319" r:id="rId6"/>
    <p:sldId id="258" r:id="rId7"/>
    <p:sldId id="260" r:id="rId8"/>
    <p:sldId id="261" r:id="rId9"/>
    <p:sldId id="262" r:id="rId10"/>
    <p:sldId id="263" r:id="rId11"/>
    <p:sldId id="264" r:id="rId12"/>
    <p:sldId id="265" r:id="rId13"/>
    <p:sldId id="266" r:id="rId14"/>
    <p:sldId id="267" r:id="rId15"/>
    <p:sldId id="268" r:id="rId16"/>
    <p:sldId id="269" r:id="rId17"/>
    <p:sldId id="271" r:id="rId18"/>
    <p:sldId id="270" r:id="rId19"/>
    <p:sldId id="272" r:id="rId20"/>
    <p:sldId id="273" r:id="rId21"/>
    <p:sldId id="274" r:id="rId22"/>
    <p:sldId id="281" r:id="rId23"/>
    <p:sldId id="275" r:id="rId24"/>
    <p:sldId id="276" r:id="rId25"/>
    <p:sldId id="277" r:id="rId26"/>
    <p:sldId id="278" r:id="rId27"/>
    <p:sldId id="279" r:id="rId28"/>
    <p:sldId id="298" r:id="rId29"/>
    <p:sldId id="280" r:id="rId30"/>
    <p:sldId id="299" r:id="rId31"/>
    <p:sldId id="291" r:id="rId32"/>
    <p:sldId id="300" r:id="rId33"/>
    <p:sldId id="282" r:id="rId34"/>
    <p:sldId id="301" r:id="rId35"/>
    <p:sldId id="283" r:id="rId36"/>
    <p:sldId id="302" r:id="rId37"/>
    <p:sldId id="284" r:id="rId38"/>
    <p:sldId id="303" r:id="rId39"/>
    <p:sldId id="285" r:id="rId40"/>
    <p:sldId id="286" r:id="rId41"/>
    <p:sldId id="287" r:id="rId42"/>
    <p:sldId id="304" r:id="rId43"/>
    <p:sldId id="288" r:id="rId44"/>
    <p:sldId id="305" r:id="rId45"/>
    <p:sldId id="306" r:id="rId46"/>
    <p:sldId id="289" r:id="rId47"/>
    <p:sldId id="307" r:id="rId48"/>
    <p:sldId id="297" r:id="rId49"/>
    <p:sldId id="290" r:id="rId50"/>
    <p:sldId id="308" r:id="rId51"/>
    <p:sldId id="314" r:id="rId52"/>
    <p:sldId id="315" r:id="rId53"/>
    <p:sldId id="310" r:id="rId54"/>
    <p:sldId id="293" r:id="rId55"/>
    <p:sldId id="311" r:id="rId56"/>
    <p:sldId id="294" r:id="rId57"/>
    <p:sldId id="312" r:id="rId5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317" autoAdjust="0"/>
    <p:restoredTop sz="50000"/>
  </p:normalViewPr>
  <p:slideViewPr>
    <p:cSldViewPr snapToGrid="0">
      <p:cViewPr varScale="1">
        <p:scale>
          <a:sx n="42" d="100"/>
          <a:sy n="42" d="100"/>
        </p:scale>
        <p:origin x="11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C5C64B-6635-41B7-BA9F-9C286C0E76AE}" type="datetimeFigureOut">
              <a:rPr lang="fr-BE" smtClean="0"/>
              <a:t>22/10/25</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DD968-EE80-4463-8EDE-476E933BE369}" type="slidenum">
              <a:rPr lang="fr-BE" smtClean="0"/>
              <a:t>‹#›</a:t>
            </a:fld>
            <a:endParaRPr lang="fr-BE"/>
          </a:p>
        </p:txBody>
      </p:sp>
    </p:spTree>
    <p:extLst>
      <p:ext uri="{BB962C8B-B14F-4D97-AF65-F5344CB8AC3E}">
        <p14:creationId xmlns:p14="http://schemas.microsoft.com/office/powerpoint/2010/main" val="1836776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xmlns="" id="{4A88B2FE-E113-44CA-A54B-B335EFC14D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xmlns="" id="{3E3156BC-0224-4550-99C7-8208934859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6" name="Slide Number Placeholder 3">
            <a:extLst>
              <a:ext uri="{FF2B5EF4-FFF2-40B4-BE49-F238E27FC236}">
                <a16:creationId xmlns:a16="http://schemas.microsoft.com/office/drawing/2014/main" xmlns="" id="{FC983D3F-D8A1-4A29-992F-593A4681A5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7805F85-9D9A-43AA-AD67-4FFCB2E2DFC0}" type="slidenum">
              <a:rPr lang="en-US" altLang="en-US"/>
              <a:pPr>
                <a:spcBef>
                  <a:spcPct val="0"/>
                </a:spcBef>
              </a:pPr>
              <a:t>1</a:t>
            </a:fld>
            <a:endParaRPr lang="en-US" altLang="en-US"/>
          </a:p>
        </p:txBody>
      </p:sp>
    </p:spTree>
    <p:extLst>
      <p:ext uri="{BB962C8B-B14F-4D97-AF65-F5344CB8AC3E}">
        <p14:creationId xmlns:p14="http://schemas.microsoft.com/office/powerpoint/2010/main" val="869921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xmlns="" id="{E489FB3D-40FE-40DD-ADE6-EC246C8DD2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xmlns="" id="{A9FE8739-1E0B-4D12-AF1D-FCA41E6978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Some 100 years ago two team leaders adopted the same goal: they both sought to be the first to lead an expedition to the South Pole.</a:t>
            </a:r>
          </a:p>
          <a:p>
            <a:pPr defTabSz="930275" eaLnBrk="1" hangingPunct="1">
              <a:spcBef>
                <a:spcPct val="0"/>
              </a:spcBef>
            </a:pPr>
            <a:r>
              <a:rPr lang="en-US" altLang="en-US">
                <a:solidFill>
                  <a:srgbClr val="000000"/>
                </a:solidFill>
              </a:rPr>
              <a:t>Once made, the decision presented them with countless choices: selecting the clothing to wear, the food to eat, and, most important, the mode of transport. Roald Amundsen, the Norwegian explorer, gleaned from Inuit methodology the best type of equipment and clothing to use.</a:t>
            </a:r>
          </a:p>
        </p:txBody>
      </p:sp>
      <p:sp>
        <p:nvSpPr>
          <p:cNvPr id="23556" name="Slide Number Placeholder 3">
            <a:extLst>
              <a:ext uri="{FF2B5EF4-FFF2-40B4-BE49-F238E27FC236}">
                <a16:creationId xmlns:a16="http://schemas.microsoft.com/office/drawing/2014/main" xmlns="" id="{72CA0B6E-3BAF-43D3-966C-4F59D3C4F8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F61BD35-F5B7-491D-8A9E-5F94D868D4F9}" type="slidenum">
              <a:rPr lang="en-US" altLang="en-US"/>
              <a:pPr>
                <a:spcBef>
                  <a:spcPct val="0"/>
                </a:spcBef>
              </a:pPr>
              <a:t>5</a:t>
            </a:fld>
            <a:endParaRPr lang="en-US" altLang="en-US"/>
          </a:p>
        </p:txBody>
      </p:sp>
    </p:spTree>
    <p:extLst>
      <p:ext uri="{BB962C8B-B14F-4D97-AF65-F5344CB8AC3E}">
        <p14:creationId xmlns:p14="http://schemas.microsoft.com/office/powerpoint/2010/main" val="167368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xmlns="" id="{3A12E724-BEC5-4994-B9A6-EFE4D2D043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xmlns="" id="{8C2BC381-AB14-40EA-8BD3-C090DAA2D5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sz="2000">
                <a:solidFill>
                  <a:srgbClr val="000000"/>
                </a:solidFill>
              </a:rPr>
              <a:t>He chose dogs to pull the sleds. He placed his supplies and foodstuffs strategically along the early part of the proposed route to travel before the main expedition set off, thereby lessening the loads his dogs would have to pull. He carefully considered every detail, and from his informed base he made decisions as to how to proceed.</a:t>
            </a:r>
          </a:p>
          <a:p>
            <a:pPr defTabSz="930275" eaLnBrk="1" hangingPunct="1">
              <a:spcBef>
                <a:spcPct val="0"/>
              </a:spcBef>
            </a:pPr>
            <a:endParaRPr lang="en-US" altLang="en-US" sz="2000"/>
          </a:p>
        </p:txBody>
      </p:sp>
      <p:sp>
        <p:nvSpPr>
          <p:cNvPr id="25604" name="Slide Number Placeholder 3">
            <a:extLst>
              <a:ext uri="{FF2B5EF4-FFF2-40B4-BE49-F238E27FC236}">
                <a16:creationId xmlns:a16="http://schemas.microsoft.com/office/drawing/2014/main" xmlns="" id="{00A2D288-4934-42AB-99F2-5B9FA7204C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E0D4107-6F50-4FC4-8D9D-067F06E6D138}" type="slidenum">
              <a:rPr lang="en-US" altLang="en-US"/>
              <a:pPr>
                <a:spcBef>
                  <a:spcPct val="0"/>
                </a:spcBef>
              </a:pPr>
              <a:t>6</a:t>
            </a:fld>
            <a:endParaRPr lang="en-US" altLang="en-US"/>
          </a:p>
        </p:txBody>
      </p:sp>
    </p:spTree>
    <p:extLst>
      <p:ext uri="{BB962C8B-B14F-4D97-AF65-F5344CB8AC3E}">
        <p14:creationId xmlns:p14="http://schemas.microsoft.com/office/powerpoint/2010/main" val="251836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xmlns="" id="{4D4DCDFF-CCB1-46C1-A9B4-845CD67F5F2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xmlns="" id="{3501BA49-B376-4E9A-B018-6D4E0D4493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Robert Falcon Scott, however, a British naval officer, chose to use ponies and “modern” motorized sledges. He was a brave and daring man, but apparently did not pay the same attention to Inuit methodology as did Amundsen. His motorized sleds ceased functioning after a few days, and the ponies could not stand the frigid conditions. By the time he and his team reached the Transantarctic Mountains, the ponies were in such poor condition they had to be killed. Scott arrived at the South Pole to find that Amundsen had beaten him to the goal.</a:t>
            </a:r>
          </a:p>
          <a:p>
            <a:pPr defTabSz="930275" eaLnBrk="1" hangingPunct="1">
              <a:spcBef>
                <a:spcPct val="0"/>
              </a:spcBef>
            </a:pPr>
            <a:endParaRPr lang="en-US" altLang="en-US"/>
          </a:p>
        </p:txBody>
      </p:sp>
      <p:sp>
        <p:nvSpPr>
          <p:cNvPr id="27652" name="Slide Number Placeholder 3">
            <a:extLst>
              <a:ext uri="{FF2B5EF4-FFF2-40B4-BE49-F238E27FC236}">
                <a16:creationId xmlns:a16="http://schemas.microsoft.com/office/drawing/2014/main" xmlns="" id="{EFC625DD-A650-4B9D-BBA1-30F0CDB1025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5E79BB7C-A0D1-4FFC-A1A9-B160A50E7204}" type="slidenum">
              <a:rPr lang="en-US" altLang="en-US"/>
              <a:pPr>
                <a:spcBef>
                  <a:spcPct val="0"/>
                </a:spcBef>
              </a:pPr>
              <a:t>7</a:t>
            </a:fld>
            <a:endParaRPr lang="en-US" altLang="en-US"/>
          </a:p>
        </p:txBody>
      </p:sp>
    </p:spTree>
    <p:extLst>
      <p:ext uri="{BB962C8B-B14F-4D97-AF65-F5344CB8AC3E}">
        <p14:creationId xmlns:p14="http://schemas.microsoft.com/office/powerpoint/2010/main" val="346502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xmlns="" id="{D46B4AA1-8E45-48E2-9C7C-560A7E0A5A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xmlns="" id="{B209F0B5-AF53-448D-BBB0-36D6C48203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The outcome for one team was triumph; for the other, death and disaster. The diaries of Scott’s heroic team chronicled a story of frostbite, starvation, and eventually death on the return journey from the pole.</a:t>
            </a:r>
            <a:endParaRPr lang="en-US" altLang="en-US">
              <a:solidFill>
                <a:srgbClr val="000000"/>
              </a:solidFill>
            </a:endParaRPr>
          </a:p>
          <a:p>
            <a:pPr eaLnBrk="1" hangingPunct="1">
              <a:spcBef>
                <a:spcPct val="0"/>
              </a:spcBef>
            </a:pPr>
            <a:r>
              <a:rPr lang="en-US" altLang="en-US">
                <a:solidFill>
                  <a:srgbClr val="000000"/>
                </a:solidFill>
              </a:rPr>
              <a:t>Decisions made or neglected by Amundsen and Scott represented choices. Some were made very consciously and intentionally; others were possibly influenced by emotion, personality, culture, or whim. Brave and courageous though Scott and his men were, they suffered the consequences of their choices and decisions, perhaps made in ignorance, but nevertheless lethal in outcome.¹</a:t>
            </a:r>
          </a:p>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xmlns="" id="{7947DD97-A790-47B5-B0B7-2D30CD923EE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EB605B2-5CDE-445E-B379-E40A96FFA261}" type="slidenum">
              <a:rPr lang="en-US" altLang="en-US"/>
              <a:pPr>
                <a:spcBef>
                  <a:spcPct val="0"/>
                </a:spcBef>
              </a:pPr>
              <a:t>8</a:t>
            </a:fld>
            <a:endParaRPr lang="en-US" altLang="en-US"/>
          </a:p>
        </p:txBody>
      </p:sp>
    </p:spTree>
    <p:extLst>
      <p:ext uri="{BB962C8B-B14F-4D97-AF65-F5344CB8AC3E}">
        <p14:creationId xmlns:p14="http://schemas.microsoft.com/office/powerpoint/2010/main" val="1656241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xmlns="" id="{CAF1AD18-85A9-4D3F-BC90-D5225BA84F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xmlns="" id="{193E3C13-2A22-4086-BB5F-4F89C77A45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Choices often determine our destiny. To a large extent even our health can be determined by the choices we make on how we live, the risks we take, and the balance we seek in life. We each come into the world with an endowment for health that may vary from that of others, but how we care for the gift of our health influences the expression of our genetic capacities.</a:t>
            </a:r>
          </a:p>
          <a:p>
            <a:pPr defTabSz="930275" eaLnBrk="1" hangingPunct="1">
              <a:spcBef>
                <a:spcPct val="0"/>
              </a:spcBef>
            </a:pPr>
            <a:endParaRPr lang="en-US" altLang="en-US"/>
          </a:p>
        </p:txBody>
      </p:sp>
      <p:sp>
        <p:nvSpPr>
          <p:cNvPr id="31748" name="Slide Number Placeholder 3">
            <a:extLst>
              <a:ext uri="{FF2B5EF4-FFF2-40B4-BE49-F238E27FC236}">
                <a16:creationId xmlns:a16="http://schemas.microsoft.com/office/drawing/2014/main" xmlns="" id="{38B612DC-E023-4F9D-91CE-7CA7D9D970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8DF6BCC-D9C7-4B0D-AB16-D3D5E20090BB}" type="slidenum">
              <a:rPr lang="en-US" altLang="en-US"/>
              <a:pPr>
                <a:spcBef>
                  <a:spcPct val="0"/>
                </a:spcBef>
              </a:pPr>
              <a:t>9</a:t>
            </a:fld>
            <a:endParaRPr lang="en-US" altLang="en-US"/>
          </a:p>
        </p:txBody>
      </p:sp>
    </p:spTree>
    <p:extLst>
      <p:ext uri="{BB962C8B-B14F-4D97-AF65-F5344CB8AC3E}">
        <p14:creationId xmlns:p14="http://schemas.microsoft.com/office/powerpoint/2010/main" val="333480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xmlns="" id="{6F4C1253-470A-4243-8794-ADED993810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xmlns="" id="{0F3384D7-0B80-44C9-8C2E-D4B699E98E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The intricacies of handmade Asian rugs are remarkable and often represent hundreds of thousands and sometimes even millions of individual choices. For those rugs with 800 hand-tied knots per square inch, the maker has to select a colored thread to create the pattern 800 times. In the overall pattern, the subtle variety in the shapes making up the whole speaks to the individuality of each knot. </a:t>
            </a:r>
          </a:p>
          <a:p>
            <a:pPr defTabSz="930275" eaLnBrk="1" hangingPunct="1">
              <a:spcBef>
                <a:spcPct val="0"/>
              </a:spcBef>
            </a:pPr>
            <a:r>
              <a:rPr lang="en-US" altLang="en-US" b="1">
                <a:solidFill>
                  <a:srgbClr val="000000"/>
                </a:solidFill>
              </a:rPr>
              <a:t>Our lives are patterned in a similar way. </a:t>
            </a:r>
            <a:r>
              <a:rPr lang="en-US" altLang="en-US">
                <a:solidFill>
                  <a:srgbClr val="000000"/>
                </a:solidFill>
              </a:rPr>
              <a:t>Every day we make countless seemingly insignificant decisions, the sum of which determines the overall fabric of our lives.</a:t>
            </a:r>
          </a:p>
          <a:p>
            <a:pPr defTabSz="930275" eaLnBrk="1" hangingPunct="1">
              <a:spcBef>
                <a:spcPct val="0"/>
              </a:spcBef>
            </a:pPr>
            <a:endParaRPr lang="en-US" altLang="en-US"/>
          </a:p>
        </p:txBody>
      </p:sp>
      <p:sp>
        <p:nvSpPr>
          <p:cNvPr id="33796" name="Slide Number Placeholder 3">
            <a:extLst>
              <a:ext uri="{FF2B5EF4-FFF2-40B4-BE49-F238E27FC236}">
                <a16:creationId xmlns:a16="http://schemas.microsoft.com/office/drawing/2014/main" xmlns="" id="{76815235-0E51-4425-B8C8-4684F4BC51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1BE7914-4636-4905-84B5-1F02FC43E32B}" type="slidenum">
              <a:rPr lang="en-US" altLang="en-US"/>
              <a:pPr>
                <a:spcBef>
                  <a:spcPct val="0"/>
                </a:spcBef>
              </a:pPr>
              <a:t>10</a:t>
            </a:fld>
            <a:endParaRPr lang="en-US" altLang="en-US"/>
          </a:p>
        </p:txBody>
      </p:sp>
    </p:spTree>
    <p:extLst>
      <p:ext uri="{BB962C8B-B14F-4D97-AF65-F5344CB8AC3E}">
        <p14:creationId xmlns:p14="http://schemas.microsoft.com/office/powerpoint/2010/main" val="233233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xmlns="" id="{E28E42A9-A21C-4BC8-9F1A-9E3E10A661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xmlns="" id="{0CDDCA9E-730B-4DFA-A71F-73C6C7A61A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b="1" dirty="0">
                <a:solidFill>
                  <a:srgbClr val="000000"/>
                </a:solidFill>
              </a:rPr>
              <a:t>Intentionality</a:t>
            </a:r>
            <a:r>
              <a:rPr lang="en-US" altLang="en-US" dirty="0">
                <a:solidFill>
                  <a:srgbClr val="000000"/>
                </a:solidFill>
              </a:rPr>
              <a:t> in decision-making brings direction and order to our lives. Successful people generally set</a:t>
            </a:r>
            <a:r>
              <a:rPr lang="en-US" altLang="en-US" b="1" dirty="0">
                <a:solidFill>
                  <a:srgbClr val="000000"/>
                </a:solidFill>
              </a:rPr>
              <a:t> </a:t>
            </a:r>
            <a:r>
              <a:rPr lang="en-US" altLang="en-US" dirty="0">
                <a:solidFill>
                  <a:srgbClr val="000000"/>
                </a:solidFill>
              </a:rPr>
              <a:t>goals and objectives; highly successful individuals make evidence-based decisions that move them deliberately toward those goals.</a:t>
            </a:r>
          </a:p>
          <a:p>
            <a:pPr defTabSz="930275" eaLnBrk="1" hangingPunct="1">
              <a:spcBef>
                <a:spcPct val="0"/>
              </a:spcBef>
            </a:pPr>
            <a:endParaRPr lang="en-US" altLang="en-US" dirty="0">
              <a:solidFill>
                <a:srgbClr val="000000"/>
              </a:solidFill>
            </a:endParaRPr>
          </a:p>
          <a:p>
            <a:pPr defTabSz="930275" eaLnBrk="1" hangingPunct="1">
              <a:spcBef>
                <a:spcPct val="0"/>
              </a:spcBef>
            </a:pPr>
            <a:endParaRPr lang="en-US" altLang="en-US" dirty="0"/>
          </a:p>
        </p:txBody>
      </p:sp>
      <p:sp>
        <p:nvSpPr>
          <p:cNvPr id="35844" name="Slide Number Placeholder 3">
            <a:extLst>
              <a:ext uri="{FF2B5EF4-FFF2-40B4-BE49-F238E27FC236}">
                <a16:creationId xmlns:a16="http://schemas.microsoft.com/office/drawing/2014/main" xmlns="" id="{D65B76F6-1D85-4FEF-9D1C-1FF2F5B973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F3131A5-B5BE-430E-957A-B1CDC43B49A2}" type="slidenum">
              <a:rPr lang="en-US" altLang="en-US"/>
              <a:pPr>
                <a:spcBef>
                  <a:spcPct val="0"/>
                </a:spcBef>
              </a:pPr>
              <a:t>11</a:t>
            </a:fld>
            <a:endParaRPr lang="en-US" altLang="en-US"/>
          </a:p>
        </p:txBody>
      </p:sp>
    </p:spTree>
    <p:extLst>
      <p:ext uri="{BB962C8B-B14F-4D97-AF65-F5344CB8AC3E}">
        <p14:creationId xmlns:p14="http://schemas.microsoft.com/office/powerpoint/2010/main" val="979601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xmlns="" id="{70CADC9A-ADF8-4CAD-AD09-013F0C1855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xmlns="" id="{0BF7CD35-D2C7-443F-AE5D-CA31CC49A2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dirty="0">
                <a:solidFill>
                  <a:srgbClr val="000000"/>
                </a:solidFill>
              </a:rPr>
              <a:t>Unfortunately, some decisions made in youth—as a result of ignorance, rebellion, or stubbornness—can have lifelong repercussions. Similarly, poor parenting practices can encumber children with a lifetime of consequences. In many cases the current epidemic of obesity in children in the Western world reflects parental resignation to allowing too much electronic entertainment at the expense of physical activity. Fast and convenient foods replace simple, unrefined, natural foods. The immediate gratification of fast, oily, and high-calorie foods pleases both parents and children, but the consequences of such choices may last a lifetime. Once formed, fat cells persist for years, awaiting excess calories to be stored as fat. Chubby children are obese adults-in-waiting. The fat baby carries a legacy for life that perhaps reflects the parental inability or unwillingness to control caloric intake. Conscious intentionality is an important part of making such choices.</a:t>
            </a:r>
          </a:p>
          <a:p>
            <a:pPr defTabSz="930275" eaLnBrk="1" hangingPunct="1">
              <a:spcBef>
                <a:spcPct val="0"/>
              </a:spcBef>
            </a:pPr>
            <a:endParaRPr lang="en-US" altLang="en-US" dirty="0"/>
          </a:p>
        </p:txBody>
      </p:sp>
      <p:sp>
        <p:nvSpPr>
          <p:cNvPr id="37892" name="Slide Number Placeholder 3">
            <a:extLst>
              <a:ext uri="{FF2B5EF4-FFF2-40B4-BE49-F238E27FC236}">
                <a16:creationId xmlns:a16="http://schemas.microsoft.com/office/drawing/2014/main" xmlns="" id="{5458FF64-78C4-4E86-BDAD-F34A828048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C309734-DAD4-4CEC-BABF-B63DA4871D7B}" type="slidenum">
              <a:rPr lang="en-US" altLang="en-US"/>
              <a:pPr>
                <a:spcBef>
                  <a:spcPct val="0"/>
                </a:spcBef>
              </a:pPr>
              <a:t>12</a:t>
            </a:fld>
            <a:endParaRPr lang="en-US" altLang="en-US"/>
          </a:p>
        </p:txBody>
      </p:sp>
    </p:spTree>
    <p:extLst>
      <p:ext uri="{BB962C8B-B14F-4D97-AF65-F5344CB8AC3E}">
        <p14:creationId xmlns:p14="http://schemas.microsoft.com/office/powerpoint/2010/main" val="2122466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xmlns="" id="{B28A23F8-6251-4A31-894E-497A21350B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xmlns="" id="{E4F3040A-F50E-4D94-B340-9F1FBA2B89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dirty="0">
                <a:solidFill>
                  <a:srgbClr val="000000"/>
                </a:solidFill>
              </a:rPr>
              <a:t>Choice and freedom are closely linked. Many correctional services seek to discipline by limiting available choices. In most societies even the greatest of freedoms permits only the  choices that do not negatively impact others, because freedom to choose does not permit the freedom to harm others and escape consequences.</a:t>
            </a:r>
          </a:p>
          <a:p>
            <a:pPr defTabSz="930275" eaLnBrk="1" hangingPunct="1">
              <a:spcBef>
                <a:spcPct val="0"/>
              </a:spcBef>
            </a:pPr>
            <a:endParaRPr lang="en-US" altLang="en-US" dirty="0"/>
          </a:p>
        </p:txBody>
      </p:sp>
      <p:sp>
        <p:nvSpPr>
          <p:cNvPr id="39940" name="Slide Number Placeholder 3">
            <a:extLst>
              <a:ext uri="{FF2B5EF4-FFF2-40B4-BE49-F238E27FC236}">
                <a16:creationId xmlns:a16="http://schemas.microsoft.com/office/drawing/2014/main" xmlns="" id="{B82249BB-2C06-4DB4-AB45-8E71740911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E0A9067-F09C-4032-AB12-15CDCF60CB6E}" type="slidenum">
              <a:rPr lang="en-US" altLang="en-US"/>
              <a:pPr>
                <a:spcBef>
                  <a:spcPct val="0"/>
                </a:spcBef>
              </a:pPr>
              <a:t>13</a:t>
            </a:fld>
            <a:endParaRPr lang="en-US" altLang="en-US"/>
          </a:p>
        </p:txBody>
      </p:sp>
    </p:spTree>
    <p:extLst>
      <p:ext uri="{BB962C8B-B14F-4D97-AF65-F5344CB8AC3E}">
        <p14:creationId xmlns:p14="http://schemas.microsoft.com/office/powerpoint/2010/main" val="1104933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xmlns="" id="{65C38E3F-E8B0-425D-8DCE-F43B23208E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xmlns="" id="{74424052-6671-4208-8C6D-02FE80F14C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b="1">
                <a:solidFill>
                  <a:srgbClr val="000000"/>
                </a:solidFill>
              </a:rPr>
              <a:t>We have “free will” to choose, </a:t>
            </a:r>
            <a:r>
              <a:rPr lang="en-US" altLang="en-US">
                <a:solidFill>
                  <a:srgbClr val="000000"/>
                </a:solidFill>
              </a:rPr>
              <a:t>provided previous choices have not enslaved or—as it were—imprisoned us. Choices, however, are not always easy to make, yet avoidance of choice is still a choice that also will carry consequences. These choices cover every aspect of life, from health and lifestyle issues to those involving integrity, spirituality, and relationships.</a:t>
            </a:r>
          </a:p>
          <a:p>
            <a:pPr defTabSz="930275" eaLnBrk="1" hangingPunct="1">
              <a:spcBef>
                <a:spcPct val="0"/>
              </a:spcBef>
            </a:pPr>
            <a:endParaRPr lang="en-US" altLang="en-US"/>
          </a:p>
        </p:txBody>
      </p:sp>
      <p:sp>
        <p:nvSpPr>
          <p:cNvPr id="41988" name="Slide Number Placeholder 3">
            <a:extLst>
              <a:ext uri="{FF2B5EF4-FFF2-40B4-BE49-F238E27FC236}">
                <a16:creationId xmlns:a16="http://schemas.microsoft.com/office/drawing/2014/main" xmlns="" id="{14940B01-C0BE-40B7-ACF8-3415D4355B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46B0E26-2A7E-4D0F-8A00-76A6AC4A8679}" type="slidenum">
              <a:rPr lang="en-US" altLang="en-US"/>
              <a:pPr>
                <a:spcBef>
                  <a:spcPct val="0"/>
                </a:spcBef>
              </a:pPr>
              <a:t>14</a:t>
            </a:fld>
            <a:endParaRPr lang="en-US" altLang="en-US"/>
          </a:p>
        </p:txBody>
      </p:sp>
    </p:spTree>
    <p:extLst>
      <p:ext uri="{BB962C8B-B14F-4D97-AF65-F5344CB8AC3E}">
        <p14:creationId xmlns:p14="http://schemas.microsoft.com/office/powerpoint/2010/main" val="1681545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xmlns="" id="{BF01769E-1FD0-40B8-8A37-1AEF6E8E49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xmlns="" id="{8301FACB-2E93-4C6B-A857-48AD44DA96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It’s tempting to make choices based on personal bias rather than on evidence and high-quality studies. We need to recognize that there are differences in the quality, consistency, numbers, importance, and generalizability of studies. Such awareness can temper our rigidity, help us to weigh the evidence, and ultimately influence our choices.</a:t>
            </a:r>
          </a:p>
          <a:p>
            <a:pPr defTabSz="930275" eaLnBrk="1" hangingPunct="1">
              <a:spcBef>
                <a:spcPct val="0"/>
              </a:spcBef>
            </a:pPr>
            <a:r>
              <a:rPr lang="en-US" altLang="en-US">
                <a:solidFill>
                  <a:srgbClr val="000000"/>
                </a:solidFill>
              </a:rPr>
              <a:t>In 2010 the Dietary Guideline Advisory Committee of the United States Department of Agriculture and the  Department of Health and Human Services recommended that studies be classified by the body of evidence supporting their conclusions. They designated as strong those studies in which the quality, consistency, numbers, importance, and generalizability were of the highest order; moderate where such factors were less conclusive, and limited for those of weak design. Such choices and practices based on this type of information are called “evidence-based.” </a:t>
            </a:r>
          </a:p>
          <a:p>
            <a:pPr defTabSz="930275" eaLnBrk="1" hangingPunct="1">
              <a:spcBef>
                <a:spcPct val="0"/>
              </a:spcBef>
            </a:pPr>
            <a:endParaRPr lang="en-US" altLang="en-US"/>
          </a:p>
        </p:txBody>
      </p:sp>
      <p:sp>
        <p:nvSpPr>
          <p:cNvPr id="44036" name="Slide Number Placeholder 3">
            <a:extLst>
              <a:ext uri="{FF2B5EF4-FFF2-40B4-BE49-F238E27FC236}">
                <a16:creationId xmlns:a16="http://schemas.microsoft.com/office/drawing/2014/main" xmlns="" id="{F5FB44E1-67B2-43AB-B8FC-C74EABD086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8485EEB-AC7B-426E-A073-C0F4854F5EEC}" type="slidenum">
              <a:rPr lang="en-US" altLang="en-US"/>
              <a:pPr>
                <a:spcBef>
                  <a:spcPct val="0"/>
                </a:spcBef>
              </a:pPr>
              <a:t>15</a:t>
            </a:fld>
            <a:endParaRPr lang="en-US" altLang="en-US"/>
          </a:p>
        </p:txBody>
      </p:sp>
    </p:spTree>
    <p:extLst>
      <p:ext uri="{BB962C8B-B14F-4D97-AF65-F5344CB8AC3E}">
        <p14:creationId xmlns:p14="http://schemas.microsoft.com/office/powerpoint/2010/main" val="1572255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xmlns="" id="{47F80C78-3D4A-4D98-92A4-A78636449F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xmlns="" id="{168B0A24-7D15-407E-B378-17CF9A8D44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Living in conformity with cultural traditions often has gone on for centuries, with the reasons for certain behaviors and beliefs hidden in the mists of time. Many practices have absolutely no basis in fact. It’s not difficult to debunk the benefits of practices such as applying cattle dung to a newborn’s umbilicus, but possibly harder to argue convincingly with a cultural belief that a woman should not bathe for a month after giving birth.</a:t>
            </a:r>
          </a:p>
          <a:p>
            <a:pPr defTabSz="930275" eaLnBrk="1" hangingPunct="1">
              <a:spcBef>
                <a:spcPct val="0"/>
              </a:spcBef>
            </a:pPr>
            <a:endParaRPr lang="en-US" altLang="en-US"/>
          </a:p>
        </p:txBody>
      </p:sp>
      <p:sp>
        <p:nvSpPr>
          <p:cNvPr id="46084" name="Slide Number Placeholder 3">
            <a:extLst>
              <a:ext uri="{FF2B5EF4-FFF2-40B4-BE49-F238E27FC236}">
                <a16:creationId xmlns:a16="http://schemas.microsoft.com/office/drawing/2014/main" xmlns="" id="{5BE5555D-5BBD-438D-8C29-38E8DA273CC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C857806E-8B42-456E-9F8A-8E42814B9A4D}" type="slidenum">
              <a:rPr lang="en-US" altLang="en-US"/>
              <a:pPr>
                <a:spcBef>
                  <a:spcPct val="0"/>
                </a:spcBef>
              </a:pPr>
              <a:t>16</a:t>
            </a:fld>
            <a:endParaRPr lang="en-US" altLang="en-US"/>
          </a:p>
        </p:txBody>
      </p:sp>
    </p:spTree>
    <p:extLst>
      <p:ext uri="{BB962C8B-B14F-4D97-AF65-F5344CB8AC3E}">
        <p14:creationId xmlns:p14="http://schemas.microsoft.com/office/powerpoint/2010/main" val="88639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xmlns="" id="{8A033E1F-25F0-492B-AC4A-0A1FB8D56E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a:extLst>
              <a:ext uri="{FF2B5EF4-FFF2-40B4-BE49-F238E27FC236}">
                <a16:creationId xmlns:a16="http://schemas.microsoft.com/office/drawing/2014/main" xmlns="" id="{8CBD150F-0822-4325-B563-F1F62E8360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In the first half of the nineteenth century, “health reformers” developed a litany of health laws based on scant evidence. Fortunately, today a wealth of evidence can guide us in making choices. Principles of balance and moderation, with the avoidance of harmful substances, will pay dividends in the health of temperate and informed people.</a:t>
            </a:r>
          </a:p>
          <a:p>
            <a:pPr defTabSz="930275" eaLnBrk="1" hangingPunct="1">
              <a:spcBef>
                <a:spcPct val="0"/>
              </a:spcBef>
            </a:pPr>
            <a:endParaRPr lang="en-US" altLang="en-US"/>
          </a:p>
        </p:txBody>
      </p:sp>
      <p:sp>
        <p:nvSpPr>
          <p:cNvPr id="48132" name="Slide Number Placeholder 3">
            <a:extLst>
              <a:ext uri="{FF2B5EF4-FFF2-40B4-BE49-F238E27FC236}">
                <a16:creationId xmlns:a16="http://schemas.microsoft.com/office/drawing/2014/main" xmlns="" id="{B28C977C-22E5-423E-B5B0-2947C99EA57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B61B0604-674C-4A39-AD3B-000E417C401E}" type="slidenum">
              <a:rPr lang="en-US" altLang="en-US"/>
              <a:pPr>
                <a:spcBef>
                  <a:spcPct val="0"/>
                </a:spcBef>
              </a:pPr>
              <a:t>17</a:t>
            </a:fld>
            <a:endParaRPr lang="en-US" altLang="en-US"/>
          </a:p>
        </p:txBody>
      </p:sp>
    </p:spTree>
    <p:extLst>
      <p:ext uri="{BB962C8B-B14F-4D97-AF65-F5344CB8AC3E}">
        <p14:creationId xmlns:p14="http://schemas.microsoft.com/office/powerpoint/2010/main" val="1714710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xmlns="" id="{6270D711-9893-4204-9085-99FD91C0B5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xmlns="" id="{930580A3-91CD-403F-98F6-6522A07AB5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dirty="0">
                <a:solidFill>
                  <a:srgbClr val="000000"/>
                </a:solidFill>
              </a:rPr>
              <a:t>One of the early classic studies on lifestyle and health was published in 1972. Drs. </a:t>
            </a:r>
            <a:r>
              <a:rPr lang="en-US" altLang="en-US" dirty="0" err="1">
                <a:solidFill>
                  <a:srgbClr val="000000"/>
                </a:solidFill>
              </a:rPr>
              <a:t>Nedra</a:t>
            </a:r>
            <a:r>
              <a:rPr lang="en-US" altLang="en-US" dirty="0">
                <a:solidFill>
                  <a:srgbClr val="000000"/>
                </a:solidFill>
              </a:rPr>
              <a:t> Belloc and Lester </a:t>
            </a:r>
            <a:r>
              <a:rPr lang="en-US" altLang="en-US" dirty="0" err="1">
                <a:solidFill>
                  <a:srgbClr val="000000"/>
                </a:solidFill>
              </a:rPr>
              <a:t>Breslow</a:t>
            </a:r>
            <a:r>
              <a:rPr lang="en-US" altLang="en-US" dirty="0">
                <a:solidFill>
                  <a:srgbClr val="000000"/>
                </a:solidFill>
              </a:rPr>
              <a:t>, from the U. S. Department of Public Health in Berkeley, California, were among the first researchers to present convincing answers on lifestyle habits that promote longevity. In their study of 6,928 adult residents of Alameda County, California, they found that some lifestyle habits influenced longevity:²</a:t>
            </a:r>
          </a:p>
          <a:p>
            <a:pPr defTabSz="930275" eaLnBrk="1" hangingPunct="1">
              <a:spcBef>
                <a:spcPct val="0"/>
              </a:spcBef>
            </a:pPr>
            <a:r>
              <a:rPr lang="en-US" altLang="en-US" dirty="0">
                <a:solidFill>
                  <a:srgbClr val="000000"/>
                </a:solidFill>
              </a:rPr>
              <a:t>1.  Adequate sleep (7 to 8 hours per night)</a:t>
            </a:r>
          </a:p>
          <a:p>
            <a:pPr defTabSz="930275" eaLnBrk="1" hangingPunct="1">
              <a:spcBef>
                <a:spcPct val="0"/>
              </a:spcBef>
            </a:pPr>
            <a:r>
              <a:rPr lang="en-US" altLang="en-US" dirty="0">
                <a:solidFill>
                  <a:srgbClr val="000000"/>
                </a:solidFill>
              </a:rPr>
              <a:t>2.  No eating between meals </a:t>
            </a:r>
          </a:p>
          <a:p>
            <a:pPr defTabSz="930275" eaLnBrk="1" hangingPunct="1">
              <a:spcBef>
                <a:spcPct val="0"/>
              </a:spcBef>
            </a:pPr>
            <a:r>
              <a:rPr lang="en-US" altLang="en-US" dirty="0">
                <a:solidFill>
                  <a:srgbClr val="000000"/>
                </a:solidFill>
              </a:rPr>
              <a:t>3.  A nutritious daily breakfast </a:t>
            </a:r>
          </a:p>
          <a:p>
            <a:pPr defTabSz="930275" eaLnBrk="1" hangingPunct="1">
              <a:spcBef>
                <a:spcPct val="0"/>
              </a:spcBef>
            </a:pPr>
            <a:r>
              <a:rPr lang="en-US" altLang="en-US" dirty="0">
                <a:solidFill>
                  <a:srgbClr val="000000"/>
                </a:solidFill>
              </a:rPr>
              <a:t>4.  The maintenance of the recommended weight for one’s height, bone structure, and age (BMI, or Body Mass Index) </a:t>
            </a:r>
          </a:p>
          <a:p>
            <a:pPr defTabSz="930275" eaLnBrk="1" hangingPunct="1">
              <a:spcBef>
                <a:spcPct val="0"/>
              </a:spcBef>
            </a:pPr>
            <a:endParaRPr lang="en-US" altLang="en-US" dirty="0"/>
          </a:p>
        </p:txBody>
      </p:sp>
      <p:sp>
        <p:nvSpPr>
          <p:cNvPr id="50180" name="Slide Number Placeholder 3">
            <a:extLst>
              <a:ext uri="{FF2B5EF4-FFF2-40B4-BE49-F238E27FC236}">
                <a16:creationId xmlns:a16="http://schemas.microsoft.com/office/drawing/2014/main" xmlns="" id="{E4C330F5-1287-4CFC-AA41-CB5C85DB3A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867734B9-38F2-4392-A0A2-C2F1B0614B98}" type="slidenum">
              <a:rPr lang="en-US" altLang="en-US"/>
              <a:pPr>
                <a:spcBef>
                  <a:spcPct val="0"/>
                </a:spcBef>
              </a:pPr>
              <a:t>18</a:t>
            </a:fld>
            <a:endParaRPr lang="en-US" altLang="en-US"/>
          </a:p>
        </p:txBody>
      </p:sp>
    </p:spTree>
    <p:extLst>
      <p:ext uri="{BB962C8B-B14F-4D97-AF65-F5344CB8AC3E}">
        <p14:creationId xmlns:p14="http://schemas.microsoft.com/office/powerpoint/2010/main" val="1443145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xmlns="" id="{AA76F775-044B-47AE-A2CE-810BA3835B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xmlns="" id="{EC743B26-54DB-4A25-A8CB-96E917C812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5. Regular physical activity </a:t>
            </a:r>
          </a:p>
          <a:p>
            <a:pPr defTabSz="930275" eaLnBrk="1" hangingPunct="1">
              <a:spcBef>
                <a:spcPct val="0"/>
              </a:spcBef>
            </a:pPr>
            <a:r>
              <a:rPr lang="en-US" altLang="en-US">
                <a:solidFill>
                  <a:srgbClr val="000000"/>
                </a:solidFill>
              </a:rPr>
              <a:t>6.  The nonuse of tobacco </a:t>
            </a:r>
          </a:p>
          <a:p>
            <a:pPr defTabSz="930275" eaLnBrk="1" hangingPunct="1">
              <a:spcBef>
                <a:spcPct val="0"/>
              </a:spcBef>
              <a:buFont typeface="Calibri" panose="020F0502020204030204" pitchFamily="34" charset="0"/>
              <a:buAutoNum type="arabicPeriod" startAt="7"/>
            </a:pPr>
            <a:r>
              <a:rPr lang="en-US" altLang="en-US">
                <a:solidFill>
                  <a:srgbClr val="000000"/>
                </a:solidFill>
              </a:rPr>
              <a:t>A reduction in the use of alcoholic beverages (the GC Health Department advocates abstinence)</a:t>
            </a:r>
          </a:p>
          <a:p>
            <a:pPr defTabSz="930275" eaLnBrk="1" hangingPunct="1">
              <a:spcBef>
                <a:spcPct val="0"/>
              </a:spcBef>
            </a:pPr>
            <a:r>
              <a:rPr lang="en-US" altLang="en-US">
                <a:solidFill>
                  <a:srgbClr val="000000"/>
                </a:solidFill>
              </a:rPr>
              <a:t>In a nine-year follow-up they showed that the more of these seven habits a person regularly followed, the greater their chance of longevity. Of the group following all seven habits, only 5.5 percent of men and 5.3 percent of women died before the end of the nine-year period; whereas in the group that followed only three of the seven habits, 20 percent of the men and 12.3 percent of the women died.³</a:t>
            </a:r>
            <a:endParaRPr lang="en-US" altLang="en-US"/>
          </a:p>
        </p:txBody>
      </p:sp>
      <p:sp>
        <p:nvSpPr>
          <p:cNvPr id="52228" name="Slide Number Placeholder 3">
            <a:extLst>
              <a:ext uri="{FF2B5EF4-FFF2-40B4-BE49-F238E27FC236}">
                <a16:creationId xmlns:a16="http://schemas.microsoft.com/office/drawing/2014/main" xmlns="" id="{0DC22277-AE86-4A75-B966-009F503DF3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0CF30F8-EE20-4B22-979B-16A3846729E6}" type="slidenum">
              <a:rPr lang="en-US" altLang="en-US"/>
              <a:pPr>
                <a:spcBef>
                  <a:spcPct val="0"/>
                </a:spcBef>
              </a:pPr>
              <a:t>19</a:t>
            </a:fld>
            <a:endParaRPr lang="en-US" altLang="en-US"/>
          </a:p>
        </p:txBody>
      </p:sp>
    </p:spTree>
    <p:extLst>
      <p:ext uri="{BB962C8B-B14F-4D97-AF65-F5344CB8AC3E}">
        <p14:creationId xmlns:p14="http://schemas.microsoft.com/office/powerpoint/2010/main" val="1908681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xmlns="" id="{9A1BC582-DFAB-4FBD-8E3C-8288DDBECB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xmlns="" id="{1E8BC043-8F7F-48D8-8FD8-2771EE3545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dirty="0">
                <a:solidFill>
                  <a:srgbClr val="000000"/>
                </a:solidFill>
              </a:rPr>
              <a:t>Even when clearly intentional, freely made, and informed, choices and decisions are not always easy to make, particularly when trying to maintain objectivity. So keep in mind the following:</a:t>
            </a:r>
          </a:p>
          <a:p>
            <a:pPr defTabSz="930275" eaLnBrk="1" hangingPunct="1">
              <a:spcBef>
                <a:spcPct val="0"/>
              </a:spcBef>
              <a:buFontTx/>
              <a:buChar char="•"/>
            </a:pPr>
            <a:r>
              <a:rPr lang="en-US" altLang="en-US" dirty="0">
                <a:solidFill>
                  <a:srgbClr val="000000"/>
                </a:solidFill>
              </a:rPr>
              <a:t>Get the facts and weigh them on the scale of </a:t>
            </a:r>
            <a:r>
              <a:rPr lang="en-US" altLang="en-US" b="1" dirty="0">
                <a:solidFill>
                  <a:srgbClr val="000000"/>
                </a:solidFill>
              </a:rPr>
              <a:t>common sense.</a:t>
            </a:r>
          </a:p>
          <a:p>
            <a:pPr defTabSz="930275" eaLnBrk="1" hangingPunct="1">
              <a:spcBef>
                <a:spcPct val="0"/>
              </a:spcBef>
              <a:buFontTx/>
              <a:buChar char="•"/>
            </a:pPr>
            <a:r>
              <a:rPr lang="en-US" altLang="en-US" dirty="0">
                <a:solidFill>
                  <a:srgbClr val="000000"/>
                </a:solidFill>
              </a:rPr>
              <a:t>When possible, </a:t>
            </a:r>
            <a:r>
              <a:rPr lang="en-US" altLang="en-US" b="1" dirty="0">
                <a:solidFill>
                  <a:srgbClr val="000000"/>
                </a:solidFill>
              </a:rPr>
              <a:t>don’t make choices in the midst of highly stressful situations</a:t>
            </a:r>
            <a:r>
              <a:rPr lang="en-US" altLang="en-US" dirty="0">
                <a:solidFill>
                  <a:srgbClr val="000000"/>
                </a:solidFill>
              </a:rPr>
              <a:t>, when it’s more difficult to think clearly.</a:t>
            </a:r>
          </a:p>
          <a:p>
            <a:pPr defTabSz="930275" eaLnBrk="1" hangingPunct="1">
              <a:spcBef>
                <a:spcPct val="0"/>
              </a:spcBef>
              <a:buFontTx/>
              <a:buChar char="•"/>
            </a:pPr>
            <a:r>
              <a:rPr lang="en-US" altLang="en-US" dirty="0">
                <a:solidFill>
                  <a:srgbClr val="000000"/>
                </a:solidFill>
              </a:rPr>
              <a:t>Watch out for the distortion your emotional state can bring to decision-making. </a:t>
            </a:r>
            <a:r>
              <a:rPr lang="en-US" altLang="en-US" b="1" dirty="0">
                <a:solidFill>
                  <a:srgbClr val="000000"/>
                </a:solidFill>
              </a:rPr>
              <a:t>Anger, depression, and elation can influence decisions.</a:t>
            </a:r>
          </a:p>
          <a:p>
            <a:pPr defTabSz="930275" eaLnBrk="1" hangingPunct="1">
              <a:spcBef>
                <a:spcPct val="0"/>
              </a:spcBef>
              <a:buFontTx/>
              <a:buChar char="•"/>
            </a:pPr>
            <a:r>
              <a:rPr lang="en-US" altLang="en-US" b="1" dirty="0">
                <a:solidFill>
                  <a:srgbClr val="000000"/>
                </a:solidFill>
              </a:rPr>
              <a:t>Don’t assume things. </a:t>
            </a:r>
            <a:r>
              <a:rPr lang="en-US" altLang="en-US" dirty="0">
                <a:solidFill>
                  <a:srgbClr val="000000"/>
                </a:solidFill>
              </a:rPr>
              <a:t>Just because sugar tastes good, it doesn’t mean it’s good for you. Similarly, something that tastes bad isn’t necessarily improving your health.</a:t>
            </a:r>
          </a:p>
          <a:p>
            <a:pPr defTabSz="930275" eaLnBrk="1" hangingPunct="1">
              <a:spcBef>
                <a:spcPct val="0"/>
              </a:spcBef>
            </a:pPr>
            <a:endParaRPr lang="en-US" altLang="en-US" dirty="0"/>
          </a:p>
        </p:txBody>
      </p:sp>
      <p:sp>
        <p:nvSpPr>
          <p:cNvPr id="54276" name="Slide Number Placeholder 3">
            <a:extLst>
              <a:ext uri="{FF2B5EF4-FFF2-40B4-BE49-F238E27FC236}">
                <a16:creationId xmlns:a16="http://schemas.microsoft.com/office/drawing/2014/main" xmlns="" id="{0DFD5D85-7297-4C7F-A9C4-CCC2959AC0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AEDAA70-C4DD-44F0-A21C-B34B3A769E82}" type="slidenum">
              <a:rPr lang="en-US" altLang="en-US"/>
              <a:pPr>
                <a:spcBef>
                  <a:spcPct val="0"/>
                </a:spcBef>
              </a:pPr>
              <a:t>20</a:t>
            </a:fld>
            <a:endParaRPr lang="en-US" altLang="en-US"/>
          </a:p>
        </p:txBody>
      </p:sp>
    </p:spTree>
    <p:extLst>
      <p:ext uri="{BB962C8B-B14F-4D97-AF65-F5344CB8AC3E}">
        <p14:creationId xmlns:p14="http://schemas.microsoft.com/office/powerpoint/2010/main" val="339980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xmlns="" id="{E6F85E6B-6830-4D6B-A7DA-BD7B24A4A7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a:extLst>
              <a:ext uri="{FF2B5EF4-FFF2-40B4-BE49-F238E27FC236}">
                <a16:creationId xmlns:a16="http://schemas.microsoft.com/office/drawing/2014/main" xmlns="" id="{654AA018-43B0-44DF-816A-56C79903BC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625" indent="-174625" defTabSz="930275" eaLnBrk="1" hangingPunct="1">
              <a:spcBef>
                <a:spcPct val="0"/>
              </a:spcBef>
              <a:buFontTx/>
              <a:buChar char="•"/>
            </a:pPr>
            <a:r>
              <a:rPr lang="en-US" altLang="en-US" b="1">
                <a:solidFill>
                  <a:srgbClr val="000000"/>
                </a:solidFill>
              </a:rPr>
              <a:t>Beware of wishful thinking. </a:t>
            </a:r>
            <a:r>
              <a:rPr lang="en-US" altLang="en-US">
                <a:solidFill>
                  <a:srgbClr val="000000"/>
                </a:solidFill>
              </a:rPr>
              <a:t>Don’t overlook that lump because you wish it would go away. Don’t think you can walk a mile to get rid of the calories in a piece of coconut cream pie.</a:t>
            </a:r>
          </a:p>
          <a:p>
            <a:pPr marL="174625" indent="-174625" defTabSz="930275" eaLnBrk="1" hangingPunct="1">
              <a:spcBef>
                <a:spcPct val="0"/>
              </a:spcBef>
              <a:buFontTx/>
              <a:buChar char="•"/>
            </a:pPr>
            <a:r>
              <a:rPr lang="en-US" altLang="en-US" b="1">
                <a:solidFill>
                  <a:srgbClr val="000000"/>
                </a:solidFill>
              </a:rPr>
              <a:t>Be careful where you get your health advice. </a:t>
            </a:r>
            <a:r>
              <a:rPr lang="en-US" altLang="en-US">
                <a:solidFill>
                  <a:srgbClr val="000000"/>
                </a:solidFill>
              </a:rPr>
              <a:t>Quackery is still thriving in a multitude of guises.</a:t>
            </a:r>
          </a:p>
          <a:p>
            <a:pPr marL="174625" indent="-174625" defTabSz="930275" eaLnBrk="1" hangingPunct="1">
              <a:spcBef>
                <a:spcPct val="0"/>
              </a:spcBef>
              <a:buFontTx/>
              <a:buChar char="•"/>
            </a:pPr>
            <a:r>
              <a:rPr lang="en-US" altLang="en-US" b="1">
                <a:solidFill>
                  <a:srgbClr val="000000"/>
                </a:solidFill>
              </a:rPr>
              <a:t>Trust in intelligence; </a:t>
            </a:r>
            <a:r>
              <a:rPr lang="en-US" altLang="en-US">
                <a:solidFill>
                  <a:srgbClr val="000000"/>
                </a:solidFill>
              </a:rPr>
              <a:t>choose the smart over the unwise, the good over the bad. Also beware of the dead-end path that takes you nowhere.</a:t>
            </a:r>
          </a:p>
          <a:p>
            <a:pPr marL="174625" indent="-174625" defTabSz="930275" eaLnBrk="1" hangingPunct="1">
              <a:spcBef>
                <a:spcPct val="0"/>
              </a:spcBef>
              <a:buFontTx/>
              <a:buChar char="•"/>
            </a:pPr>
            <a:r>
              <a:rPr lang="en-US" altLang="en-US" b="1">
                <a:solidFill>
                  <a:srgbClr val="000000"/>
                </a:solidFill>
              </a:rPr>
              <a:t>Choose to do what you can do, not what you want to do. </a:t>
            </a:r>
            <a:r>
              <a:rPr lang="en-US" altLang="en-US">
                <a:solidFill>
                  <a:srgbClr val="000000"/>
                </a:solidFill>
              </a:rPr>
              <a:t>Our wants are often beyond us, and they are so many.</a:t>
            </a:r>
          </a:p>
          <a:p>
            <a:pPr marL="174625" indent="-174625" defTabSz="930275" eaLnBrk="1" hangingPunct="1">
              <a:spcBef>
                <a:spcPct val="0"/>
              </a:spcBef>
            </a:pPr>
            <a:endParaRPr lang="en-US" altLang="en-US"/>
          </a:p>
        </p:txBody>
      </p:sp>
      <p:sp>
        <p:nvSpPr>
          <p:cNvPr id="56324" name="Slide Number Placeholder 3">
            <a:extLst>
              <a:ext uri="{FF2B5EF4-FFF2-40B4-BE49-F238E27FC236}">
                <a16:creationId xmlns:a16="http://schemas.microsoft.com/office/drawing/2014/main" xmlns="" id="{C1FE5F04-2337-4AEF-85EE-9A0D5A2C04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46E1FE5-0BE7-4569-833F-A50E6AE95434}" type="slidenum">
              <a:rPr lang="en-US" altLang="en-US"/>
              <a:pPr>
                <a:spcBef>
                  <a:spcPct val="0"/>
                </a:spcBef>
              </a:pPr>
              <a:t>21</a:t>
            </a:fld>
            <a:endParaRPr lang="en-US" altLang="en-US"/>
          </a:p>
        </p:txBody>
      </p:sp>
    </p:spTree>
    <p:extLst>
      <p:ext uri="{BB962C8B-B14F-4D97-AF65-F5344CB8AC3E}">
        <p14:creationId xmlns:p14="http://schemas.microsoft.com/office/powerpoint/2010/main" val="1215387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xmlns="" id="{4B4F7A7B-2129-4355-8D49-B29F771AEC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a:extLst>
              <a:ext uri="{FF2B5EF4-FFF2-40B4-BE49-F238E27FC236}">
                <a16:creationId xmlns:a16="http://schemas.microsoft.com/office/drawing/2014/main" xmlns="" id="{C1F44CF7-3A5A-42CA-83CE-30F7095C82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b="1">
                <a:solidFill>
                  <a:srgbClr val="000000"/>
                </a:solidFill>
              </a:rPr>
              <a:t>Adventists see good health as a gift from our Creator God. </a:t>
            </a:r>
            <a:r>
              <a:rPr lang="en-US" altLang="en-US">
                <a:solidFill>
                  <a:srgbClr val="000000"/>
                </a:solidFill>
              </a:rPr>
              <a:t>The proper “preventive maintenance” reduces risk and leads to a happier, healthier, and longer life. No one lives forever, though, and </a:t>
            </a:r>
            <a:r>
              <a:rPr lang="en-US" altLang="en-US" b="1">
                <a:solidFill>
                  <a:srgbClr val="000000"/>
                </a:solidFill>
              </a:rPr>
              <a:t>even the best maintenance cannot guarantee a disease-free life.</a:t>
            </a:r>
          </a:p>
          <a:p>
            <a:pPr defTabSz="930275" eaLnBrk="1" hangingPunct="1">
              <a:spcBef>
                <a:spcPct val="0"/>
              </a:spcBef>
            </a:pPr>
            <a:endParaRPr lang="en-US" altLang="en-US"/>
          </a:p>
        </p:txBody>
      </p:sp>
      <p:sp>
        <p:nvSpPr>
          <p:cNvPr id="58372" name="Slide Number Placeholder 3">
            <a:extLst>
              <a:ext uri="{FF2B5EF4-FFF2-40B4-BE49-F238E27FC236}">
                <a16:creationId xmlns:a16="http://schemas.microsoft.com/office/drawing/2014/main" xmlns="" id="{37E3FD49-82BE-4977-9052-84EB67E7DE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D29669D-5110-488E-8E88-F37D49187F35}" type="slidenum">
              <a:rPr lang="en-US" altLang="en-US"/>
              <a:pPr>
                <a:spcBef>
                  <a:spcPct val="0"/>
                </a:spcBef>
              </a:pPr>
              <a:t>22</a:t>
            </a:fld>
            <a:endParaRPr lang="en-US" altLang="en-US"/>
          </a:p>
        </p:txBody>
      </p:sp>
    </p:spTree>
    <p:extLst>
      <p:ext uri="{BB962C8B-B14F-4D97-AF65-F5344CB8AC3E}">
        <p14:creationId xmlns:p14="http://schemas.microsoft.com/office/powerpoint/2010/main" val="364531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xmlns="" id="{3328307E-5D49-43D7-AC45-8AF95022A9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a:extLst>
              <a:ext uri="{FF2B5EF4-FFF2-40B4-BE49-F238E27FC236}">
                <a16:creationId xmlns:a16="http://schemas.microsoft.com/office/drawing/2014/main" xmlns="" id="{EF5DB6F2-35CE-459F-BEF2-179B99F267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dirty="0">
                <a:solidFill>
                  <a:srgbClr val="000000"/>
                </a:solidFill>
              </a:rPr>
              <a:t>Recent scientific studies also indicate the importance of spirituality to mental health. With anxiety disorders being the most prevalent of the emotional disorders, </a:t>
            </a:r>
            <a:r>
              <a:rPr lang="en-US" altLang="en-US" dirty="0" smtClean="0">
                <a:solidFill>
                  <a:srgbClr val="000000"/>
                </a:solidFill>
              </a:rPr>
              <a:t>spiritual exercises such as Bible reading and </a:t>
            </a:r>
            <a:r>
              <a:rPr lang="en-US" altLang="en-US" dirty="0">
                <a:solidFill>
                  <a:srgbClr val="000000"/>
                </a:solidFill>
              </a:rPr>
              <a:t>meditation on the life of Christ can bring great peace—one of the ingredients of mental health.</a:t>
            </a:r>
          </a:p>
          <a:p>
            <a:pPr defTabSz="930275" eaLnBrk="1" hangingPunct="1">
              <a:spcBef>
                <a:spcPct val="0"/>
              </a:spcBef>
            </a:pPr>
            <a:r>
              <a:rPr lang="en-US" altLang="en-US" dirty="0">
                <a:solidFill>
                  <a:srgbClr val="000000"/>
                </a:solidFill>
              </a:rPr>
              <a:t>For some, the quality of life is more important than its duration. There are chronically ill people who are happy and content, because they intentionally have chosen to make the best of their situation. Similarly, many who are perfectly healthy physically may nurture a negative mind-set that destroys their equanimity. </a:t>
            </a:r>
            <a:r>
              <a:rPr lang="en-US" altLang="en-US" b="1" dirty="0">
                <a:solidFill>
                  <a:srgbClr val="000000"/>
                </a:solidFill>
              </a:rPr>
              <a:t>People choose their “attitude,” </a:t>
            </a:r>
            <a:r>
              <a:rPr lang="en-US" altLang="en-US" dirty="0">
                <a:solidFill>
                  <a:srgbClr val="000000"/>
                </a:solidFill>
              </a:rPr>
              <a:t>and this affects the way they relate to triumphs or disasters—and many situations in between.</a:t>
            </a:r>
          </a:p>
          <a:p>
            <a:pPr defTabSz="930275" eaLnBrk="1" hangingPunct="1">
              <a:spcBef>
                <a:spcPct val="0"/>
              </a:spcBef>
            </a:pPr>
            <a:endParaRPr lang="en-US" altLang="en-US" dirty="0">
              <a:solidFill>
                <a:srgbClr val="000000"/>
              </a:solidFill>
            </a:endParaRPr>
          </a:p>
        </p:txBody>
      </p:sp>
      <p:sp>
        <p:nvSpPr>
          <p:cNvPr id="60420" name="Slide Number Placeholder 3">
            <a:extLst>
              <a:ext uri="{FF2B5EF4-FFF2-40B4-BE49-F238E27FC236}">
                <a16:creationId xmlns:a16="http://schemas.microsoft.com/office/drawing/2014/main" xmlns="" id="{1D2704EF-DD67-4638-8264-34677AE6E1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039DFBFB-4009-4BB4-B611-8CFB3B6A33F4}" type="slidenum">
              <a:rPr lang="en-US" altLang="en-US"/>
              <a:pPr>
                <a:spcBef>
                  <a:spcPct val="0"/>
                </a:spcBef>
              </a:pPr>
              <a:t>23</a:t>
            </a:fld>
            <a:endParaRPr lang="en-US" altLang="en-US"/>
          </a:p>
        </p:txBody>
      </p:sp>
    </p:spTree>
    <p:extLst>
      <p:ext uri="{BB962C8B-B14F-4D97-AF65-F5344CB8AC3E}">
        <p14:creationId xmlns:p14="http://schemas.microsoft.com/office/powerpoint/2010/main" val="914600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xmlns="" id="{F3DDCEAF-EB66-4F2C-868B-45D0D908B5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xmlns="" id="{12BC2F46-62CC-4B9D-A733-1AFD9FAD52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000000"/>
                </a:solidFill>
              </a:rPr>
              <a:t>One area of choice, of course, is what we believe. Science does not illuminate all aspects of life, and so people live in or by </a:t>
            </a:r>
            <a:r>
              <a:rPr lang="en-US" altLang="en-US" b="1">
                <a:solidFill>
                  <a:srgbClr val="000000"/>
                </a:solidFill>
              </a:rPr>
              <a:t>a system of beliefs. </a:t>
            </a:r>
            <a:r>
              <a:rPr lang="en-US" altLang="en-US">
                <a:solidFill>
                  <a:srgbClr val="000000"/>
                </a:solidFill>
              </a:rPr>
              <a:t>Some call this “faith.” Many—including me, as the writer—have chosen to believe in God as our Creator and heavenly Father, even though we cannot see or touch Him. Having chosen to believe, a huge amount of supportive evidence may be amassed to support this belief. At its core, however, it’s a choice—the most important choice any person can make, because it’s only by developing and maintaining a close walk with our Lord that we will truly obtain optimal whole health and know the joy of living well, both here and throughout eternity.</a:t>
            </a:r>
          </a:p>
          <a:p>
            <a:pPr defTabSz="930275" eaLnBrk="1" hangingPunct="1">
              <a:spcBef>
                <a:spcPct val="0"/>
              </a:spcBef>
            </a:pPr>
            <a:endParaRPr lang="en-US" altLang="en-US">
              <a:solidFill>
                <a:srgbClr val="000000"/>
              </a:solidFill>
            </a:endParaRPr>
          </a:p>
          <a:p>
            <a:pPr defTabSz="930275" eaLnBrk="1" hangingPunct="1">
              <a:spcBef>
                <a:spcPct val="0"/>
              </a:spcBef>
            </a:pPr>
            <a:endParaRPr lang="en-US" altLang="en-US">
              <a:solidFill>
                <a:srgbClr val="000000"/>
              </a:solidFill>
            </a:endParaRPr>
          </a:p>
          <a:p>
            <a:pPr defTabSz="930275" eaLnBrk="1" hangingPunct="1">
              <a:spcBef>
                <a:spcPct val="0"/>
              </a:spcBef>
            </a:pPr>
            <a:endParaRPr lang="en-US" altLang="en-US"/>
          </a:p>
        </p:txBody>
      </p:sp>
      <p:sp>
        <p:nvSpPr>
          <p:cNvPr id="62468" name="Slide Number Placeholder 3">
            <a:extLst>
              <a:ext uri="{FF2B5EF4-FFF2-40B4-BE49-F238E27FC236}">
                <a16:creationId xmlns:a16="http://schemas.microsoft.com/office/drawing/2014/main" xmlns="" id="{8799F9F9-6FD3-4537-8E52-8C021A17B3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EB39A668-CCD8-4DE2-961A-9B9F0F49720F}" type="slidenum">
              <a:rPr lang="en-US" altLang="en-US"/>
              <a:pPr>
                <a:spcBef>
                  <a:spcPct val="0"/>
                </a:spcBef>
              </a:pPr>
              <a:t>24</a:t>
            </a:fld>
            <a:endParaRPr lang="en-US" altLang="en-US"/>
          </a:p>
        </p:txBody>
      </p:sp>
    </p:spTree>
    <p:extLst>
      <p:ext uri="{BB962C8B-B14F-4D97-AF65-F5344CB8AC3E}">
        <p14:creationId xmlns:p14="http://schemas.microsoft.com/office/powerpoint/2010/main" val="2085308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xmlns="" id="{91FBA277-F2AA-4D9F-B3DA-506CA38B91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xmlns="" id="{F82F185D-31B2-43E1-9254-826FB916C9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a:solidFill>
                  <a:schemeClr val="bg1"/>
                </a:solidFill>
              </a:rPr>
              <a:t>LIFE APPLICATION</a:t>
            </a:r>
            <a:br>
              <a:rPr lang="en-US" altLang="en-US" b="1">
                <a:solidFill>
                  <a:schemeClr val="bg1"/>
                </a:solidFill>
              </a:rPr>
            </a:br>
            <a:r>
              <a:rPr lang="en-US" altLang="en-US" b="1">
                <a:solidFill>
                  <a:schemeClr val="bg1"/>
                </a:solidFill>
              </a:rPr>
              <a:t>QUESTIONS</a:t>
            </a:r>
            <a:endParaRPr lang="en-US" altLang="en-US"/>
          </a:p>
        </p:txBody>
      </p:sp>
      <p:sp>
        <p:nvSpPr>
          <p:cNvPr id="64516" name="Slide Number Placeholder 3">
            <a:extLst>
              <a:ext uri="{FF2B5EF4-FFF2-40B4-BE49-F238E27FC236}">
                <a16:creationId xmlns:a16="http://schemas.microsoft.com/office/drawing/2014/main" xmlns="" id="{9E8083D7-1A4C-4507-9A38-4FDE38C226B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5F86CEDC-9394-4FAA-9AB6-6AC036751F33}" type="slidenum">
              <a:rPr lang="en-US" altLang="en-US"/>
              <a:pPr>
                <a:spcBef>
                  <a:spcPct val="0"/>
                </a:spcBef>
              </a:pPr>
              <a:t>25</a:t>
            </a:fld>
            <a:endParaRPr lang="en-US" altLang="en-US"/>
          </a:p>
        </p:txBody>
      </p:sp>
    </p:spTree>
    <p:extLst>
      <p:ext uri="{BB962C8B-B14F-4D97-AF65-F5344CB8AC3E}">
        <p14:creationId xmlns:p14="http://schemas.microsoft.com/office/powerpoint/2010/main" val="531900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xmlns="" id="{6376E6AA-897E-47CA-A908-BC3FDA65D6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xmlns="" id="{6FAF3842-5BD1-42C1-BBC2-3461413DDC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FFFFFF"/>
                </a:solidFill>
              </a:rPr>
              <a:t>What choices am I making, consciously or unconsciously, that are not based on evidence? </a:t>
            </a:r>
          </a:p>
          <a:p>
            <a:pPr defTabSz="930275" eaLnBrk="1" hangingPunct="1">
              <a:spcBef>
                <a:spcPct val="0"/>
              </a:spcBef>
            </a:pPr>
            <a:endParaRPr lang="en-US" altLang="en-US"/>
          </a:p>
        </p:txBody>
      </p:sp>
      <p:sp>
        <p:nvSpPr>
          <p:cNvPr id="66564" name="Slide Number Placeholder 3">
            <a:extLst>
              <a:ext uri="{FF2B5EF4-FFF2-40B4-BE49-F238E27FC236}">
                <a16:creationId xmlns:a16="http://schemas.microsoft.com/office/drawing/2014/main" xmlns="" id="{D01A106E-A08C-4AB5-9515-A9E5F33349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A2FE884C-6FA9-4E64-8386-2BAB5D2B1212}" type="slidenum">
              <a:rPr lang="en-US" altLang="en-US"/>
              <a:pPr>
                <a:spcBef>
                  <a:spcPct val="0"/>
                </a:spcBef>
              </a:pPr>
              <a:t>26</a:t>
            </a:fld>
            <a:endParaRPr lang="en-US" altLang="en-US"/>
          </a:p>
        </p:txBody>
      </p:sp>
    </p:spTree>
    <p:extLst>
      <p:ext uri="{BB962C8B-B14F-4D97-AF65-F5344CB8AC3E}">
        <p14:creationId xmlns:p14="http://schemas.microsoft.com/office/powerpoint/2010/main" val="40658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xmlns="" id="{4111B53C-369D-4AC8-AC77-1946EF1061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xmlns="" id="{0B996143-5712-4456-BA88-BA0E423CBD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FFFFFF"/>
                </a:solidFill>
              </a:rPr>
              <a:t>How do these choices affect my use of time; my health; my relationships at work, at home, or with God?</a:t>
            </a:r>
            <a:endParaRPr lang="en-US" altLang="en-US"/>
          </a:p>
        </p:txBody>
      </p:sp>
      <p:sp>
        <p:nvSpPr>
          <p:cNvPr id="68612" name="Slide Number Placeholder 3">
            <a:extLst>
              <a:ext uri="{FF2B5EF4-FFF2-40B4-BE49-F238E27FC236}">
                <a16:creationId xmlns:a16="http://schemas.microsoft.com/office/drawing/2014/main" xmlns="" id="{D65B76E7-2E6E-4DDD-B39F-9D839942CD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88D8005-56C4-46D3-A135-EF16FB434BF9}" type="slidenum">
              <a:rPr lang="en-US" altLang="en-US"/>
              <a:pPr>
                <a:spcBef>
                  <a:spcPct val="0"/>
                </a:spcBef>
              </a:pPr>
              <a:t>27</a:t>
            </a:fld>
            <a:endParaRPr lang="en-US" altLang="en-US"/>
          </a:p>
        </p:txBody>
      </p:sp>
    </p:spTree>
    <p:extLst>
      <p:ext uri="{BB962C8B-B14F-4D97-AF65-F5344CB8AC3E}">
        <p14:creationId xmlns:p14="http://schemas.microsoft.com/office/powerpoint/2010/main" val="132629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xmlns="" id="{CF203D11-1E71-47D2-8BC6-072948055E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xmlns="" id="{CB52D2CC-3188-4750-B674-DD953C23D9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fr-FR">
                <a:solidFill>
                  <a:srgbClr val="FFFFFF"/>
                </a:solidFill>
                <a:latin typeface="Humanst521 BT" charset="0"/>
              </a:rPr>
              <a:t>What are my reasons for making these choices? </a:t>
            </a:r>
            <a:endParaRPr lang="en-US" altLang="fr-FR">
              <a:solidFill>
                <a:srgbClr val="000000"/>
              </a:solidFill>
            </a:endParaRPr>
          </a:p>
          <a:p>
            <a:pPr defTabSz="930275" eaLnBrk="1" hangingPunct="1">
              <a:spcBef>
                <a:spcPct val="0"/>
              </a:spcBef>
            </a:pPr>
            <a:endParaRPr lang="en-US" altLang="fr-FR"/>
          </a:p>
        </p:txBody>
      </p:sp>
      <p:sp>
        <p:nvSpPr>
          <p:cNvPr id="70660" name="Slide Number Placeholder 3">
            <a:extLst>
              <a:ext uri="{FF2B5EF4-FFF2-40B4-BE49-F238E27FC236}">
                <a16:creationId xmlns:a16="http://schemas.microsoft.com/office/drawing/2014/main" xmlns="" id="{3B13F2E6-7E8D-4650-AB9C-39DBCF8445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DC64CE4D-9D34-42D7-9877-41AFF3C8F1C1}" type="slidenum">
              <a:rPr lang="en-US" altLang="en-US"/>
              <a:pPr>
                <a:spcBef>
                  <a:spcPct val="0"/>
                </a:spcBef>
              </a:pPr>
              <a:t>28</a:t>
            </a:fld>
            <a:endParaRPr lang="en-US" altLang="en-US"/>
          </a:p>
        </p:txBody>
      </p:sp>
    </p:spTree>
    <p:extLst>
      <p:ext uri="{BB962C8B-B14F-4D97-AF65-F5344CB8AC3E}">
        <p14:creationId xmlns:p14="http://schemas.microsoft.com/office/powerpoint/2010/main" val="17441617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xmlns="" id="{6C1ECE29-B844-4C8F-B9C7-B1CA3F5F60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xmlns="" id="{34350879-439C-445E-9A4B-A22B3CE44C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In what ways are they influenced by my culture or my emotions?</a:t>
            </a:r>
          </a:p>
          <a:p>
            <a:pPr eaLnBrk="1" hangingPunct="1">
              <a:spcBef>
                <a:spcPct val="0"/>
              </a:spcBef>
            </a:pPr>
            <a:endParaRPr lang="en-US" altLang="en-US">
              <a:solidFill>
                <a:srgbClr val="FFFFFF"/>
              </a:solidFill>
            </a:endParaRPr>
          </a:p>
          <a:p>
            <a:pPr eaLnBrk="1" hangingPunct="1">
              <a:spcBef>
                <a:spcPct val="0"/>
              </a:spcBef>
            </a:pPr>
            <a:endParaRPr lang="en-US" altLang="en-US"/>
          </a:p>
        </p:txBody>
      </p:sp>
      <p:sp>
        <p:nvSpPr>
          <p:cNvPr id="72708" name="Slide Number Placeholder 3">
            <a:extLst>
              <a:ext uri="{FF2B5EF4-FFF2-40B4-BE49-F238E27FC236}">
                <a16:creationId xmlns:a16="http://schemas.microsoft.com/office/drawing/2014/main" xmlns="" id="{40B29F6A-664A-4115-BCE3-AE5A6F16C8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3FC65FBB-BB04-45EA-9DEE-8CF3AFE5119D}" type="slidenum">
              <a:rPr lang="en-US" altLang="en-US"/>
              <a:pPr>
                <a:spcBef>
                  <a:spcPct val="0"/>
                </a:spcBef>
              </a:pPr>
              <a:t>29</a:t>
            </a:fld>
            <a:endParaRPr lang="en-US" altLang="en-US"/>
          </a:p>
        </p:txBody>
      </p:sp>
    </p:spTree>
    <p:extLst>
      <p:ext uri="{BB962C8B-B14F-4D97-AF65-F5344CB8AC3E}">
        <p14:creationId xmlns:p14="http://schemas.microsoft.com/office/powerpoint/2010/main" val="3741386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xmlns="" id="{C5773E86-B1C5-4A31-9ED8-80AB7049D6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xmlns="" id="{6F552C9E-0B22-4BB3-8BB2-DC23BAEC94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Is it because I wish to please myself, or am I being</a:t>
            </a:r>
          </a:p>
          <a:p>
            <a:pPr eaLnBrk="1" hangingPunct="1">
              <a:spcBef>
                <a:spcPct val="0"/>
              </a:spcBef>
            </a:pPr>
            <a:r>
              <a:rPr lang="en-US" altLang="en-US">
                <a:solidFill>
                  <a:srgbClr val="FFFFFF"/>
                </a:solidFill>
              </a:rPr>
              <a:t>careless?</a:t>
            </a:r>
            <a:endParaRPr lang="en-US" altLang="en-US"/>
          </a:p>
          <a:p>
            <a:pPr eaLnBrk="1" hangingPunct="1">
              <a:spcBef>
                <a:spcPct val="0"/>
              </a:spcBef>
            </a:pPr>
            <a:endParaRPr lang="en-US" altLang="en-US"/>
          </a:p>
        </p:txBody>
      </p:sp>
      <p:sp>
        <p:nvSpPr>
          <p:cNvPr id="74756" name="Slide Number Placeholder 3">
            <a:extLst>
              <a:ext uri="{FF2B5EF4-FFF2-40B4-BE49-F238E27FC236}">
                <a16:creationId xmlns:a16="http://schemas.microsoft.com/office/drawing/2014/main" xmlns="" id="{8D8F417B-740C-49A9-940D-DAAC1A4BF7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964D12EC-E4C6-46E7-8AAD-FF26AFCE5724}" type="slidenum">
              <a:rPr lang="en-US" altLang="en-US"/>
              <a:pPr>
                <a:spcBef>
                  <a:spcPct val="0"/>
                </a:spcBef>
              </a:pPr>
              <a:t>30</a:t>
            </a:fld>
            <a:endParaRPr lang="en-US" altLang="en-US"/>
          </a:p>
        </p:txBody>
      </p:sp>
    </p:spTree>
    <p:extLst>
      <p:ext uri="{BB962C8B-B14F-4D97-AF65-F5344CB8AC3E}">
        <p14:creationId xmlns:p14="http://schemas.microsoft.com/office/powerpoint/2010/main" val="365862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xmlns="" id="{ADC6FC17-709F-4E3A-AD16-EFD16D7D3F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a:extLst>
              <a:ext uri="{FF2B5EF4-FFF2-40B4-BE49-F238E27FC236}">
                <a16:creationId xmlns:a16="http://schemas.microsoft.com/office/drawing/2014/main" xmlns="" id="{83BEB8E6-17F4-412B-98DE-770E58FC9D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Do I accept as evidence anything and everything I read on the Internet?</a:t>
            </a:r>
          </a:p>
          <a:p>
            <a:pPr eaLnBrk="1" hangingPunct="1">
              <a:spcBef>
                <a:spcPct val="0"/>
              </a:spcBef>
            </a:pPr>
            <a:r>
              <a:rPr lang="en-US" altLang="en-US">
                <a:solidFill>
                  <a:srgbClr val="FFFFFF"/>
                </a:solidFill>
              </a:rPr>
              <a:t> </a:t>
            </a:r>
          </a:p>
          <a:p>
            <a:pPr eaLnBrk="1" hangingPunct="1">
              <a:spcBef>
                <a:spcPct val="0"/>
              </a:spcBef>
            </a:pPr>
            <a:endParaRPr lang="en-US" altLang="en-US"/>
          </a:p>
        </p:txBody>
      </p:sp>
      <p:sp>
        <p:nvSpPr>
          <p:cNvPr id="76804" name="Slide Number Placeholder 3">
            <a:extLst>
              <a:ext uri="{FF2B5EF4-FFF2-40B4-BE49-F238E27FC236}">
                <a16:creationId xmlns:a16="http://schemas.microsoft.com/office/drawing/2014/main" xmlns="" id="{27DAD89B-9A6A-4B91-BE80-D834F1FB9B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E19234CC-F1D4-4708-84C4-624231F3375F}" type="slidenum">
              <a:rPr lang="en-US" altLang="en-US"/>
              <a:pPr>
                <a:spcBef>
                  <a:spcPct val="0"/>
                </a:spcBef>
              </a:pPr>
              <a:t>31</a:t>
            </a:fld>
            <a:endParaRPr lang="en-US" altLang="en-US"/>
          </a:p>
        </p:txBody>
      </p:sp>
    </p:spTree>
    <p:extLst>
      <p:ext uri="{BB962C8B-B14F-4D97-AF65-F5344CB8AC3E}">
        <p14:creationId xmlns:p14="http://schemas.microsoft.com/office/powerpoint/2010/main" val="576279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xmlns="" id="{EEE11DD0-F554-4185-A05C-70C68E6CD1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xmlns="" id="{AFE07445-400B-426B-A9BF-2DF8134C7D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Does just one anecdote convince me of the right thing to do?</a:t>
            </a:r>
          </a:p>
          <a:p>
            <a:pPr eaLnBrk="1" hangingPunct="1">
              <a:spcBef>
                <a:spcPct val="0"/>
              </a:spcBef>
            </a:pPr>
            <a:endParaRPr lang="en-US" altLang="en-US"/>
          </a:p>
        </p:txBody>
      </p:sp>
      <p:sp>
        <p:nvSpPr>
          <p:cNvPr id="78852" name="Slide Number Placeholder 3">
            <a:extLst>
              <a:ext uri="{FF2B5EF4-FFF2-40B4-BE49-F238E27FC236}">
                <a16:creationId xmlns:a16="http://schemas.microsoft.com/office/drawing/2014/main" xmlns="" id="{51F73D90-55BE-489D-83FB-0414BFF72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87230AC3-1819-4593-9599-5DBC109BB509}" type="slidenum">
              <a:rPr lang="en-US" altLang="en-US"/>
              <a:pPr>
                <a:spcBef>
                  <a:spcPct val="0"/>
                </a:spcBef>
              </a:pPr>
              <a:t>32</a:t>
            </a:fld>
            <a:endParaRPr lang="en-US" altLang="en-US"/>
          </a:p>
        </p:txBody>
      </p:sp>
    </p:spTree>
    <p:extLst>
      <p:ext uri="{BB962C8B-B14F-4D97-AF65-F5344CB8AC3E}">
        <p14:creationId xmlns:p14="http://schemas.microsoft.com/office/powerpoint/2010/main" val="1559436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xmlns="" id="{C0548D83-9411-46EC-8D4A-73CC5CEF02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xmlns="" id="{3D3F31CB-67E2-4F34-AB1C-C51F1042F2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t>What negative choices have other people made that influenced the trajectory of my life?  </a:t>
            </a:r>
          </a:p>
        </p:txBody>
      </p:sp>
      <p:sp>
        <p:nvSpPr>
          <p:cNvPr id="80900" name="Slide Number Placeholder 3">
            <a:extLst>
              <a:ext uri="{FF2B5EF4-FFF2-40B4-BE49-F238E27FC236}">
                <a16:creationId xmlns:a16="http://schemas.microsoft.com/office/drawing/2014/main" xmlns="" id="{5B0C03D5-8029-45FD-8A08-7889D564EF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C22E5538-B2DF-4416-BEA4-01C3F2D41CA7}" type="slidenum">
              <a:rPr lang="en-US" altLang="en-US"/>
              <a:pPr>
                <a:spcBef>
                  <a:spcPct val="0"/>
                </a:spcBef>
              </a:pPr>
              <a:t>33</a:t>
            </a:fld>
            <a:endParaRPr lang="en-US" altLang="en-US"/>
          </a:p>
        </p:txBody>
      </p:sp>
    </p:spTree>
    <p:extLst>
      <p:ext uri="{BB962C8B-B14F-4D97-AF65-F5344CB8AC3E}">
        <p14:creationId xmlns:p14="http://schemas.microsoft.com/office/powerpoint/2010/main" val="18250517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xmlns="" id="{8A41A333-38E7-4BAB-A830-D34584B2CD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a:extLst>
              <a:ext uri="{FF2B5EF4-FFF2-40B4-BE49-F238E27FC236}">
                <a16:creationId xmlns:a16="http://schemas.microsoft.com/office/drawing/2014/main" xmlns="" id="{72F20F30-2927-440D-83A1-AC804CF404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t>How have I reacted to those circumstances?</a:t>
            </a:r>
            <a:endParaRPr lang="en-US" altLang="en-US">
              <a:solidFill>
                <a:srgbClr val="FFFFFF"/>
              </a:solidFill>
            </a:endParaRPr>
          </a:p>
          <a:p>
            <a:pPr defTabSz="930275" eaLnBrk="1" hangingPunct="1">
              <a:spcBef>
                <a:spcPct val="0"/>
              </a:spcBef>
            </a:pPr>
            <a:endParaRPr lang="en-US" altLang="en-US"/>
          </a:p>
        </p:txBody>
      </p:sp>
      <p:sp>
        <p:nvSpPr>
          <p:cNvPr id="82948" name="Slide Number Placeholder 3">
            <a:extLst>
              <a:ext uri="{FF2B5EF4-FFF2-40B4-BE49-F238E27FC236}">
                <a16:creationId xmlns:a16="http://schemas.microsoft.com/office/drawing/2014/main" xmlns="" id="{19328E8C-7149-40FB-B733-6C0B69159C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B660B1E-3BB5-4069-8FBA-54A44E42D4CA}" type="slidenum">
              <a:rPr lang="en-US" altLang="en-US"/>
              <a:pPr>
                <a:spcBef>
                  <a:spcPct val="0"/>
                </a:spcBef>
              </a:pPr>
              <a:t>34</a:t>
            </a:fld>
            <a:endParaRPr lang="en-US" altLang="en-US"/>
          </a:p>
        </p:txBody>
      </p:sp>
    </p:spTree>
    <p:extLst>
      <p:ext uri="{BB962C8B-B14F-4D97-AF65-F5344CB8AC3E}">
        <p14:creationId xmlns:p14="http://schemas.microsoft.com/office/powerpoint/2010/main" val="1217038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xmlns="" id="{383976E1-ED22-486D-AB66-EE8BA13B13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a:extLst>
              <a:ext uri="{FF2B5EF4-FFF2-40B4-BE49-F238E27FC236}">
                <a16:creationId xmlns:a16="http://schemas.microsoft.com/office/drawing/2014/main" xmlns="" id="{7996AD40-A9D3-4938-915B-31908754BD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What freedoms do I enjoy that allow me to choose to change the direction in which I am heading?</a:t>
            </a:r>
          </a:p>
        </p:txBody>
      </p:sp>
      <p:sp>
        <p:nvSpPr>
          <p:cNvPr id="84996" name="Slide Number Placeholder 3">
            <a:extLst>
              <a:ext uri="{FF2B5EF4-FFF2-40B4-BE49-F238E27FC236}">
                <a16:creationId xmlns:a16="http://schemas.microsoft.com/office/drawing/2014/main" xmlns="" id="{7A09DF31-D36A-40DC-B04D-A855A067C5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337EC0D-231D-4DDC-8A36-4DEA8B4C9163}" type="slidenum">
              <a:rPr lang="en-US" altLang="en-US"/>
              <a:pPr>
                <a:spcBef>
                  <a:spcPct val="0"/>
                </a:spcBef>
              </a:pPr>
              <a:t>35</a:t>
            </a:fld>
            <a:endParaRPr lang="en-US" altLang="en-US"/>
          </a:p>
        </p:txBody>
      </p:sp>
    </p:spTree>
    <p:extLst>
      <p:ext uri="{BB962C8B-B14F-4D97-AF65-F5344CB8AC3E}">
        <p14:creationId xmlns:p14="http://schemas.microsoft.com/office/powerpoint/2010/main" val="13206344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xmlns="" id="{CEEFD98F-DE1D-45C2-9386-2ECE84AC48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a:extLst>
              <a:ext uri="{FF2B5EF4-FFF2-40B4-BE49-F238E27FC236}">
                <a16:creationId xmlns:a16="http://schemas.microsoft.com/office/drawing/2014/main" xmlns="" id="{1EA64059-32A1-451E-99ED-D7510761BA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How can I choose to improve my attitude even under less-than-ideal circumstances?</a:t>
            </a:r>
          </a:p>
          <a:p>
            <a:pPr eaLnBrk="1" hangingPunct="1">
              <a:spcBef>
                <a:spcPct val="0"/>
              </a:spcBef>
            </a:pPr>
            <a:endParaRPr lang="en-US" altLang="en-US" b="1"/>
          </a:p>
        </p:txBody>
      </p:sp>
      <p:sp>
        <p:nvSpPr>
          <p:cNvPr id="87044" name="Slide Number Placeholder 3">
            <a:extLst>
              <a:ext uri="{FF2B5EF4-FFF2-40B4-BE49-F238E27FC236}">
                <a16:creationId xmlns:a16="http://schemas.microsoft.com/office/drawing/2014/main" xmlns="" id="{F1CEF258-BCC6-4E6B-9389-3B4FF6FC1F3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0D80599A-0929-41DB-87C1-E57EAFE20A21}" type="slidenum">
              <a:rPr lang="en-US" altLang="en-US"/>
              <a:pPr>
                <a:spcBef>
                  <a:spcPct val="0"/>
                </a:spcBef>
              </a:pPr>
              <a:t>36</a:t>
            </a:fld>
            <a:endParaRPr lang="en-US" altLang="en-US"/>
          </a:p>
        </p:txBody>
      </p:sp>
    </p:spTree>
    <p:extLst>
      <p:ext uri="{BB962C8B-B14F-4D97-AF65-F5344CB8AC3E}">
        <p14:creationId xmlns:p14="http://schemas.microsoft.com/office/powerpoint/2010/main" val="1304438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xmlns="" id="{D614B2A6-BF64-48F4-BAA7-4637B215EA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a:extLst>
              <a:ext uri="{FF2B5EF4-FFF2-40B4-BE49-F238E27FC236}">
                <a16:creationId xmlns:a16="http://schemas.microsoft.com/office/drawing/2014/main" xmlns="" id="{F0835920-C5B3-4EA3-9F60-D058FAAE36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How many of the seven habits that influence longevity am I practicing regularly?</a:t>
            </a:r>
          </a:p>
          <a:p>
            <a:pPr eaLnBrk="1" hangingPunct="1">
              <a:spcBef>
                <a:spcPct val="0"/>
              </a:spcBef>
            </a:pPr>
            <a:endParaRPr lang="en-US" altLang="en-US"/>
          </a:p>
        </p:txBody>
      </p:sp>
      <p:sp>
        <p:nvSpPr>
          <p:cNvPr id="89092" name="Slide Number Placeholder 3">
            <a:extLst>
              <a:ext uri="{FF2B5EF4-FFF2-40B4-BE49-F238E27FC236}">
                <a16:creationId xmlns:a16="http://schemas.microsoft.com/office/drawing/2014/main" xmlns="" id="{DFBF6D32-218A-401F-A56F-D781CC827D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E7DC6683-251F-4512-9ABE-2C17DF14D5A3}" type="slidenum">
              <a:rPr lang="en-US" altLang="en-US"/>
              <a:pPr>
                <a:spcBef>
                  <a:spcPct val="0"/>
                </a:spcBef>
              </a:pPr>
              <a:t>37</a:t>
            </a:fld>
            <a:endParaRPr lang="en-US" altLang="en-US"/>
          </a:p>
        </p:txBody>
      </p:sp>
    </p:spTree>
    <p:extLst>
      <p:ext uri="{BB962C8B-B14F-4D97-AF65-F5344CB8AC3E}">
        <p14:creationId xmlns:p14="http://schemas.microsoft.com/office/powerpoint/2010/main" val="13350775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xmlns="" id="{49113F14-DDDF-4E3A-B92E-8AA0C47F70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a:extLst>
              <a:ext uri="{FF2B5EF4-FFF2-40B4-BE49-F238E27FC236}">
                <a16:creationId xmlns:a16="http://schemas.microsoft.com/office/drawing/2014/main" xmlns="" id="{817DE663-146F-42E3-8BA9-03806360F5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Am I getting sufficient sleep, exercising regularly, avoiding tobacco and alcohol, eating a good breakfast and not eating between meals?</a:t>
            </a:r>
            <a:endParaRPr lang="en-US" altLang="en-US"/>
          </a:p>
          <a:p>
            <a:pPr eaLnBrk="1" hangingPunct="1">
              <a:spcBef>
                <a:spcPct val="0"/>
              </a:spcBef>
            </a:pPr>
            <a:endParaRPr lang="en-US" altLang="en-US"/>
          </a:p>
        </p:txBody>
      </p:sp>
      <p:sp>
        <p:nvSpPr>
          <p:cNvPr id="91140" name="Slide Number Placeholder 3">
            <a:extLst>
              <a:ext uri="{FF2B5EF4-FFF2-40B4-BE49-F238E27FC236}">
                <a16:creationId xmlns:a16="http://schemas.microsoft.com/office/drawing/2014/main" xmlns="" id="{9718BA7E-61AC-4EE4-953A-33BA03046D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E01F6A5-77DD-4ED3-BDB8-469B99837523}" type="slidenum">
              <a:rPr lang="en-US" altLang="en-US"/>
              <a:pPr>
                <a:spcBef>
                  <a:spcPct val="0"/>
                </a:spcBef>
              </a:pPr>
              <a:t>38</a:t>
            </a:fld>
            <a:endParaRPr lang="en-US" altLang="en-US"/>
          </a:p>
        </p:txBody>
      </p:sp>
    </p:spTree>
    <p:extLst>
      <p:ext uri="{BB962C8B-B14F-4D97-AF65-F5344CB8AC3E}">
        <p14:creationId xmlns:p14="http://schemas.microsoft.com/office/powerpoint/2010/main" val="20707076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xmlns="" id="{E532D012-E020-4928-9B2D-715258AF48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a:extLst>
              <a:ext uri="{FF2B5EF4-FFF2-40B4-BE49-F238E27FC236}">
                <a16:creationId xmlns:a16="http://schemas.microsoft.com/office/drawing/2014/main" xmlns="" id="{75A75924-D896-4221-87A3-E045353D09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Is my Body Mass Index (BMI) or waist to height ratio within recommended limits? </a:t>
            </a:r>
          </a:p>
          <a:p>
            <a:pPr eaLnBrk="1" hangingPunct="1">
              <a:spcBef>
                <a:spcPct val="0"/>
              </a:spcBef>
            </a:pPr>
            <a:r>
              <a:rPr lang="en-US" altLang="en-US">
                <a:solidFill>
                  <a:srgbClr val="FFFFFF"/>
                </a:solidFill>
              </a:rPr>
              <a:t>www.nhlbisupport.com/bmi</a:t>
            </a:r>
            <a:r>
              <a:rPr lang="en-US" altLang="en-US"/>
              <a:t> for a handy calculator.</a:t>
            </a:r>
          </a:p>
          <a:p>
            <a:pPr eaLnBrk="1" hangingPunct="1">
              <a:spcBef>
                <a:spcPct val="0"/>
              </a:spcBef>
            </a:pPr>
            <a:endParaRPr lang="en-US" altLang="en-US"/>
          </a:p>
        </p:txBody>
      </p:sp>
      <p:sp>
        <p:nvSpPr>
          <p:cNvPr id="93188" name="Slide Number Placeholder 3">
            <a:extLst>
              <a:ext uri="{FF2B5EF4-FFF2-40B4-BE49-F238E27FC236}">
                <a16:creationId xmlns:a16="http://schemas.microsoft.com/office/drawing/2014/main" xmlns="" id="{C21BA0C9-A9A9-48FF-823E-D55EA99C49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AF33CFD8-66ED-484E-B623-976E029008B2}" type="slidenum">
              <a:rPr lang="en-US" altLang="en-US"/>
              <a:pPr>
                <a:spcBef>
                  <a:spcPct val="0"/>
                </a:spcBef>
              </a:pPr>
              <a:t>39</a:t>
            </a:fld>
            <a:endParaRPr lang="en-US" altLang="en-US"/>
          </a:p>
        </p:txBody>
      </p:sp>
    </p:spTree>
    <p:extLst>
      <p:ext uri="{BB962C8B-B14F-4D97-AF65-F5344CB8AC3E}">
        <p14:creationId xmlns:p14="http://schemas.microsoft.com/office/powerpoint/2010/main" val="3848684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xmlns="" id="{846FD2F4-679E-4A8E-A7F7-33CFD3CA20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xmlns="" id="{5CE0AA3B-4A47-4DA8-9816-7BEFEE1DCA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Which ones will I choose to introduce into my lifestyle today?</a:t>
            </a:r>
          </a:p>
          <a:p>
            <a:pPr eaLnBrk="1" hangingPunct="1">
              <a:spcBef>
                <a:spcPct val="0"/>
              </a:spcBef>
            </a:pPr>
            <a:r>
              <a:rPr lang="en-US" altLang="en-US"/>
              <a:t> Could I improve on any of the seven?</a:t>
            </a:r>
          </a:p>
          <a:p>
            <a:pPr eaLnBrk="1" hangingPunct="1">
              <a:spcBef>
                <a:spcPct val="0"/>
              </a:spcBef>
            </a:pPr>
            <a:endParaRPr lang="en-US" altLang="en-US"/>
          </a:p>
        </p:txBody>
      </p:sp>
      <p:sp>
        <p:nvSpPr>
          <p:cNvPr id="95236" name="Slide Number Placeholder 3">
            <a:extLst>
              <a:ext uri="{FF2B5EF4-FFF2-40B4-BE49-F238E27FC236}">
                <a16:creationId xmlns:a16="http://schemas.microsoft.com/office/drawing/2014/main" xmlns="" id="{114FC17E-E3D3-45F7-A0A5-A7EA9438E2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697599C3-EE37-412C-AC3E-7E4D88BBC5EA}" type="slidenum">
              <a:rPr lang="en-US" altLang="en-US"/>
              <a:pPr>
                <a:spcBef>
                  <a:spcPct val="0"/>
                </a:spcBef>
              </a:pPr>
              <a:t>40</a:t>
            </a:fld>
            <a:endParaRPr lang="en-US" altLang="en-US"/>
          </a:p>
        </p:txBody>
      </p:sp>
    </p:spTree>
    <p:extLst>
      <p:ext uri="{BB962C8B-B14F-4D97-AF65-F5344CB8AC3E}">
        <p14:creationId xmlns:p14="http://schemas.microsoft.com/office/powerpoint/2010/main" val="102194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xmlns="" id="{78A1B6B3-2DCC-43AC-9B8C-DF18EC9F54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xmlns="" id="{8B4B6C70-F672-4C92-B397-FF6E02ABC4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Chris went out to a business dinner after a long day at work. Before leaving he was accused of something he had not done. </a:t>
            </a:r>
            <a:endParaRPr lang="en-US" altLang="en-US"/>
          </a:p>
          <a:p>
            <a:pPr eaLnBrk="1" hangingPunct="1">
              <a:spcBef>
                <a:spcPct val="0"/>
              </a:spcBef>
            </a:pPr>
            <a:endParaRPr lang="en-US" altLang="en-US"/>
          </a:p>
        </p:txBody>
      </p:sp>
      <p:sp>
        <p:nvSpPr>
          <p:cNvPr id="97284" name="Slide Number Placeholder 3">
            <a:extLst>
              <a:ext uri="{FF2B5EF4-FFF2-40B4-BE49-F238E27FC236}">
                <a16:creationId xmlns:a16="http://schemas.microsoft.com/office/drawing/2014/main" xmlns="" id="{663B698A-B0A8-4574-9A4D-03059A41B3A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9E7C0C9-8557-4F14-A188-E3CF31D2FF72}" type="slidenum">
              <a:rPr lang="en-US" altLang="en-US"/>
              <a:pPr>
                <a:spcBef>
                  <a:spcPct val="0"/>
                </a:spcBef>
              </a:pPr>
              <a:t>41</a:t>
            </a:fld>
            <a:endParaRPr lang="en-US" altLang="en-US"/>
          </a:p>
        </p:txBody>
      </p:sp>
    </p:spTree>
    <p:extLst>
      <p:ext uri="{BB962C8B-B14F-4D97-AF65-F5344CB8AC3E}">
        <p14:creationId xmlns:p14="http://schemas.microsoft.com/office/powerpoint/2010/main" val="1453760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xmlns="" id="{438FF8B2-3B72-47FE-8900-0FBE1A96A6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a:extLst>
              <a:ext uri="{FF2B5EF4-FFF2-40B4-BE49-F238E27FC236}">
                <a16:creationId xmlns:a16="http://schemas.microsoft.com/office/drawing/2014/main" xmlns="" id="{611ED36D-AACD-43E3-90AC-FAD735295A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He later tells a friend that after a few drinks he relaxed and decided to resign his job, move to a different city, and look for work there. </a:t>
            </a:r>
          </a:p>
          <a:p>
            <a:pPr eaLnBrk="1" hangingPunct="1">
              <a:spcBef>
                <a:spcPct val="0"/>
              </a:spcBef>
            </a:pPr>
            <a:endParaRPr lang="en-US" altLang="en-US"/>
          </a:p>
          <a:p>
            <a:pPr eaLnBrk="1" hangingPunct="1">
              <a:spcBef>
                <a:spcPct val="0"/>
              </a:spcBef>
            </a:pPr>
            <a:endParaRPr lang="en-US" altLang="en-US"/>
          </a:p>
        </p:txBody>
      </p:sp>
      <p:sp>
        <p:nvSpPr>
          <p:cNvPr id="99332" name="Slide Number Placeholder 3">
            <a:extLst>
              <a:ext uri="{FF2B5EF4-FFF2-40B4-BE49-F238E27FC236}">
                <a16:creationId xmlns:a16="http://schemas.microsoft.com/office/drawing/2014/main" xmlns="" id="{697193F7-FD74-4D02-8EA6-18EB7D3E0D7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2F9AECFC-9CE5-4AB8-B0B8-A4894326095C}" type="slidenum">
              <a:rPr lang="en-US" altLang="en-US"/>
              <a:pPr>
                <a:spcBef>
                  <a:spcPct val="0"/>
                </a:spcBef>
              </a:pPr>
              <a:t>42</a:t>
            </a:fld>
            <a:endParaRPr lang="en-US" altLang="en-US"/>
          </a:p>
        </p:txBody>
      </p:sp>
    </p:spTree>
    <p:extLst>
      <p:ext uri="{BB962C8B-B14F-4D97-AF65-F5344CB8AC3E}">
        <p14:creationId xmlns:p14="http://schemas.microsoft.com/office/powerpoint/2010/main" val="9574265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xmlns="" id="{8FBB400A-0CBA-4B7C-9C63-0F0EE04C97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xmlns="" id="{B79E6364-2D4B-4640-8B9C-83E58CA9E9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What influenced his hasty decision?</a:t>
            </a:r>
          </a:p>
          <a:p>
            <a:pPr eaLnBrk="1" hangingPunct="1">
              <a:spcBef>
                <a:spcPct val="0"/>
              </a:spcBef>
            </a:pPr>
            <a:r>
              <a:rPr lang="en-US" altLang="en-US">
                <a:solidFill>
                  <a:srgbClr val="FFFFFF"/>
                </a:solidFill>
              </a:rPr>
              <a:t> </a:t>
            </a:r>
          </a:p>
        </p:txBody>
      </p:sp>
      <p:sp>
        <p:nvSpPr>
          <p:cNvPr id="101380" name="Slide Number Placeholder 3">
            <a:extLst>
              <a:ext uri="{FF2B5EF4-FFF2-40B4-BE49-F238E27FC236}">
                <a16:creationId xmlns:a16="http://schemas.microsoft.com/office/drawing/2014/main" xmlns="" id="{5CD5351E-426D-42F2-982C-708E2683D8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2DAFA2B1-CBD8-44A8-8D28-0DFC2FBC71F4}" type="slidenum">
              <a:rPr lang="en-US" altLang="en-US"/>
              <a:pPr>
                <a:spcBef>
                  <a:spcPct val="0"/>
                </a:spcBef>
              </a:pPr>
              <a:t>43</a:t>
            </a:fld>
            <a:endParaRPr lang="en-US" altLang="en-US"/>
          </a:p>
        </p:txBody>
      </p:sp>
    </p:spTree>
    <p:extLst>
      <p:ext uri="{BB962C8B-B14F-4D97-AF65-F5344CB8AC3E}">
        <p14:creationId xmlns:p14="http://schemas.microsoft.com/office/powerpoint/2010/main" val="14012623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a:extLst>
              <a:ext uri="{FF2B5EF4-FFF2-40B4-BE49-F238E27FC236}">
                <a16:creationId xmlns:a16="http://schemas.microsoft.com/office/drawing/2014/main" xmlns="" id="{E949F1CC-609B-405B-B6A2-7463F49DD8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a:extLst>
              <a:ext uri="{FF2B5EF4-FFF2-40B4-BE49-F238E27FC236}">
                <a16:creationId xmlns:a16="http://schemas.microsoft.com/office/drawing/2014/main" xmlns="" id="{EA9945F1-55B1-4937-BC67-A9302397C0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 What did he forget to do? </a:t>
            </a:r>
          </a:p>
          <a:p>
            <a:pPr eaLnBrk="1" hangingPunct="1">
              <a:spcBef>
                <a:spcPct val="0"/>
              </a:spcBef>
            </a:pPr>
            <a:endParaRPr lang="en-US" altLang="en-US">
              <a:solidFill>
                <a:srgbClr val="FFFFFF"/>
              </a:solidFill>
            </a:endParaRPr>
          </a:p>
        </p:txBody>
      </p:sp>
      <p:sp>
        <p:nvSpPr>
          <p:cNvPr id="103428" name="Slide Number Placeholder 3">
            <a:extLst>
              <a:ext uri="{FF2B5EF4-FFF2-40B4-BE49-F238E27FC236}">
                <a16:creationId xmlns:a16="http://schemas.microsoft.com/office/drawing/2014/main" xmlns="" id="{1985651B-0E43-421E-8A1D-2D767892C10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99EE8B2-D7E2-4DD4-B4D5-BC8585E4CF85}" type="slidenum">
              <a:rPr lang="en-US" altLang="en-US"/>
              <a:pPr>
                <a:spcBef>
                  <a:spcPct val="0"/>
                </a:spcBef>
              </a:pPr>
              <a:t>44</a:t>
            </a:fld>
            <a:endParaRPr lang="en-US" altLang="en-US"/>
          </a:p>
        </p:txBody>
      </p:sp>
    </p:spTree>
    <p:extLst>
      <p:ext uri="{BB962C8B-B14F-4D97-AF65-F5344CB8AC3E}">
        <p14:creationId xmlns:p14="http://schemas.microsoft.com/office/powerpoint/2010/main" val="18895377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a:extLst>
              <a:ext uri="{FF2B5EF4-FFF2-40B4-BE49-F238E27FC236}">
                <a16:creationId xmlns:a16="http://schemas.microsoft.com/office/drawing/2014/main" xmlns="" id="{CA2E8486-336F-46D4-B711-D21266759B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a:extLst>
              <a:ext uri="{FF2B5EF4-FFF2-40B4-BE49-F238E27FC236}">
                <a16:creationId xmlns:a16="http://schemas.microsoft.com/office/drawing/2014/main" xmlns="" id="{1A8F4E4C-D967-48A1-AC42-DBCCB64A36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How would I have acted in a similar situation?</a:t>
            </a:r>
          </a:p>
          <a:p>
            <a:pPr eaLnBrk="1" hangingPunct="1">
              <a:spcBef>
                <a:spcPct val="0"/>
              </a:spcBef>
            </a:pPr>
            <a:endParaRPr lang="en-US" altLang="en-US"/>
          </a:p>
        </p:txBody>
      </p:sp>
      <p:sp>
        <p:nvSpPr>
          <p:cNvPr id="105476" name="Slide Number Placeholder 3">
            <a:extLst>
              <a:ext uri="{FF2B5EF4-FFF2-40B4-BE49-F238E27FC236}">
                <a16:creationId xmlns:a16="http://schemas.microsoft.com/office/drawing/2014/main" xmlns="" id="{345470A4-B1B1-4AF0-A113-94567BF1828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FE2136B-B51B-4EB6-9039-506FBD740A45}" type="slidenum">
              <a:rPr lang="en-US" altLang="en-US"/>
              <a:pPr>
                <a:spcBef>
                  <a:spcPct val="0"/>
                </a:spcBef>
              </a:pPr>
              <a:t>45</a:t>
            </a:fld>
            <a:endParaRPr lang="en-US" altLang="en-US"/>
          </a:p>
        </p:txBody>
      </p:sp>
    </p:spTree>
    <p:extLst>
      <p:ext uri="{BB962C8B-B14F-4D97-AF65-F5344CB8AC3E}">
        <p14:creationId xmlns:p14="http://schemas.microsoft.com/office/powerpoint/2010/main" val="13315652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a:extLst>
              <a:ext uri="{FF2B5EF4-FFF2-40B4-BE49-F238E27FC236}">
                <a16:creationId xmlns:a16="http://schemas.microsoft.com/office/drawing/2014/main" xmlns="" id="{57D525CC-56C8-48DB-8B7D-AA40F28A29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a:extLst>
              <a:ext uri="{FF2B5EF4-FFF2-40B4-BE49-F238E27FC236}">
                <a16:creationId xmlns:a16="http://schemas.microsoft.com/office/drawing/2014/main" xmlns="" id="{CBB2ED9C-68E1-4437-A3C4-4092AF28E3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FFFFFF"/>
                </a:solidFill>
              </a:rPr>
              <a:t>Remembering the most recent poor choices I’ve made and considering the pressures I was under at the time</a:t>
            </a:r>
            <a:endParaRPr lang="en-US" altLang="en-US"/>
          </a:p>
        </p:txBody>
      </p:sp>
      <p:sp>
        <p:nvSpPr>
          <p:cNvPr id="107524" name="Slide Number Placeholder 3">
            <a:extLst>
              <a:ext uri="{FF2B5EF4-FFF2-40B4-BE49-F238E27FC236}">
                <a16:creationId xmlns:a16="http://schemas.microsoft.com/office/drawing/2014/main" xmlns="" id="{2D02485A-6B56-49D9-B2E4-DBA31BA101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D44636C7-0477-4DB9-8111-C5D0FC7A2CF4}" type="slidenum">
              <a:rPr lang="en-US" altLang="en-US"/>
              <a:pPr>
                <a:spcBef>
                  <a:spcPct val="0"/>
                </a:spcBef>
              </a:pPr>
              <a:t>46</a:t>
            </a:fld>
            <a:endParaRPr lang="en-US" altLang="en-US"/>
          </a:p>
        </p:txBody>
      </p:sp>
    </p:spTree>
    <p:extLst>
      <p:ext uri="{BB962C8B-B14F-4D97-AF65-F5344CB8AC3E}">
        <p14:creationId xmlns:p14="http://schemas.microsoft.com/office/powerpoint/2010/main" val="16806870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xmlns="" id="{0E67BA60-C632-4C92-9766-ADE8D988EF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a:extLst>
              <a:ext uri="{FF2B5EF4-FFF2-40B4-BE49-F238E27FC236}">
                <a16:creationId xmlns:a16="http://schemas.microsoft.com/office/drawing/2014/main" xmlns="" id="{85F5E015-B082-4FD8-8F40-FEA181615F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FFFFFF"/>
                </a:solidFill>
              </a:rPr>
              <a:t>do I feel that I was stressed, angry, or depressed? </a:t>
            </a:r>
            <a:endParaRPr lang="en-US" altLang="en-US"/>
          </a:p>
        </p:txBody>
      </p:sp>
      <p:sp>
        <p:nvSpPr>
          <p:cNvPr id="109572" name="Slide Number Placeholder 3">
            <a:extLst>
              <a:ext uri="{FF2B5EF4-FFF2-40B4-BE49-F238E27FC236}">
                <a16:creationId xmlns:a16="http://schemas.microsoft.com/office/drawing/2014/main" xmlns="" id="{508E0A93-6B62-40B6-BACB-5651B1DDD0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BE9D9C76-4A97-4D5C-8A51-F9E679C20A0A}" type="slidenum">
              <a:rPr lang="en-US" altLang="en-US"/>
              <a:pPr>
                <a:spcBef>
                  <a:spcPct val="0"/>
                </a:spcBef>
              </a:pPr>
              <a:t>47</a:t>
            </a:fld>
            <a:endParaRPr lang="en-US" altLang="en-US"/>
          </a:p>
        </p:txBody>
      </p:sp>
    </p:spTree>
    <p:extLst>
      <p:ext uri="{BB962C8B-B14F-4D97-AF65-F5344CB8AC3E}">
        <p14:creationId xmlns:p14="http://schemas.microsoft.com/office/powerpoint/2010/main" val="1090438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xmlns="" id="{293D369E-5217-44F1-A74E-5453DFC834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a:extLst>
              <a:ext uri="{FF2B5EF4-FFF2-40B4-BE49-F238E27FC236}">
                <a16:creationId xmlns:a16="http://schemas.microsoft.com/office/drawing/2014/main" xmlns="" id="{926D47F6-471B-42B9-A408-3C8DA53CA9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30275" eaLnBrk="1" hangingPunct="1">
              <a:spcBef>
                <a:spcPct val="0"/>
              </a:spcBef>
            </a:pPr>
            <a:r>
              <a:rPr lang="en-US" altLang="en-US">
                <a:solidFill>
                  <a:srgbClr val="FFFFFF"/>
                </a:solidFill>
              </a:rPr>
              <a:t>Did I make the decision late at night or after a heavy meal or a long day of work?</a:t>
            </a:r>
            <a:endParaRPr lang="en-US" altLang="en-US"/>
          </a:p>
          <a:p>
            <a:pPr defTabSz="930275" eaLnBrk="1" hangingPunct="1">
              <a:spcBef>
                <a:spcPct val="0"/>
              </a:spcBef>
            </a:pPr>
            <a:endParaRPr lang="en-US" altLang="en-US"/>
          </a:p>
        </p:txBody>
      </p:sp>
      <p:sp>
        <p:nvSpPr>
          <p:cNvPr id="111620" name="Slide Number Placeholder 3">
            <a:extLst>
              <a:ext uri="{FF2B5EF4-FFF2-40B4-BE49-F238E27FC236}">
                <a16:creationId xmlns:a16="http://schemas.microsoft.com/office/drawing/2014/main" xmlns="" id="{768F5EEA-0498-41C8-A927-E48696DC8D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CE029679-C7E9-40E7-A81A-99457C5C432E}" type="slidenum">
              <a:rPr lang="en-US" altLang="en-US"/>
              <a:pPr>
                <a:spcBef>
                  <a:spcPct val="0"/>
                </a:spcBef>
              </a:pPr>
              <a:t>48</a:t>
            </a:fld>
            <a:endParaRPr lang="en-US" altLang="en-US"/>
          </a:p>
        </p:txBody>
      </p:sp>
    </p:spTree>
    <p:extLst>
      <p:ext uri="{BB962C8B-B14F-4D97-AF65-F5344CB8AC3E}">
        <p14:creationId xmlns:p14="http://schemas.microsoft.com/office/powerpoint/2010/main" val="4286747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a:extLst>
              <a:ext uri="{FF2B5EF4-FFF2-40B4-BE49-F238E27FC236}">
                <a16:creationId xmlns:a16="http://schemas.microsoft.com/office/drawing/2014/main" xmlns="" id="{4DB8D9F9-4A18-4982-921C-2D2DF0D1B2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a:extLst>
              <a:ext uri="{FF2B5EF4-FFF2-40B4-BE49-F238E27FC236}">
                <a16:creationId xmlns:a16="http://schemas.microsoft.com/office/drawing/2014/main" xmlns="" id="{D213552B-72AE-4168-B0CA-42D6389AD0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How can I remind myself to avoid making choices when in those type of emotional states?</a:t>
            </a:r>
          </a:p>
          <a:p>
            <a:pPr eaLnBrk="1" hangingPunct="1">
              <a:spcBef>
                <a:spcPct val="0"/>
              </a:spcBef>
            </a:pPr>
            <a:endParaRPr lang="en-US" altLang="en-US">
              <a:solidFill>
                <a:srgbClr val="FFFFFF"/>
              </a:solidFill>
            </a:endParaRPr>
          </a:p>
          <a:p>
            <a:pPr eaLnBrk="1" hangingPunct="1">
              <a:spcBef>
                <a:spcPct val="0"/>
              </a:spcBef>
            </a:pPr>
            <a:endParaRPr lang="en-US" altLang="en-US"/>
          </a:p>
        </p:txBody>
      </p:sp>
      <p:sp>
        <p:nvSpPr>
          <p:cNvPr id="113668" name="Slide Number Placeholder 3">
            <a:extLst>
              <a:ext uri="{FF2B5EF4-FFF2-40B4-BE49-F238E27FC236}">
                <a16:creationId xmlns:a16="http://schemas.microsoft.com/office/drawing/2014/main" xmlns="" id="{F3756C65-F62E-4AF9-B0FD-1A074E2AC2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B853F52-08E5-4B39-BDC7-305609851097}" type="slidenum">
              <a:rPr lang="en-US" altLang="en-US"/>
              <a:pPr>
                <a:spcBef>
                  <a:spcPct val="0"/>
                </a:spcBef>
              </a:pPr>
              <a:t>49</a:t>
            </a:fld>
            <a:endParaRPr lang="en-US" altLang="en-US"/>
          </a:p>
        </p:txBody>
      </p:sp>
    </p:spTree>
    <p:extLst>
      <p:ext uri="{BB962C8B-B14F-4D97-AF65-F5344CB8AC3E}">
        <p14:creationId xmlns:p14="http://schemas.microsoft.com/office/powerpoint/2010/main" val="14545802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xmlns="" id="{E003F2A9-5AC9-43CE-964B-3C136AFA18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a:extLst>
              <a:ext uri="{FF2B5EF4-FFF2-40B4-BE49-F238E27FC236}">
                <a16:creationId xmlns:a16="http://schemas.microsoft.com/office/drawing/2014/main" xmlns="" id="{2161299A-1E85-42A0-A19B-C59A42E16C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Did I remember to ask for divine guidance?</a:t>
            </a:r>
            <a:endParaRPr lang="en-US" altLang="en-US"/>
          </a:p>
          <a:p>
            <a:pPr eaLnBrk="1" hangingPunct="1">
              <a:spcBef>
                <a:spcPct val="0"/>
              </a:spcBef>
            </a:pPr>
            <a:endParaRPr lang="en-US" altLang="en-US"/>
          </a:p>
        </p:txBody>
      </p:sp>
      <p:sp>
        <p:nvSpPr>
          <p:cNvPr id="115716" name="Slide Number Placeholder 3">
            <a:extLst>
              <a:ext uri="{FF2B5EF4-FFF2-40B4-BE49-F238E27FC236}">
                <a16:creationId xmlns:a16="http://schemas.microsoft.com/office/drawing/2014/main" xmlns="" id="{054A1CEC-4EDE-4A4A-9D54-DF0F10ADBD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441BBC7-D7A7-43BE-AE5C-BC1C11C113EE}" type="slidenum">
              <a:rPr lang="en-US" altLang="en-US"/>
              <a:pPr>
                <a:spcBef>
                  <a:spcPct val="0"/>
                </a:spcBef>
              </a:pPr>
              <a:t>50</a:t>
            </a:fld>
            <a:endParaRPr lang="en-US" altLang="en-US"/>
          </a:p>
        </p:txBody>
      </p:sp>
    </p:spTree>
    <p:extLst>
      <p:ext uri="{BB962C8B-B14F-4D97-AF65-F5344CB8AC3E}">
        <p14:creationId xmlns:p14="http://schemas.microsoft.com/office/powerpoint/2010/main" val="5023905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a:extLst>
              <a:ext uri="{FF2B5EF4-FFF2-40B4-BE49-F238E27FC236}">
                <a16:creationId xmlns:a16="http://schemas.microsoft.com/office/drawing/2014/main" xmlns="" id="{0B7B4AEE-7841-44A6-93A7-99E8EDF1E6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a:extLst>
              <a:ext uri="{FF2B5EF4-FFF2-40B4-BE49-F238E27FC236}">
                <a16:creationId xmlns:a16="http://schemas.microsoft.com/office/drawing/2014/main" xmlns="" id="{AC9F44EA-C685-4A58-A0B6-D6F46353C5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What time of day suits me best for decision-making?</a:t>
            </a:r>
          </a:p>
          <a:p>
            <a:pPr eaLnBrk="1" hangingPunct="1">
              <a:spcBef>
                <a:spcPct val="0"/>
              </a:spcBef>
            </a:pPr>
            <a:endParaRPr lang="en-US" altLang="en-US">
              <a:solidFill>
                <a:srgbClr val="FFFFFF"/>
              </a:solidFill>
            </a:endParaRPr>
          </a:p>
        </p:txBody>
      </p:sp>
      <p:sp>
        <p:nvSpPr>
          <p:cNvPr id="117764" name="Slide Number Placeholder 3">
            <a:extLst>
              <a:ext uri="{FF2B5EF4-FFF2-40B4-BE49-F238E27FC236}">
                <a16:creationId xmlns:a16="http://schemas.microsoft.com/office/drawing/2014/main" xmlns="" id="{53C3229C-8884-4DA9-907B-11D590AD18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5348E373-CD37-45BA-B96E-7F5166F939DD}" type="slidenum">
              <a:rPr lang="en-US" altLang="en-US"/>
              <a:pPr>
                <a:spcBef>
                  <a:spcPct val="0"/>
                </a:spcBef>
              </a:pPr>
              <a:t>51</a:t>
            </a:fld>
            <a:endParaRPr lang="en-US" altLang="en-US"/>
          </a:p>
        </p:txBody>
      </p:sp>
    </p:spTree>
    <p:extLst>
      <p:ext uri="{BB962C8B-B14F-4D97-AF65-F5344CB8AC3E}">
        <p14:creationId xmlns:p14="http://schemas.microsoft.com/office/powerpoint/2010/main" val="18230250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a:extLst>
              <a:ext uri="{FF2B5EF4-FFF2-40B4-BE49-F238E27FC236}">
                <a16:creationId xmlns:a16="http://schemas.microsoft.com/office/drawing/2014/main" xmlns="" id="{2B742055-142C-4E6A-BBDE-110C35DCFA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a:extLst>
              <a:ext uri="{FF2B5EF4-FFF2-40B4-BE49-F238E27FC236}">
                <a16:creationId xmlns:a16="http://schemas.microsoft.com/office/drawing/2014/main" xmlns="" id="{CC5EBAF9-D378-4C90-8A66-26C9763788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What can I do when confronted with a small choice that will help me to make a wise decision? </a:t>
            </a:r>
          </a:p>
          <a:p>
            <a:pPr eaLnBrk="1" hangingPunct="1">
              <a:spcBef>
                <a:spcPct val="0"/>
              </a:spcBef>
            </a:pPr>
            <a:endParaRPr lang="en-US" altLang="en-US">
              <a:solidFill>
                <a:srgbClr val="FFFFFF"/>
              </a:solidFill>
            </a:endParaRPr>
          </a:p>
          <a:p>
            <a:pPr eaLnBrk="1" hangingPunct="1">
              <a:spcBef>
                <a:spcPct val="0"/>
              </a:spcBef>
            </a:pPr>
            <a:endParaRPr lang="en-US" altLang="en-US" b="1"/>
          </a:p>
        </p:txBody>
      </p:sp>
      <p:sp>
        <p:nvSpPr>
          <p:cNvPr id="119812" name="Slide Number Placeholder 3">
            <a:extLst>
              <a:ext uri="{FF2B5EF4-FFF2-40B4-BE49-F238E27FC236}">
                <a16:creationId xmlns:a16="http://schemas.microsoft.com/office/drawing/2014/main" xmlns="" id="{81DBDC4E-D306-4A53-A65F-E30FE7BA4F0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C97E500-51BB-486C-AAD1-25E3A27CE2D9}" type="slidenum">
              <a:rPr lang="en-US" altLang="en-US"/>
              <a:pPr>
                <a:spcBef>
                  <a:spcPct val="0"/>
                </a:spcBef>
              </a:pPr>
              <a:t>52</a:t>
            </a:fld>
            <a:endParaRPr lang="en-US" altLang="en-US"/>
          </a:p>
        </p:txBody>
      </p:sp>
    </p:spTree>
    <p:extLst>
      <p:ext uri="{BB962C8B-B14F-4D97-AF65-F5344CB8AC3E}">
        <p14:creationId xmlns:p14="http://schemas.microsoft.com/office/powerpoint/2010/main" val="14106814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a:extLst>
              <a:ext uri="{FF2B5EF4-FFF2-40B4-BE49-F238E27FC236}">
                <a16:creationId xmlns:a16="http://schemas.microsoft.com/office/drawing/2014/main" xmlns="" id="{0358B23A-C9F8-4567-9809-1488BF1B85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a:extLst>
              <a:ext uri="{FF2B5EF4-FFF2-40B4-BE49-F238E27FC236}">
                <a16:creationId xmlns:a16="http://schemas.microsoft.com/office/drawing/2014/main" xmlns="" id="{7B61E684-2BCA-43B1-ABA4-ECAA895F3C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What things would help me when making a big decision?</a:t>
            </a:r>
          </a:p>
          <a:p>
            <a:pPr eaLnBrk="1" hangingPunct="1">
              <a:spcBef>
                <a:spcPct val="0"/>
              </a:spcBef>
            </a:pPr>
            <a:endParaRPr lang="en-US" altLang="en-US" b="1"/>
          </a:p>
        </p:txBody>
      </p:sp>
      <p:sp>
        <p:nvSpPr>
          <p:cNvPr id="121860" name="Slide Number Placeholder 3">
            <a:extLst>
              <a:ext uri="{FF2B5EF4-FFF2-40B4-BE49-F238E27FC236}">
                <a16:creationId xmlns:a16="http://schemas.microsoft.com/office/drawing/2014/main" xmlns="" id="{05547D30-B7DA-467A-91BB-EC4E180A47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E1C3448-CA85-431C-B4BB-2F2699CF7A92}" type="slidenum">
              <a:rPr lang="en-US" altLang="en-US"/>
              <a:pPr>
                <a:spcBef>
                  <a:spcPct val="0"/>
                </a:spcBef>
              </a:pPr>
              <a:t>53</a:t>
            </a:fld>
            <a:endParaRPr lang="en-US" altLang="en-US"/>
          </a:p>
        </p:txBody>
      </p:sp>
    </p:spTree>
    <p:extLst>
      <p:ext uri="{BB962C8B-B14F-4D97-AF65-F5344CB8AC3E}">
        <p14:creationId xmlns:p14="http://schemas.microsoft.com/office/powerpoint/2010/main" val="4194818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a:extLst>
              <a:ext uri="{FF2B5EF4-FFF2-40B4-BE49-F238E27FC236}">
                <a16:creationId xmlns:a16="http://schemas.microsoft.com/office/drawing/2014/main" xmlns="" id="{D7929706-EDE0-4B67-8186-1170D02A0C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a:extLst>
              <a:ext uri="{FF2B5EF4-FFF2-40B4-BE49-F238E27FC236}">
                <a16:creationId xmlns:a16="http://schemas.microsoft.com/office/drawing/2014/main" xmlns="" id="{393BED0B-4CC1-4EF0-9FBD-391F50AFDB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What choices do I have to make regarding my relationship with my Creator, who graciously gives me the freedom to choose? </a:t>
            </a:r>
          </a:p>
        </p:txBody>
      </p:sp>
      <p:sp>
        <p:nvSpPr>
          <p:cNvPr id="123908" name="Slide Number Placeholder 3">
            <a:extLst>
              <a:ext uri="{FF2B5EF4-FFF2-40B4-BE49-F238E27FC236}">
                <a16:creationId xmlns:a16="http://schemas.microsoft.com/office/drawing/2014/main" xmlns="" id="{29C49CC9-C262-458C-8E17-4EC00C9DD8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3C7F0DEB-88C7-419C-8D3B-7693988CA62E}" type="slidenum">
              <a:rPr lang="en-US" altLang="en-US"/>
              <a:pPr>
                <a:spcBef>
                  <a:spcPct val="0"/>
                </a:spcBef>
              </a:pPr>
              <a:t>54</a:t>
            </a:fld>
            <a:endParaRPr lang="en-US" altLang="en-US"/>
          </a:p>
        </p:txBody>
      </p:sp>
    </p:spTree>
    <p:extLst>
      <p:ext uri="{BB962C8B-B14F-4D97-AF65-F5344CB8AC3E}">
        <p14:creationId xmlns:p14="http://schemas.microsoft.com/office/powerpoint/2010/main" val="544492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a:extLst>
              <a:ext uri="{FF2B5EF4-FFF2-40B4-BE49-F238E27FC236}">
                <a16:creationId xmlns:a16="http://schemas.microsoft.com/office/drawing/2014/main" xmlns="" id="{F2DDAC24-8062-45ED-BFBE-88D473CE36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a:extLst>
              <a:ext uri="{FF2B5EF4-FFF2-40B4-BE49-F238E27FC236}">
                <a16:creationId xmlns:a16="http://schemas.microsoft.com/office/drawing/2014/main" xmlns="" id="{BC1AF187-F047-422D-B65B-D610A9428D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How can I increase my awareness of His love and His interest in my choices?</a:t>
            </a:r>
            <a:endParaRPr lang="en-US" altLang="en-US"/>
          </a:p>
          <a:p>
            <a:pPr eaLnBrk="1" hangingPunct="1">
              <a:spcBef>
                <a:spcPct val="0"/>
              </a:spcBef>
            </a:pPr>
            <a:endParaRPr lang="en-US" altLang="en-US"/>
          </a:p>
        </p:txBody>
      </p:sp>
      <p:sp>
        <p:nvSpPr>
          <p:cNvPr id="125956" name="Slide Number Placeholder 3">
            <a:extLst>
              <a:ext uri="{FF2B5EF4-FFF2-40B4-BE49-F238E27FC236}">
                <a16:creationId xmlns:a16="http://schemas.microsoft.com/office/drawing/2014/main" xmlns="" id="{029ACB93-296B-40D2-AE4D-259C94ABE9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91BC093-73FE-4E50-A369-ED04C46D28B7}" type="slidenum">
              <a:rPr lang="en-US" altLang="en-US"/>
              <a:pPr>
                <a:spcBef>
                  <a:spcPct val="0"/>
                </a:spcBef>
              </a:pPr>
              <a:t>55</a:t>
            </a:fld>
            <a:endParaRPr lang="en-US" altLang="en-US"/>
          </a:p>
        </p:txBody>
      </p:sp>
    </p:spTree>
    <p:extLst>
      <p:ext uri="{BB962C8B-B14F-4D97-AF65-F5344CB8AC3E}">
        <p14:creationId xmlns:p14="http://schemas.microsoft.com/office/powerpoint/2010/main" val="12787927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a:extLst>
              <a:ext uri="{FF2B5EF4-FFF2-40B4-BE49-F238E27FC236}">
                <a16:creationId xmlns:a16="http://schemas.microsoft.com/office/drawing/2014/main" xmlns="" id="{C54B3819-B5C5-411E-BE21-42822603C3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a:extLst>
              <a:ext uri="{FF2B5EF4-FFF2-40B4-BE49-F238E27FC236}">
                <a16:creationId xmlns:a16="http://schemas.microsoft.com/office/drawing/2014/main" xmlns="" id="{978AC17B-167E-43D5-A5B6-1F11E6705D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Do I need to spend more time learning about Him in His Word or in nature?</a:t>
            </a:r>
          </a:p>
          <a:p>
            <a:pPr eaLnBrk="1" hangingPunct="1">
              <a:spcBef>
                <a:spcPct val="0"/>
              </a:spcBef>
            </a:pPr>
            <a:r>
              <a:rPr lang="en-US" altLang="en-US">
                <a:solidFill>
                  <a:srgbClr val="FFFFFF"/>
                </a:solidFill>
              </a:rPr>
              <a:t> </a:t>
            </a:r>
          </a:p>
        </p:txBody>
      </p:sp>
      <p:sp>
        <p:nvSpPr>
          <p:cNvPr id="128004" name="Slide Number Placeholder 3">
            <a:extLst>
              <a:ext uri="{FF2B5EF4-FFF2-40B4-BE49-F238E27FC236}">
                <a16:creationId xmlns:a16="http://schemas.microsoft.com/office/drawing/2014/main" xmlns="" id="{A64222B6-03AE-4633-9882-17017E3A95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BF9DC9F0-AF86-4880-B4DA-54038C4474D7}" type="slidenum">
              <a:rPr lang="en-US" altLang="en-US"/>
              <a:pPr>
                <a:spcBef>
                  <a:spcPct val="0"/>
                </a:spcBef>
              </a:pPr>
              <a:t>56</a:t>
            </a:fld>
            <a:endParaRPr lang="en-US" altLang="en-US"/>
          </a:p>
        </p:txBody>
      </p:sp>
    </p:spTree>
    <p:extLst>
      <p:ext uri="{BB962C8B-B14F-4D97-AF65-F5344CB8AC3E}">
        <p14:creationId xmlns:p14="http://schemas.microsoft.com/office/powerpoint/2010/main" val="1387007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xmlns="" id="{0FA61FC6-DD76-401C-8A51-C6D681BDFC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a:extLst>
              <a:ext uri="{FF2B5EF4-FFF2-40B4-BE49-F238E27FC236}">
                <a16:creationId xmlns:a16="http://schemas.microsoft.com/office/drawing/2014/main" xmlns="" id="{45D91302-90DE-4260-8B98-EFE0FD6B60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solidFill>
                  <a:srgbClr val="FFFFFF"/>
                </a:solidFill>
              </a:rPr>
              <a:t> Do I have to cultivate my conversation with Him in prayer?</a:t>
            </a:r>
          </a:p>
          <a:p>
            <a:pPr eaLnBrk="1" hangingPunct="1">
              <a:spcBef>
                <a:spcPct val="0"/>
              </a:spcBef>
            </a:pPr>
            <a:r>
              <a:rPr lang="en-US" altLang="en-US">
                <a:solidFill>
                  <a:srgbClr val="FFFFFF"/>
                </a:solidFill>
              </a:rPr>
              <a:t> </a:t>
            </a:r>
          </a:p>
          <a:p>
            <a:pPr eaLnBrk="1" hangingPunct="1">
              <a:spcBef>
                <a:spcPct val="0"/>
              </a:spcBef>
            </a:pPr>
            <a:endParaRPr lang="en-US" altLang="en-US"/>
          </a:p>
        </p:txBody>
      </p:sp>
      <p:sp>
        <p:nvSpPr>
          <p:cNvPr id="130052" name="Slide Number Placeholder 3">
            <a:extLst>
              <a:ext uri="{FF2B5EF4-FFF2-40B4-BE49-F238E27FC236}">
                <a16:creationId xmlns:a16="http://schemas.microsoft.com/office/drawing/2014/main" xmlns="" id="{9F5440C6-1A00-4DAF-8DE1-85E42E3161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8CA69603-1B6D-41E5-A8E4-6B88351B4F91}" type="slidenum">
              <a:rPr lang="en-US" altLang="en-US"/>
              <a:pPr>
                <a:spcBef>
                  <a:spcPct val="0"/>
                </a:spcBef>
              </a:pPr>
              <a:t>57</a:t>
            </a:fld>
            <a:endParaRPr lang="en-US" altLang="en-US"/>
          </a:p>
        </p:txBody>
      </p:sp>
    </p:spTree>
    <p:extLst>
      <p:ext uri="{BB962C8B-B14F-4D97-AF65-F5344CB8AC3E}">
        <p14:creationId xmlns:p14="http://schemas.microsoft.com/office/powerpoint/2010/main" val="1049546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8378418-D900-4953-84FB-D46D91BD987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xmlns="" id="{55D634A1-3A8B-4971-824E-91ECF799ED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xmlns="" id="{0AC62F41-1AC5-4EE5-999C-12E1F9A1F37E}"/>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5" name="Espace réservé du pied de page 4">
            <a:extLst>
              <a:ext uri="{FF2B5EF4-FFF2-40B4-BE49-F238E27FC236}">
                <a16:creationId xmlns:a16="http://schemas.microsoft.com/office/drawing/2014/main" xmlns="" id="{97FCA230-CFFD-42A4-81C4-0EEE5B1597B1}"/>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81D728BE-BB76-46B4-8C0E-495FB47A61F5}"/>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2475117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C0ADF9A5-C52A-476C-907A-2810A04AD1D0}"/>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104EE3A2-22F0-4F18-BC41-8576606CEBA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16496FA4-3B0A-4107-8F60-7EE0F630271F}"/>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5" name="Espace réservé du pied de page 4">
            <a:extLst>
              <a:ext uri="{FF2B5EF4-FFF2-40B4-BE49-F238E27FC236}">
                <a16:creationId xmlns:a16="http://schemas.microsoft.com/office/drawing/2014/main" xmlns="" id="{764ECBF2-4E23-4B9D-95C9-834DEEA56595}"/>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1FCA0004-D224-4CAC-8FCF-6AAEFE88698C}"/>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2005494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B3F80F52-7472-4B3C-8FF7-65F8CFE1335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F02D56EA-3B6D-49F7-BE7C-928646CC1D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BF7F6E43-8D40-46E9-B67C-037D3F718131}"/>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5" name="Espace réservé du pied de page 4">
            <a:extLst>
              <a:ext uri="{FF2B5EF4-FFF2-40B4-BE49-F238E27FC236}">
                <a16:creationId xmlns:a16="http://schemas.microsoft.com/office/drawing/2014/main" xmlns="" id="{F4B2F120-B429-46C6-845E-FF29F6282E96}"/>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F337D2B1-703A-42F2-A642-508698BD9E5A}"/>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357732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79A719F4-639C-487E-AB4A-A9CDDF917647}"/>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3537C062-FCFA-4295-9B1B-58B346880FB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xmlns="" id="{CBA03362-A28E-4BE5-9394-67CD03E1AC1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xmlns="" id="{423950E3-8BC7-4B25-9E1B-1DF694D24232}"/>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6" name="Espace réservé du pied de page 5">
            <a:extLst>
              <a:ext uri="{FF2B5EF4-FFF2-40B4-BE49-F238E27FC236}">
                <a16:creationId xmlns:a16="http://schemas.microsoft.com/office/drawing/2014/main" xmlns="" id="{8DB65857-7275-4CDB-893D-1ED89CE85E26}"/>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2EA0AC4D-0B1E-4775-9937-637A9ABE45D4}"/>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233742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B060BB2-9CE7-46AA-8F48-954696EB650B}"/>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AB31AFC9-B20A-4977-801A-44C8673D51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C103A841-F8D5-4549-A03C-426606C029D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xmlns="" id="{09DB68BB-C010-49DE-9018-EFCF41447A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227B6EE9-8396-4E1D-9EB6-2B0BF2DDD97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xmlns="" id="{801F69BA-DEDB-4907-AE51-C375FDF65311}"/>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8" name="Espace réservé du pied de page 7">
            <a:extLst>
              <a:ext uri="{FF2B5EF4-FFF2-40B4-BE49-F238E27FC236}">
                <a16:creationId xmlns:a16="http://schemas.microsoft.com/office/drawing/2014/main" xmlns="" id="{1404EA4C-3368-486B-B9B0-9F1B9DBE0689}"/>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xmlns="" id="{4894BF5D-241B-4927-BD8D-0443D5CDD476}"/>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2079390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35E96C5-BC97-4C2E-9BDE-2591CC505B72}"/>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xmlns="" id="{68FDE570-8D2C-4978-882D-A6DA1E6CEB31}"/>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4" name="Espace réservé du pied de page 3">
            <a:extLst>
              <a:ext uri="{FF2B5EF4-FFF2-40B4-BE49-F238E27FC236}">
                <a16:creationId xmlns:a16="http://schemas.microsoft.com/office/drawing/2014/main" xmlns="" id="{3158DCB3-7ACE-4074-ABA4-5781E34655FD}"/>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xmlns="" id="{2FF640A1-B9C7-42FB-8458-6150CDC17CC0}"/>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4152060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86EEDDDA-2539-4F12-8AC5-49F32F7BAEAD}"/>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3" name="Espace réservé du pied de page 2">
            <a:extLst>
              <a:ext uri="{FF2B5EF4-FFF2-40B4-BE49-F238E27FC236}">
                <a16:creationId xmlns:a16="http://schemas.microsoft.com/office/drawing/2014/main" xmlns="" id="{CB6B763E-6D15-43F9-B696-5E397ABFB9EE}"/>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xmlns="" id="{B30B8924-D863-4A8E-9685-3A1375A457EA}"/>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2750849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A229C00-6B2A-4DB7-964D-E863133EBF9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D9DCDD73-9F79-40A9-B845-58C499FCC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xmlns="" id="{B948C63F-F198-4EAD-8965-D2B000911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BF41A6C0-6F19-44C3-9ED1-10B9F067E17E}"/>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6" name="Espace réservé du pied de page 5">
            <a:extLst>
              <a:ext uri="{FF2B5EF4-FFF2-40B4-BE49-F238E27FC236}">
                <a16:creationId xmlns:a16="http://schemas.microsoft.com/office/drawing/2014/main" xmlns="" id="{8B1DF3C8-F281-4902-9C38-A436C3BADDC3}"/>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D6D0AE61-47DF-4700-A762-A2E3B351068F}"/>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1209157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1A426D82-4372-455D-BEEE-7BEE39BF86D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xmlns="" id="{5B0E729E-B5FD-4DFF-86A7-499A93BC37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xmlns="" id="{3017D401-643D-49D7-B6F6-907713289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590D1D1E-0C55-47B9-9429-F2395BDBC691}"/>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6" name="Espace réservé du pied de page 5">
            <a:extLst>
              <a:ext uri="{FF2B5EF4-FFF2-40B4-BE49-F238E27FC236}">
                <a16:creationId xmlns:a16="http://schemas.microsoft.com/office/drawing/2014/main" xmlns="" id="{72F662A7-0749-468A-97AE-090F7FB8B960}"/>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EA4DC4B0-0BC0-4243-A3DF-C95B2108588C}"/>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484093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75A736FE-62EF-41EB-8BC1-AEE7ABBA3952}"/>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0CBCAF69-DF71-43BC-B021-9A02F4A53A0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0BB0836D-2B73-4A89-81CD-8717AF7446A3}"/>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5" name="Espace réservé du pied de page 4">
            <a:extLst>
              <a:ext uri="{FF2B5EF4-FFF2-40B4-BE49-F238E27FC236}">
                <a16:creationId xmlns:a16="http://schemas.microsoft.com/office/drawing/2014/main" xmlns="" id="{2AB48458-6A10-4059-9117-020AC31AD80B}"/>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23E5DFCA-AA69-40F5-97C9-15603F73A240}"/>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1229299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B4315BA5-2799-4B61-A571-A51D03009A2D}"/>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0B78D09A-B095-4350-83B7-6460D4D97BC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4919EEB0-9772-4A62-AA7B-865C887ECC72}"/>
              </a:ext>
            </a:extLst>
          </p:cNvPr>
          <p:cNvSpPr>
            <a:spLocks noGrp="1"/>
          </p:cNvSpPr>
          <p:nvPr>
            <p:ph type="dt" sz="half" idx="10"/>
          </p:nvPr>
        </p:nvSpPr>
        <p:spPr/>
        <p:txBody>
          <a:bodyPr/>
          <a:lstStyle/>
          <a:p>
            <a:fld id="{137D073E-F373-4C81-AC65-C52DA6C08AAE}" type="datetimeFigureOut">
              <a:rPr lang="fr-BE" smtClean="0"/>
              <a:t>22/10/25</a:t>
            </a:fld>
            <a:endParaRPr lang="fr-BE"/>
          </a:p>
        </p:txBody>
      </p:sp>
      <p:sp>
        <p:nvSpPr>
          <p:cNvPr id="5" name="Espace réservé du pied de page 4">
            <a:extLst>
              <a:ext uri="{FF2B5EF4-FFF2-40B4-BE49-F238E27FC236}">
                <a16:creationId xmlns:a16="http://schemas.microsoft.com/office/drawing/2014/main" xmlns="" id="{DC00EE91-AE54-436F-BFA9-8BA909946649}"/>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2C5DD68D-27C2-43B7-A20E-F72A0E312227}"/>
              </a:ext>
            </a:extLst>
          </p:cNvPr>
          <p:cNvSpPr>
            <a:spLocks noGrp="1"/>
          </p:cNvSpPr>
          <p:nvPr>
            <p:ph type="sldNum" sz="quarter" idx="12"/>
          </p:nvPr>
        </p:nvSpPr>
        <p:spPr/>
        <p:txBody>
          <a:bodyPr/>
          <a:lstStyle/>
          <a:p>
            <a:fld id="{53488355-F382-4348-AAD7-62B53E137E84}" type="slidenum">
              <a:rPr lang="fr-BE" smtClean="0"/>
              <a:t>‹#›</a:t>
            </a:fld>
            <a:endParaRPr lang="fr-BE"/>
          </a:p>
        </p:txBody>
      </p:sp>
    </p:spTree>
    <p:extLst>
      <p:ext uri="{BB962C8B-B14F-4D97-AF65-F5344CB8AC3E}">
        <p14:creationId xmlns:p14="http://schemas.microsoft.com/office/powerpoint/2010/main" val="413605568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796AB2E0-E17E-49F2-A26A-2F1235D31C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1E315CC8-909D-4B6F-A9FF-4DF0C3FFBE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8D6F4A4E-C0A4-4181-A76D-53AD31F15A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D073E-F373-4C81-AC65-C52DA6C08AAE}" type="datetimeFigureOut">
              <a:rPr lang="fr-BE" smtClean="0"/>
              <a:t>22/10/25</a:t>
            </a:fld>
            <a:endParaRPr lang="fr-BE"/>
          </a:p>
        </p:txBody>
      </p:sp>
      <p:sp>
        <p:nvSpPr>
          <p:cNvPr id="5" name="Espace réservé du pied de page 4">
            <a:extLst>
              <a:ext uri="{FF2B5EF4-FFF2-40B4-BE49-F238E27FC236}">
                <a16:creationId xmlns:a16="http://schemas.microsoft.com/office/drawing/2014/main" xmlns="" id="{1040929E-50D4-4659-A460-E2FC7F5258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xmlns="" id="{DE69CA09-FA4B-4FA0-AD3D-223ED45F5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488355-F382-4348-AAD7-62B53E137E84}" type="slidenum">
              <a:rPr lang="fr-BE" smtClean="0"/>
              <a:t>‹#›</a:t>
            </a:fld>
            <a:endParaRPr lang="fr-BE"/>
          </a:p>
        </p:txBody>
      </p:sp>
    </p:spTree>
    <p:extLst>
      <p:ext uri="{BB962C8B-B14F-4D97-AF65-F5344CB8AC3E}">
        <p14:creationId xmlns:p14="http://schemas.microsoft.com/office/powerpoint/2010/main" val="322871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jpe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8.jpe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image" Target="../media/image21.jpe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7.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9.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0.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0.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0.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2.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3.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3.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4.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4.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4.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5.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5.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6.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re 1">
            <a:extLst>
              <a:ext uri="{FF2B5EF4-FFF2-40B4-BE49-F238E27FC236}">
                <a16:creationId xmlns:a16="http://schemas.microsoft.com/office/drawing/2014/main" xmlns="" id="{6C617A77-8C8D-48F5-9F13-98174B4F4581}"/>
              </a:ext>
            </a:extLst>
          </p:cNvPr>
          <p:cNvSpPr>
            <a:spLocks noGrp="1" noChangeArrowheads="1"/>
          </p:cNvSpPr>
          <p:nvPr>
            <p:ph type="ctrTitle"/>
          </p:nvPr>
        </p:nvSpPr>
        <p:spPr>
          <a:xfrm>
            <a:off x="3446463" y="1811338"/>
            <a:ext cx="5308600" cy="1516062"/>
          </a:xfrm>
        </p:spPr>
        <p:txBody>
          <a:bodyPr>
            <a:normAutofit fontScale="90000"/>
          </a:bodyPr>
          <a:lstStyle/>
          <a:p>
            <a:pPr eaLnBrk="1" hangingPunct="1"/>
            <a:r>
              <a:rPr lang="fr-FR" altLang="fr-FR">
                <a:ln>
                  <a:noFill/>
                </a:ln>
              </a:rPr>
              <a:t>HEALTH PRINCIPLES</a:t>
            </a:r>
            <a:endParaRPr lang="fr-BE" altLang="fr-FR">
              <a:ln>
                <a:noFill/>
              </a:ln>
            </a:endParaRPr>
          </a:p>
        </p:txBody>
      </p:sp>
      <p:sp>
        <p:nvSpPr>
          <p:cNvPr id="17412" name="Sous-titre 2">
            <a:extLst>
              <a:ext uri="{FF2B5EF4-FFF2-40B4-BE49-F238E27FC236}">
                <a16:creationId xmlns:a16="http://schemas.microsoft.com/office/drawing/2014/main" xmlns="" id="{253F250B-6904-4571-A727-20141E3DE8F8}"/>
              </a:ext>
            </a:extLst>
          </p:cNvPr>
          <p:cNvSpPr>
            <a:spLocks noGrp="1" noChangeArrowheads="1"/>
          </p:cNvSpPr>
          <p:nvPr>
            <p:ph type="subTitle" idx="1"/>
          </p:nvPr>
        </p:nvSpPr>
        <p:spPr>
          <a:xfrm>
            <a:off x="3446463" y="3598863"/>
            <a:ext cx="5308600" cy="1376362"/>
          </a:xfrm>
        </p:spPr>
        <p:txBody>
          <a:bodyPr/>
          <a:lstStyle/>
          <a:p>
            <a:pPr eaLnBrk="1" hangingPunct="1"/>
            <a:endParaRPr lang="fr-FR" altLang="fr-FR" dirty="0"/>
          </a:p>
          <a:p>
            <a:pPr eaLnBrk="1" hangingPunct="1"/>
            <a:endParaRPr lang="fr-FR" altLang="fr-FR" dirty="0"/>
          </a:p>
          <a:p>
            <a:pPr eaLnBrk="1" hangingPunct="1"/>
            <a:endParaRPr lang="fr-BE" alt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re 5">
            <a:extLst>
              <a:ext uri="{FF2B5EF4-FFF2-40B4-BE49-F238E27FC236}">
                <a16:creationId xmlns:a16="http://schemas.microsoft.com/office/drawing/2014/main" xmlns="" id="{B09F8AF8-291E-4ED0-929B-C75DBED0600A}"/>
              </a:ext>
            </a:extLst>
          </p:cNvPr>
          <p:cNvSpPr>
            <a:spLocks noGrp="1" noChangeArrowheads="1"/>
          </p:cNvSpPr>
          <p:nvPr>
            <p:ph type="title"/>
          </p:nvPr>
        </p:nvSpPr>
        <p:spPr>
          <a:xfrm>
            <a:off x="2819401" y="2971800"/>
            <a:ext cx="6799263" cy="1303338"/>
          </a:xfrm>
        </p:spPr>
        <p:txBody>
          <a:bodyPr/>
          <a:lstStyle/>
          <a:p>
            <a:pPr eaLnBrk="1" hangingPunct="1"/>
            <a:r>
              <a:rPr lang="fr-FR" altLang="fr-FR" sz="6000" b="1"/>
              <a:t>CELEBRATIONS</a:t>
            </a:r>
            <a:endParaRPr lang="fr-BE" altLang="fr-FR" sz="6000" b="1"/>
          </a:p>
        </p:txBody>
      </p:sp>
      <p:sp>
        <p:nvSpPr>
          <p:cNvPr id="19459" name="Rectangle 1">
            <a:extLst>
              <a:ext uri="{FF2B5EF4-FFF2-40B4-BE49-F238E27FC236}">
                <a16:creationId xmlns:a16="http://schemas.microsoft.com/office/drawing/2014/main" xmlns="" id="{50BCEB50-961E-47AE-818E-3B9E318437D2}"/>
              </a:ext>
            </a:extLst>
          </p:cNvPr>
          <p:cNvSpPr>
            <a:spLocks noChangeArrowheads="1"/>
          </p:cNvSpPr>
          <p:nvPr/>
        </p:nvSpPr>
        <p:spPr bwMode="auto">
          <a:xfrm>
            <a:off x="3124201" y="4648200"/>
            <a:ext cx="64944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endParaRPr lang="en-US" altLang="en-US" sz="1800">
              <a:solidFill>
                <a:srgbClr val="FFFFFF"/>
              </a:solidFill>
              <a:latin typeface="Calibri" panose="020F050202020403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buFontTx/>
              <a:buNone/>
            </a:pPr>
            <a:r>
              <a:rPr lang="en-US" altLang="en-US" sz="1800">
                <a:solidFill>
                  <a:schemeClr val="tx1"/>
                </a:solidFill>
                <a:latin typeface="Calibri" panose="020F0502020204030204" pitchFamily="34" charset="0"/>
                <a:ea typeface="MS PGothic" panose="020B0600070205080204" pitchFamily="34" charset="-128"/>
                <a:cs typeface="Arial" panose="020B0604020202020204" pitchFamily="34" charset="0"/>
              </a:rPr>
              <a:t>From the initial Mmterial of the Health Ministries Department.</a:t>
            </a:r>
            <a:br>
              <a:rPr lang="en-US" altLang="en-US" sz="1800">
                <a:solidFill>
                  <a:schemeClr val="tx1"/>
                </a:solidFill>
                <a:latin typeface="Calibri" panose="020F0502020204030204" pitchFamily="34" charset="0"/>
                <a:ea typeface="MS PGothic" panose="020B0600070205080204" pitchFamily="34" charset="-128"/>
                <a:cs typeface="Arial" panose="020B0604020202020204" pitchFamily="34" charset="0"/>
              </a:rPr>
            </a:br>
            <a:r>
              <a:rPr lang="en-US" altLang="en-US" sz="1800">
                <a:solidFill>
                  <a:schemeClr val="tx1"/>
                </a:solidFill>
                <a:latin typeface="Calibri" panose="020F0502020204030204" pitchFamily="34" charset="0"/>
                <a:ea typeface="MS PGothic" panose="020B0600070205080204" pitchFamily="34" charset="-128"/>
                <a:cs typeface="Arial" panose="020B0604020202020204" pitchFamily="34" charset="0"/>
              </a:rPr>
              <a:t>General Conference of Seventh-day Adventists</a:t>
            </a:r>
            <a:br>
              <a:rPr lang="en-US" altLang="en-US" sz="1800">
                <a:solidFill>
                  <a:schemeClr val="tx1"/>
                </a:solidFill>
                <a:latin typeface="Calibri" panose="020F0502020204030204" pitchFamily="34" charset="0"/>
                <a:ea typeface="MS PGothic" panose="020B0600070205080204" pitchFamily="34" charset="-128"/>
                <a:cs typeface="Arial" panose="020B0604020202020204" pitchFamily="34" charset="0"/>
              </a:rPr>
            </a:br>
            <a:endParaRPr lang="en-US" altLang="en-US" sz="1800">
              <a:solidFill>
                <a:schemeClr val="tx1"/>
              </a:solidFill>
              <a:latin typeface="Calibri" panose="020F0502020204030204" pitchFamily="34" charset="0"/>
              <a:ea typeface="MS PGothic" panose="020B0600070205080204" pitchFamily="34" charset="-128"/>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a:extLst>
              <a:ext uri="{FF2B5EF4-FFF2-40B4-BE49-F238E27FC236}">
                <a16:creationId xmlns:a16="http://schemas.microsoft.com/office/drawing/2014/main" xmlns="" id="{C3DE41DA-CFE0-46D4-9BBA-97521DAAB0DC}"/>
              </a:ext>
            </a:extLst>
          </p:cNvPr>
          <p:cNvSpPr>
            <a:spLocks noGrp="1" noChangeArrowheads="1"/>
          </p:cNvSpPr>
          <p:nvPr>
            <p:ph type="title"/>
          </p:nvPr>
        </p:nvSpPr>
        <p:spPr/>
        <p:txBody>
          <a:bodyPr/>
          <a:lstStyle/>
          <a:p>
            <a:pPr eaLnBrk="1" hangingPunct="1"/>
            <a:r>
              <a:rPr lang="fr-FR" altLang="fr-FR">
                <a:ln>
                  <a:noFill/>
                </a:ln>
              </a:rPr>
              <a:t>CHAPTER ONE</a:t>
            </a:r>
            <a:endParaRPr lang="fr-BE" altLang="fr-FR">
              <a:ln>
                <a:noFill/>
              </a:ln>
            </a:endParaRPr>
          </a:p>
        </p:txBody>
      </p:sp>
      <p:sp>
        <p:nvSpPr>
          <p:cNvPr id="21507" name="Espace réservé du contenu 6">
            <a:extLst>
              <a:ext uri="{FF2B5EF4-FFF2-40B4-BE49-F238E27FC236}">
                <a16:creationId xmlns:a16="http://schemas.microsoft.com/office/drawing/2014/main" xmlns="" id="{A362D1D6-025F-43E5-B3CA-B3DF8B2E952E}"/>
              </a:ext>
            </a:extLst>
          </p:cNvPr>
          <p:cNvSpPr>
            <a:spLocks noGrp="1" noChangeArrowheads="1"/>
          </p:cNvSpPr>
          <p:nvPr>
            <p:ph idx="1"/>
          </p:nvPr>
        </p:nvSpPr>
        <p:spPr/>
        <p:txBody>
          <a:bodyPr/>
          <a:lstStyle/>
          <a:p>
            <a:pPr marL="0" indent="0">
              <a:buNone/>
            </a:pPr>
            <a:endParaRPr lang="fr-FR" altLang="fr-FR" sz="5400" dirty="0"/>
          </a:p>
          <a:p>
            <a:pPr marL="0" indent="0" algn="ctr">
              <a:buNone/>
            </a:pPr>
            <a:r>
              <a:rPr lang="fr-FR" altLang="fr-FR" sz="5400" b="1" dirty="0">
                <a:latin typeface="Kristen ITC" panose="03050502040202030202" pitchFamily="66" charset="0"/>
                <a:cs typeface="Aparajita" panose="02020603050405020304" pitchFamily="18" charset="0"/>
              </a:rPr>
              <a:t>CHOICES</a:t>
            </a:r>
            <a:endParaRPr lang="fr-BE" altLang="fr-FR" sz="5400" b="1" dirty="0">
              <a:latin typeface="Kristen ITC" panose="03050502040202030202" pitchFamily="66" charset="0"/>
              <a:cs typeface="Aparajita"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re 1">
            <a:extLst>
              <a:ext uri="{FF2B5EF4-FFF2-40B4-BE49-F238E27FC236}">
                <a16:creationId xmlns:a16="http://schemas.microsoft.com/office/drawing/2014/main" xmlns="" id="{3C9C341F-3DA6-402F-A95D-206F5E18F8B7}"/>
              </a:ext>
            </a:extLst>
          </p:cNvPr>
          <p:cNvSpPr>
            <a:spLocks noGrp="1" noChangeArrowheads="1"/>
          </p:cNvSpPr>
          <p:nvPr>
            <p:ph type="title"/>
          </p:nvPr>
        </p:nvSpPr>
        <p:spPr>
          <a:xfrm>
            <a:off x="2700338" y="915989"/>
            <a:ext cx="6799262" cy="1303337"/>
          </a:xfrm>
        </p:spPr>
        <p:txBody>
          <a:bodyPr/>
          <a:lstStyle/>
          <a:p>
            <a:pPr eaLnBrk="1" hangingPunct="1"/>
            <a:r>
              <a:rPr lang="fr-FR" altLang="fr-FR">
                <a:ln>
                  <a:noFill/>
                </a:ln>
              </a:rPr>
              <a:t>CELEBRATIONS</a:t>
            </a:r>
            <a:endParaRPr lang="fr-BE" altLang="fr-FR">
              <a:ln>
                <a:noFill/>
              </a:ln>
            </a:endParaRPr>
          </a:p>
        </p:txBody>
      </p:sp>
      <p:sp>
        <p:nvSpPr>
          <p:cNvPr id="20483" name="Espace réservé du contenu 4">
            <a:extLst>
              <a:ext uri="{FF2B5EF4-FFF2-40B4-BE49-F238E27FC236}">
                <a16:creationId xmlns:a16="http://schemas.microsoft.com/office/drawing/2014/main" xmlns="" id="{73CD5D1B-5457-48DC-9637-50017DE65572}"/>
              </a:ext>
            </a:extLst>
          </p:cNvPr>
          <p:cNvSpPr>
            <a:spLocks noGrp="1" noChangeArrowheads="1"/>
          </p:cNvSpPr>
          <p:nvPr>
            <p:ph sz="half" idx="1"/>
          </p:nvPr>
        </p:nvSpPr>
        <p:spPr>
          <a:xfrm>
            <a:off x="2700338" y="2487613"/>
            <a:ext cx="3338512" cy="3446462"/>
          </a:xfrm>
        </p:spPr>
        <p:txBody>
          <a:bodyPr/>
          <a:lstStyle/>
          <a:p>
            <a:pPr eaLnBrk="1" hangingPunct="1"/>
            <a:r>
              <a:rPr lang="fr-FR" altLang="fr-FR" b="1">
                <a:solidFill>
                  <a:srgbClr val="0070C0"/>
                </a:solidFill>
              </a:rPr>
              <a:t>C</a:t>
            </a:r>
            <a:r>
              <a:rPr lang="fr-FR" altLang="fr-FR"/>
              <a:t>: CHOICES</a:t>
            </a:r>
          </a:p>
          <a:p>
            <a:pPr eaLnBrk="1" hangingPunct="1"/>
            <a:r>
              <a:rPr lang="fr-FR" altLang="fr-FR" b="1">
                <a:solidFill>
                  <a:srgbClr val="0070C0"/>
                </a:solidFill>
              </a:rPr>
              <a:t>E</a:t>
            </a:r>
            <a:r>
              <a:rPr lang="fr-FR" altLang="fr-FR"/>
              <a:t>: EXERCISES</a:t>
            </a:r>
          </a:p>
          <a:p>
            <a:pPr eaLnBrk="1" hangingPunct="1"/>
            <a:r>
              <a:rPr lang="fr-FR" altLang="fr-FR" b="1">
                <a:solidFill>
                  <a:srgbClr val="0070C0"/>
                </a:solidFill>
              </a:rPr>
              <a:t>L</a:t>
            </a:r>
            <a:r>
              <a:rPr lang="fr-FR" altLang="fr-FR"/>
              <a:t>: LIQUIDS</a:t>
            </a:r>
          </a:p>
          <a:p>
            <a:pPr eaLnBrk="1" hangingPunct="1"/>
            <a:r>
              <a:rPr lang="fr-FR" altLang="fr-FR" b="1">
                <a:solidFill>
                  <a:srgbClr val="0070C0"/>
                </a:solidFill>
              </a:rPr>
              <a:t>E</a:t>
            </a:r>
            <a:r>
              <a:rPr lang="fr-FR" altLang="fr-FR"/>
              <a:t>: ENVIRONMENT</a:t>
            </a:r>
          </a:p>
          <a:p>
            <a:pPr eaLnBrk="1" hangingPunct="1"/>
            <a:r>
              <a:rPr lang="fr-FR" altLang="fr-FR" b="1">
                <a:solidFill>
                  <a:srgbClr val="0070C0"/>
                </a:solidFill>
              </a:rPr>
              <a:t>B</a:t>
            </a:r>
            <a:r>
              <a:rPr lang="fr-FR" altLang="fr-FR"/>
              <a:t>: BELIEF</a:t>
            </a:r>
          </a:p>
          <a:p>
            <a:pPr eaLnBrk="1" hangingPunct="1"/>
            <a:r>
              <a:rPr lang="fr-FR" altLang="fr-FR" b="1">
                <a:solidFill>
                  <a:srgbClr val="0070C0"/>
                </a:solidFill>
              </a:rPr>
              <a:t>R</a:t>
            </a:r>
            <a:r>
              <a:rPr lang="fr-FR" altLang="fr-FR"/>
              <a:t>: REST</a:t>
            </a:r>
            <a:endParaRPr lang="fr-BE" altLang="fr-FR"/>
          </a:p>
        </p:txBody>
      </p:sp>
      <p:sp>
        <p:nvSpPr>
          <p:cNvPr id="20484" name="Espace réservé du contenu 5">
            <a:extLst>
              <a:ext uri="{FF2B5EF4-FFF2-40B4-BE49-F238E27FC236}">
                <a16:creationId xmlns:a16="http://schemas.microsoft.com/office/drawing/2014/main" xmlns="" id="{042C3171-475D-4015-8C5D-8E0804EFAF02}"/>
              </a:ext>
            </a:extLst>
          </p:cNvPr>
          <p:cNvSpPr>
            <a:spLocks noGrp="1" noChangeArrowheads="1"/>
          </p:cNvSpPr>
          <p:nvPr>
            <p:ph sz="half" idx="2"/>
          </p:nvPr>
        </p:nvSpPr>
        <p:spPr>
          <a:xfrm>
            <a:off x="6169026" y="2487613"/>
            <a:ext cx="3584575" cy="3446462"/>
          </a:xfrm>
        </p:spPr>
        <p:txBody>
          <a:bodyPr/>
          <a:lstStyle/>
          <a:p>
            <a:pPr eaLnBrk="1" hangingPunct="1"/>
            <a:r>
              <a:rPr lang="fr-FR" altLang="fr-FR">
                <a:solidFill>
                  <a:srgbClr val="0070C0"/>
                </a:solidFill>
              </a:rPr>
              <a:t>A</a:t>
            </a:r>
            <a:r>
              <a:rPr lang="fr-FR" altLang="fr-FR"/>
              <a:t>: AIR</a:t>
            </a:r>
          </a:p>
          <a:p>
            <a:pPr eaLnBrk="1" hangingPunct="1"/>
            <a:r>
              <a:rPr lang="fr-FR" altLang="fr-FR" b="1">
                <a:solidFill>
                  <a:srgbClr val="0070C0"/>
                </a:solidFill>
              </a:rPr>
              <a:t>T</a:t>
            </a:r>
            <a:r>
              <a:rPr lang="fr-FR" altLang="fr-FR"/>
              <a:t>: TEMPERANCE</a:t>
            </a:r>
          </a:p>
          <a:p>
            <a:pPr eaLnBrk="1" hangingPunct="1"/>
            <a:r>
              <a:rPr lang="fr-FR" altLang="fr-FR" b="1">
                <a:solidFill>
                  <a:srgbClr val="0070C0"/>
                </a:solidFill>
              </a:rPr>
              <a:t>I</a:t>
            </a:r>
            <a:r>
              <a:rPr lang="fr-FR" altLang="fr-FR"/>
              <a:t>: INTEGRITY</a:t>
            </a:r>
          </a:p>
          <a:p>
            <a:pPr eaLnBrk="1" hangingPunct="1"/>
            <a:r>
              <a:rPr lang="fr-FR" altLang="fr-FR" b="1">
                <a:solidFill>
                  <a:srgbClr val="0070C0"/>
                </a:solidFill>
              </a:rPr>
              <a:t>O</a:t>
            </a:r>
            <a:r>
              <a:rPr lang="fr-FR" altLang="fr-FR"/>
              <a:t>: OPTIMISM</a:t>
            </a:r>
          </a:p>
          <a:p>
            <a:pPr eaLnBrk="1" hangingPunct="1"/>
            <a:r>
              <a:rPr lang="fr-FR" altLang="fr-FR" b="1">
                <a:solidFill>
                  <a:srgbClr val="0070C0"/>
                </a:solidFill>
              </a:rPr>
              <a:t>N</a:t>
            </a:r>
            <a:r>
              <a:rPr lang="fr-FR" altLang="fr-FR"/>
              <a:t>: NUTRITION</a:t>
            </a:r>
          </a:p>
          <a:p>
            <a:pPr eaLnBrk="1" hangingPunct="1"/>
            <a:r>
              <a:rPr lang="fr-FR" altLang="fr-FR" b="1">
                <a:solidFill>
                  <a:srgbClr val="0070C0"/>
                </a:solidFill>
              </a:rPr>
              <a:t>S</a:t>
            </a:r>
            <a:r>
              <a:rPr lang="fr-FR" altLang="fr-FR"/>
              <a:t>: SOCIAL SUPPORT</a:t>
            </a:r>
            <a:endParaRPr lang="fr-BE" alt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xmlns="" id="{A72CAB5E-E284-4385-A39A-A5A49FCD53B2}"/>
              </a:ext>
            </a:extLst>
          </p:cNvPr>
          <p:cNvSpPr>
            <a:spLocks noGrp="1"/>
          </p:cNvSpPr>
          <p:nvPr>
            <p:ph type="title"/>
          </p:nvPr>
        </p:nvSpPr>
        <p:spPr>
          <a:xfrm>
            <a:off x="2700338" y="915989"/>
            <a:ext cx="6799262" cy="1303337"/>
          </a:xfrm>
        </p:spPr>
        <p:txBody>
          <a:bodyPr rtlCol="0">
            <a:normAutofit/>
          </a:bodyPr>
          <a:lstStyle/>
          <a:p>
            <a:pPr>
              <a:defRPr/>
            </a:pPr>
            <a:r>
              <a:rPr lang="en-US" altLang="en-US" dirty="0">
                <a:solidFill>
                  <a:schemeClr val="tx1">
                    <a:lumMod val="85000"/>
                    <a:lumOff val="15000"/>
                  </a:schemeClr>
                </a:solidFill>
                <a:latin typeface="Calibri" panose="020F0502020204030204" pitchFamily="34" charset="0"/>
              </a:rPr>
              <a:t>Roald Amundsen</a:t>
            </a:r>
            <a:br>
              <a:rPr lang="en-US" altLang="en-US" dirty="0">
                <a:solidFill>
                  <a:schemeClr val="tx1">
                    <a:lumMod val="85000"/>
                    <a:lumOff val="15000"/>
                  </a:schemeClr>
                </a:solidFill>
                <a:latin typeface="Calibri" panose="020F0502020204030204" pitchFamily="34" charset="0"/>
              </a:rPr>
            </a:br>
            <a:endParaRPr lang="fr-BE" dirty="0">
              <a:solidFill>
                <a:schemeClr val="tx1">
                  <a:lumMod val="85000"/>
                  <a:lumOff val="15000"/>
                </a:schemeClr>
              </a:solidFill>
            </a:endParaRPr>
          </a:p>
        </p:txBody>
      </p:sp>
      <p:sp>
        <p:nvSpPr>
          <p:cNvPr id="22531" name="Espace réservé du contenu 20">
            <a:extLst>
              <a:ext uri="{FF2B5EF4-FFF2-40B4-BE49-F238E27FC236}">
                <a16:creationId xmlns:a16="http://schemas.microsoft.com/office/drawing/2014/main" xmlns="" id="{F17DBD00-C982-4A01-B5AA-2FA26F30C002}"/>
              </a:ext>
            </a:extLst>
          </p:cNvPr>
          <p:cNvSpPr>
            <a:spLocks noGrp="1" noChangeArrowheads="1"/>
          </p:cNvSpPr>
          <p:nvPr>
            <p:ph sz="half" idx="1"/>
          </p:nvPr>
        </p:nvSpPr>
        <p:spPr>
          <a:xfrm>
            <a:off x="2286000" y="2487613"/>
            <a:ext cx="5486400" cy="3446462"/>
          </a:xfrm>
        </p:spPr>
        <p:txBody>
          <a:bodyPr>
            <a:normAutofit lnSpcReduction="10000"/>
          </a:bodyPr>
          <a:lstStyle/>
          <a:p>
            <a:pPr eaLnBrk="1" hangingPunct="1"/>
            <a:r>
              <a:rPr lang="en-US" altLang="en-US">
                <a:latin typeface="Calibri" panose="020F0502020204030204" pitchFamily="34" charset="0"/>
              </a:rPr>
              <a:t>Once made, the decision presented them with countless choices: selecting the clothing to wear, the food to eat, and, most important, the mode of transport. Roald Amundsen, the Norwegian explorer, gleaned from Inuit methodology the best type of equipment and clothing to use.</a:t>
            </a:r>
          </a:p>
          <a:p>
            <a:pPr eaLnBrk="1" hangingPunct="1"/>
            <a:endParaRPr lang="fr-BE" altLang="fr-FR"/>
          </a:p>
        </p:txBody>
      </p:sp>
      <p:pic>
        <p:nvPicPr>
          <p:cNvPr id="22532" name="Espace réservé du contenu 22">
            <a:extLst>
              <a:ext uri="{FF2B5EF4-FFF2-40B4-BE49-F238E27FC236}">
                <a16:creationId xmlns:a16="http://schemas.microsoft.com/office/drawing/2014/main" xmlns="" id="{A5DC183D-AE3D-455D-B68F-D4E47691D0B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772401" y="2473326"/>
            <a:ext cx="2500313" cy="3446463"/>
          </a:xfrm>
        </p:spPr>
      </p:pic>
      <p:sp>
        <p:nvSpPr>
          <p:cNvPr id="22533" name="Slide Number Placeholder 4">
            <a:extLst>
              <a:ext uri="{FF2B5EF4-FFF2-40B4-BE49-F238E27FC236}">
                <a16:creationId xmlns:a16="http://schemas.microsoft.com/office/drawing/2014/main" xmlns="" id="{76B118A1-38D0-4BD0-87E9-1AF4E5B2DB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CFB4ECE5-FA9E-460F-A429-7364730AC1D6}"/>
              </a:ext>
            </a:extLst>
          </p:cNvPr>
          <p:cNvSpPr>
            <a:spLocks noGrp="1"/>
          </p:cNvSpPr>
          <p:nvPr>
            <p:ph sz="half" idx="1"/>
          </p:nvPr>
        </p:nvSpPr>
        <p:spPr>
          <a:xfrm>
            <a:off x="2700338" y="2487613"/>
            <a:ext cx="3338512" cy="3446462"/>
          </a:xfrm>
        </p:spPr>
        <p:txBody>
          <a:bodyPr rtlCol="0">
            <a:normAutofit fontScale="70000" lnSpcReduction="20000"/>
          </a:bodyPr>
          <a:lstStyle/>
          <a:p>
            <a:pPr eaLnBrk="1" fontAlgn="auto" hangingPunct="1">
              <a:buFont typeface="Arial"/>
              <a:buChar char="•"/>
              <a:defRPr/>
            </a:pPr>
            <a:endParaRPr lang="fr-BE">
              <a:solidFill>
                <a:schemeClr val="tx1">
                  <a:lumMod val="85000"/>
                  <a:lumOff val="15000"/>
                </a:schemeClr>
              </a:solidFill>
            </a:endParaRPr>
          </a:p>
        </p:txBody>
      </p:sp>
      <p:sp>
        <p:nvSpPr>
          <p:cNvPr id="4" name="Espace réservé du contenu 3">
            <a:extLst>
              <a:ext uri="{FF2B5EF4-FFF2-40B4-BE49-F238E27FC236}">
                <a16:creationId xmlns:a16="http://schemas.microsoft.com/office/drawing/2014/main" xmlns="" id="{266C611D-1034-4451-A842-CDC15A0CE000}"/>
              </a:ext>
            </a:extLst>
          </p:cNvPr>
          <p:cNvSpPr>
            <a:spLocks noGrp="1"/>
          </p:cNvSpPr>
          <p:nvPr>
            <p:ph sz="half" idx="2"/>
          </p:nvPr>
        </p:nvSpPr>
        <p:spPr>
          <a:xfrm>
            <a:off x="6169026" y="2487613"/>
            <a:ext cx="3336925" cy="3446462"/>
          </a:xfrm>
        </p:spPr>
        <p:txBody>
          <a:bodyPr rtlCol="0">
            <a:normAutofit fontScale="70000" lnSpcReduction="20000"/>
          </a:bodyPr>
          <a:lstStyle/>
          <a:p>
            <a:pPr eaLnBrk="1" fontAlgn="auto" hangingPunct="1">
              <a:buFont typeface="Arial"/>
              <a:buChar char="•"/>
              <a:defRPr/>
            </a:pPr>
            <a:r>
              <a:rPr lang="en-US" altLang="en-US" dirty="0">
                <a:solidFill>
                  <a:srgbClr val="000000"/>
                </a:solidFill>
              </a:rPr>
              <a:t>He chose </a:t>
            </a:r>
            <a:r>
              <a:rPr lang="en-US" altLang="en-US" b="1" dirty="0">
                <a:solidFill>
                  <a:srgbClr val="000000"/>
                </a:solidFill>
              </a:rPr>
              <a:t>dogs</a:t>
            </a:r>
            <a:r>
              <a:rPr lang="en-US" altLang="en-US" dirty="0">
                <a:solidFill>
                  <a:srgbClr val="000000"/>
                </a:solidFill>
              </a:rPr>
              <a:t> to pull the sleds. He placed his supplies and foodstuffs strategically along the early part of the proposed </a:t>
            </a:r>
            <a:r>
              <a:rPr lang="en-US" altLang="en-US" b="1" dirty="0">
                <a:solidFill>
                  <a:srgbClr val="000000"/>
                </a:solidFill>
              </a:rPr>
              <a:t>route</a:t>
            </a:r>
            <a:r>
              <a:rPr lang="en-US" altLang="en-US" dirty="0">
                <a:solidFill>
                  <a:srgbClr val="000000"/>
                </a:solidFill>
              </a:rPr>
              <a:t> to travel before the main expedition set off, thereby lessening the loads his dogs would have to pull. He </a:t>
            </a:r>
            <a:r>
              <a:rPr lang="en-US" altLang="en-US" b="1" dirty="0">
                <a:solidFill>
                  <a:srgbClr val="000000"/>
                </a:solidFill>
              </a:rPr>
              <a:t>carefully considered every detail</a:t>
            </a:r>
            <a:r>
              <a:rPr lang="en-US" altLang="en-US" dirty="0">
                <a:solidFill>
                  <a:srgbClr val="000000"/>
                </a:solidFill>
              </a:rPr>
              <a:t>, and from his </a:t>
            </a:r>
            <a:r>
              <a:rPr lang="en-US" altLang="en-US" b="1" dirty="0">
                <a:solidFill>
                  <a:srgbClr val="000000"/>
                </a:solidFill>
              </a:rPr>
              <a:t>informed</a:t>
            </a:r>
            <a:r>
              <a:rPr lang="en-US" altLang="en-US" dirty="0">
                <a:solidFill>
                  <a:srgbClr val="000000"/>
                </a:solidFill>
              </a:rPr>
              <a:t> base he made decisions as to how to proceed.</a:t>
            </a:r>
          </a:p>
          <a:p>
            <a:pPr eaLnBrk="1" fontAlgn="auto" hangingPunct="1">
              <a:buFont typeface="Arial"/>
              <a:buChar char="•"/>
              <a:defRPr/>
            </a:pPr>
            <a:endParaRPr lang="fr-BE" dirty="0">
              <a:solidFill>
                <a:schemeClr val="tx1">
                  <a:lumMod val="85000"/>
                  <a:lumOff val="15000"/>
                </a:schemeClr>
              </a:solidFill>
            </a:endParaRPr>
          </a:p>
        </p:txBody>
      </p:sp>
      <p:sp>
        <p:nvSpPr>
          <p:cNvPr id="24580" name="Footer Placeholder 3">
            <a:extLst>
              <a:ext uri="{FF2B5EF4-FFF2-40B4-BE49-F238E27FC236}">
                <a16:creationId xmlns:a16="http://schemas.microsoft.com/office/drawing/2014/main" xmlns="" id="{03FC3334-6E7C-49E1-AEB8-266933A9661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pic>
        <p:nvPicPr>
          <p:cNvPr id="2050" name="Picture 2" descr="C:\Users\thomasn\Downloads\95067818.jpg">
            <a:extLst>
              <a:ext uri="{FF2B5EF4-FFF2-40B4-BE49-F238E27FC236}">
                <a16:creationId xmlns:a16="http://schemas.microsoft.com/office/drawing/2014/main" xmlns="" id="{D2C570BB-545F-4700-B91E-735CD5B28AD0}"/>
              </a:ext>
            </a:extLst>
          </p:cNvPr>
          <p:cNvPicPr>
            <a:picLocks noChangeAspect="1" noChangeArrowheads="1"/>
          </p:cNvPicPr>
          <p:nvPr/>
        </p:nvPicPr>
        <p:blipFill>
          <a:blip r:embed="rId3"/>
          <a:srcRect/>
          <a:stretch>
            <a:fillRect/>
          </a:stretch>
        </p:blipFill>
        <p:spPr bwMode="auto">
          <a:xfrm>
            <a:off x="2122488" y="3379788"/>
            <a:ext cx="3981450" cy="2743200"/>
          </a:xfrm>
          <a:prstGeom prst="rect">
            <a:avLst/>
          </a:prstGeom>
          <a:noFill/>
          <a:ln>
            <a:noFill/>
          </a:ln>
          <a:effectLst>
            <a:outerShdw blurRad="292100" dist="139700" dir="2700000" algn="tl" rotWithShape="0">
              <a:srgbClr val="333333">
                <a:alpha val="64999"/>
              </a:srgbClr>
            </a:outerShdw>
          </a:effectLst>
        </p:spPr>
      </p:pic>
      <p:sp>
        <p:nvSpPr>
          <p:cNvPr id="24582" name="TextBox 5">
            <a:extLst>
              <a:ext uri="{FF2B5EF4-FFF2-40B4-BE49-F238E27FC236}">
                <a16:creationId xmlns:a16="http://schemas.microsoft.com/office/drawing/2014/main" xmlns="" id="{598D0482-D00A-4714-B651-50B7FC9916AC}"/>
              </a:ext>
            </a:extLst>
          </p:cNvPr>
          <p:cNvSpPr txBox="1">
            <a:spLocks noChangeArrowheads="1"/>
          </p:cNvSpPr>
          <p:nvPr/>
        </p:nvSpPr>
        <p:spPr bwMode="auto">
          <a:xfrm>
            <a:off x="1816100" y="922338"/>
            <a:ext cx="86756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en-US" sz="3600">
                <a:solidFill>
                  <a:schemeClr val="tx1"/>
                </a:solidFill>
                <a:latin typeface="Calibri" panose="020F0502020204030204" pitchFamily="34" charset="0"/>
                <a:ea typeface="MS PGothic" panose="020B0600070205080204" pitchFamily="34" charset="-128"/>
                <a:cs typeface="Arial" panose="020B0604020202020204" pitchFamily="34" charset="0"/>
              </a:rPr>
              <a:t>He carefully considered every detail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xmlns="" id="{89A1B531-B23D-4521-89ED-DBF6B5CB807A}"/>
              </a:ext>
            </a:extLst>
          </p:cNvPr>
          <p:cNvSpPr>
            <a:spLocks noGrp="1" noChangeArrowheads="1"/>
          </p:cNvSpPr>
          <p:nvPr>
            <p:ph type="title"/>
          </p:nvPr>
        </p:nvSpPr>
        <p:spPr>
          <a:xfrm>
            <a:off x="1981200" y="457200"/>
            <a:ext cx="8229600" cy="1143000"/>
          </a:xfrm>
        </p:spPr>
        <p:txBody>
          <a:bodyPr/>
          <a:lstStyle/>
          <a:p>
            <a:pPr eaLnBrk="1" hangingPunct="1"/>
            <a:r>
              <a:rPr lang="en-US" altLang="en-US" sz="3400"/>
              <a:t>Robert Falcon Scott chose to use ponies</a:t>
            </a:r>
            <a:br>
              <a:rPr lang="en-US" altLang="en-US" sz="3400"/>
            </a:br>
            <a:r>
              <a:rPr lang="en-US" altLang="en-US" sz="3400"/>
              <a:t> and modern motorized sleds</a:t>
            </a:r>
          </a:p>
        </p:txBody>
      </p:sp>
      <p:sp>
        <p:nvSpPr>
          <p:cNvPr id="26627" name="Footer Placeholder 3">
            <a:extLst>
              <a:ext uri="{FF2B5EF4-FFF2-40B4-BE49-F238E27FC236}">
                <a16:creationId xmlns:a16="http://schemas.microsoft.com/office/drawing/2014/main" xmlns="" id="{72825239-D0C9-4B2F-BF8B-98176C47AAC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6628" name="Slide Number Placeholder 4">
            <a:extLst>
              <a:ext uri="{FF2B5EF4-FFF2-40B4-BE49-F238E27FC236}">
                <a16:creationId xmlns:a16="http://schemas.microsoft.com/office/drawing/2014/main" xmlns="" id="{CF834DAD-B2A0-4075-8AB1-5FB59F37132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a:t>
            </a:r>
          </a:p>
        </p:txBody>
      </p:sp>
      <p:pic>
        <p:nvPicPr>
          <p:cNvPr id="1026" name="Picture 2" descr="C:\Users\thomasn\Downloads\98001868.jpg">
            <a:extLst>
              <a:ext uri="{FF2B5EF4-FFF2-40B4-BE49-F238E27FC236}">
                <a16:creationId xmlns:a16="http://schemas.microsoft.com/office/drawing/2014/main" xmlns="" id="{4448A3F8-847B-4867-9022-532B6404F304}"/>
              </a:ext>
            </a:extLst>
          </p:cNvPr>
          <p:cNvPicPr>
            <a:picLocks noChangeAspect="1" noChangeArrowheads="1"/>
          </p:cNvPicPr>
          <p:nvPr/>
        </p:nvPicPr>
        <p:blipFill>
          <a:blip r:embed="rId3"/>
          <a:srcRect/>
          <a:stretch>
            <a:fillRect/>
          </a:stretch>
        </p:blipFill>
        <p:spPr bwMode="auto">
          <a:xfrm>
            <a:off x="1905001" y="1676401"/>
            <a:ext cx="8429625" cy="4562475"/>
          </a:xfrm>
          <a:prstGeom prst="rect">
            <a:avLst/>
          </a:prstGeom>
          <a:noFill/>
          <a:ln>
            <a:noFill/>
          </a:ln>
          <a:effectLst>
            <a:outerShdw blurRad="292100" dist="139700" dir="2700000" algn="tl" rotWithShape="0">
              <a:srgbClr val="333333">
                <a:alpha val="6499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xmlns="" id="{4322861E-276E-4DBA-9341-1AE78DCCFF73}"/>
              </a:ext>
            </a:extLst>
          </p:cNvPr>
          <p:cNvSpPr>
            <a:spLocks noGrp="1"/>
          </p:cNvSpPr>
          <p:nvPr>
            <p:ph type="title"/>
          </p:nvPr>
        </p:nvSpPr>
        <p:spPr>
          <a:xfrm>
            <a:off x="2008188" y="152400"/>
            <a:ext cx="8229600" cy="1143000"/>
          </a:xfrm>
        </p:spPr>
        <p:txBody>
          <a:bodyPr rtlCol="0">
            <a:normAutofit fontScale="90000"/>
          </a:bodyPr>
          <a:lstStyle/>
          <a:p>
            <a:pPr>
              <a:defRPr/>
            </a:pPr>
            <a:r>
              <a:rPr lang="en-US" altLang="en-US">
                <a:solidFill>
                  <a:schemeClr val="tx1">
                    <a:lumMod val="85000"/>
                    <a:lumOff val="15000"/>
                  </a:schemeClr>
                </a:solidFill>
              </a:rPr>
              <a:t>Amundsen and Scott represented choices</a:t>
            </a:r>
          </a:p>
        </p:txBody>
      </p:sp>
      <p:pic>
        <p:nvPicPr>
          <p:cNvPr id="2050" name="Picture 2">
            <a:extLst>
              <a:ext uri="{FF2B5EF4-FFF2-40B4-BE49-F238E27FC236}">
                <a16:creationId xmlns:a16="http://schemas.microsoft.com/office/drawing/2014/main" xmlns="" id="{C3F4BEED-A8F3-4FD5-84F3-9E1DF644F30C}"/>
              </a:ext>
            </a:extLst>
          </p:cNvPr>
          <p:cNvPicPr>
            <a:picLocks noGrp="1" noChangeAspect="1" noChangeArrowheads="1"/>
          </p:cNvPicPr>
          <p:nvPr>
            <p:ph idx="1"/>
          </p:nvPr>
        </p:nvPicPr>
        <p:blipFill>
          <a:blip r:embed="rId3"/>
          <a:srcRect/>
          <a:stretch>
            <a:fillRect/>
          </a:stretch>
        </p:blipFill>
        <p:spPr>
          <a:xfrm>
            <a:off x="2286000" y="1487488"/>
            <a:ext cx="3276600" cy="4456112"/>
          </a:xfrm>
          <a:effectLst>
            <a:outerShdw blurRad="292100" dist="139700" dir="2700000" algn="tl" rotWithShape="0">
              <a:srgbClr val="333333">
                <a:alpha val="64999"/>
              </a:srgbClr>
            </a:outerShdw>
          </a:effectLst>
        </p:spPr>
      </p:pic>
      <p:sp>
        <p:nvSpPr>
          <p:cNvPr id="28676" name="Footer Placeholder 3">
            <a:extLst>
              <a:ext uri="{FF2B5EF4-FFF2-40B4-BE49-F238E27FC236}">
                <a16:creationId xmlns:a16="http://schemas.microsoft.com/office/drawing/2014/main" xmlns="" id="{6F734333-5810-4FF8-A037-ADE599C8570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8677" name="Slide Number Placeholder 4">
            <a:extLst>
              <a:ext uri="{FF2B5EF4-FFF2-40B4-BE49-F238E27FC236}">
                <a16:creationId xmlns:a16="http://schemas.microsoft.com/office/drawing/2014/main" xmlns="" id="{AA8F2189-CCB3-41FB-8ACD-470F585B90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5</a:t>
            </a:r>
          </a:p>
        </p:txBody>
      </p:sp>
      <p:pic>
        <p:nvPicPr>
          <p:cNvPr id="2051" name="Picture 3" descr="C:\Users\thomasn\Downloads\92833005.jpg">
            <a:extLst>
              <a:ext uri="{FF2B5EF4-FFF2-40B4-BE49-F238E27FC236}">
                <a16:creationId xmlns:a16="http://schemas.microsoft.com/office/drawing/2014/main" xmlns="" id="{7256E2EF-9B90-4EE4-AADF-BB224F6E5098}"/>
              </a:ext>
            </a:extLst>
          </p:cNvPr>
          <p:cNvPicPr>
            <a:picLocks noChangeAspect="1" noChangeArrowheads="1"/>
          </p:cNvPicPr>
          <p:nvPr/>
        </p:nvPicPr>
        <p:blipFill>
          <a:blip r:embed="rId4"/>
          <a:srcRect/>
          <a:stretch>
            <a:fillRect/>
          </a:stretch>
        </p:blipFill>
        <p:spPr bwMode="auto">
          <a:xfrm>
            <a:off x="6391276" y="1447800"/>
            <a:ext cx="3832225" cy="4508500"/>
          </a:xfrm>
          <a:prstGeom prst="rect">
            <a:avLst/>
          </a:prstGeom>
          <a:noFill/>
          <a:ln>
            <a:noFill/>
          </a:ln>
          <a:effectLst>
            <a:outerShdw blurRad="292100" dist="139700" dir="2700000" algn="tl" rotWithShape="0">
              <a:srgbClr val="333333">
                <a:alpha val="6499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xmlns="" id="{294F080B-57DC-41F8-9398-D0C3A8ED1000}"/>
              </a:ext>
            </a:extLst>
          </p:cNvPr>
          <p:cNvSpPr>
            <a:spLocks noGrp="1" noChangeArrowheads="1"/>
          </p:cNvSpPr>
          <p:nvPr>
            <p:ph type="title"/>
          </p:nvPr>
        </p:nvSpPr>
        <p:spPr>
          <a:xfrm>
            <a:off x="1981200" y="152400"/>
            <a:ext cx="8229600" cy="1143000"/>
          </a:xfrm>
        </p:spPr>
        <p:txBody>
          <a:bodyPr/>
          <a:lstStyle/>
          <a:p>
            <a:pPr eaLnBrk="1" hangingPunct="1"/>
            <a:r>
              <a:rPr lang="en-US" altLang="en-US">
                <a:ln>
                  <a:noFill/>
                </a:ln>
              </a:rPr>
              <a:t>Choices –the cradle of destiny</a:t>
            </a:r>
          </a:p>
        </p:txBody>
      </p:sp>
      <p:sp>
        <p:nvSpPr>
          <p:cNvPr id="30723" name="Content Placeholder 2">
            <a:extLst>
              <a:ext uri="{FF2B5EF4-FFF2-40B4-BE49-F238E27FC236}">
                <a16:creationId xmlns:a16="http://schemas.microsoft.com/office/drawing/2014/main" xmlns="" id="{99328B4D-739A-40C5-A105-95F75BE201CB}"/>
              </a:ext>
            </a:extLst>
          </p:cNvPr>
          <p:cNvSpPr>
            <a:spLocks noGrp="1" noChangeArrowheads="1"/>
          </p:cNvSpPr>
          <p:nvPr>
            <p:ph idx="1"/>
          </p:nvPr>
        </p:nvSpPr>
        <p:spPr/>
        <p:txBody>
          <a:bodyPr/>
          <a:lstStyle/>
          <a:p>
            <a:pPr eaLnBrk="1" hangingPunct="1"/>
            <a:endParaRPr lang="en-US" altLang="en-US"/>
          </a:p>
        </p:txBody>
      </p:sp>
      <p:sp>
        <p:nvSpPr>
          <p:cNvPr id="30724" name="Footer Placeholder 3">
            <a:extLst>
              <a:ext uri="{FF2B5EF4-FFF2-40B4-BE49-F238E27FC236}">
                <a16:creationId xmlns:a16="http://schemas.microsoft.com/office/drawing/2014/main" xmlns="" id="{AF5C770C-59B8-4B8C-ADA3-C5766EE444B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0725" name="Slide Number Placeholder 4">
            <a:extLst>
              <a:ext uri="{FF2B5EF4-FFF2-40B4-BE49-F238E27FC236}">
                <a16:creationId xmlns:a16="http://schemas.microsoft.com/office/drawing/2014/main" xmlns="" id="{4FE584F1-5937-4696-9079-8B94B073CF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6</a:t>
            </a:r>
          </a:p>
        </p:txBody>
      </p:sp>
      <p:pic>
        <p:nvPicPr>
          <p:cNvPr id="30726" name="Picture 2" descr="C:\Users\thomasn\Pictures\Thinkstock hmpix4\Thinkstock Nancy\gardens, scenery, plants\139681581.jpg">
            <a:extLst>
              <a:ext uri="{FF2B5EF4-FFF2-40B4-BE49-F238E27FC236}">
                <a16:creationId xmlns:a16="http://schemas.microsoft.com/office/drawing/2014/main" xmlns="" id="{76BBD61A-AC26-4072-9322-39782801B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295401"/>
            <a:ext cx="8686800"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78E1B069-5EFA-4573-AD47-AA87A941F3F5}"/>
              </a:ext>
            </a:extLst>
          </p:cNvPr>
          <p:cNvSpPr>
            <a:spLocks noGrp="1"/>
          </p:cNvSpPr>
          <p:nvPr>
            <p:ph type="title"/>
          </p:nvPr>
        </p:nvSpPr>
        <p:spPr>
          <a:xfrm>
            <a:off x="1981200" y="152400"/>
            <a:ext cx="8229600" cy="1143000"/>
          </a:xfrm>
        </p:spPr>
        <p:txBody>
          <a:bodyPr rtlCol="0">
            <a:normAutofit fontScale="90000"/>
          </a:bodyPr>
          <a:lstStyle/>
          <a:p>
            <a:pPr>
              <a:defRPr/>
            </a:pPr>
            <a:r>
              <a:rPr lang="en-US" altLang="en-US">
                <a:solidFill>
                  <a:schemeClr val="tx1">
                    <a:lumMod val="85000"/>
                    <a:lumOff val="15000"/>
                  </a:schemeClr>
                </a:solidFill>
              </a:rPr>
              <a:t>Our lives are patterned in a similar way</a:t>
            </a:r>
          </a:p>
        </p:txBody>
      </p:sp>
      <p:pic>
        <p:nvPicPr>
          <p:cNvPr id="32771" name="Picture 2">
            <a:extLst>
              <a:ext uri="{FF2B5EF4-FFF2-40B4-BE49-F238E27FC236}">
                <a16:creationId xmlns:a16="http://schemas.microsoft.com/office/drawing/2014/main" xmlns="" id="{A277E277-D9A0-40B3-9685-7DC47CAE536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71800" y="1219201"/>
            <a:ext cx="6440488" cy="48307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2" name="Footer Placeholder 3">
            <a:extLst>
              <a:ext uri="{FF2B5EF4-FFF2-40B4-BE49-F238E27FC236}">
                <a16:creationId xmlns:a16="http://schemas.microsoft.com/office/drawing/2014/main" xmlns="" id="{0B271361-BAEE-484A-8950-7389E98342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2773" name="Slide Number Placeholder 4">
            <a:extLst>
              <a:ext uri="{FF2B5EF4-FFF2-40B4-BE49-F238E27FC236}">
                <a16:creationId xmlns:a16="http://schemas.microsoft.com/office/drawing/2014/main" xmlns="" id="{38256BAF-7E04-4B97-922B-770AB17FC4F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7</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xmlns="" id="{289484E3-549D-46B2-8AFD-1F3AF9CDD90E}"/>
              </a:ext>
            </a:extLst>
          </p:cNvPr>
          <p:cNvSpPr>
            <a:spLocks noGrp="1" noChangeArrowheads="1"/>
          </p:cNvSpPr>
          <p:nvPr>
            <p:ph type="title"/>
          </p:nvPr>
        </p:nvSpPr>
        <p:spPr>
          <a:xfrm>
            <a:off x="2700338" y="915989"/>
            <a:ext cx="6799262" cy="1303337"/>
          </a:xfrm>
        </p:spPr>
        <p:txBody>
          <a:bodyPr/>
          <a:lstStyle/>
          <a:p>
            <a:pPr eaLnBrk="1" hangingPunct="1"/>
            <a:r>
              <a:rPr lang="en-US" altLang="en-US">
                <a:ln>
                  <a:noFill/>
                </a:ln>
              </a:rPr>
              <a:t>Intentionality is key</a:t>
            </a:r>
          </a:p>
        </p:txBody>
      </p:sp>
      <p:sp>
        <p:nvSpPr>
          <p:cNvPr id="34820" name="Espace réservé du contenu 7">
            <a:extLst>
              <a:ext uri="{FF2B5EF4-FFF2-40B4-BE49-F238E27FC236}">
                <a16:creationId xmlns:a16="http://schemas.microsoft.com/office/drawing/2014/main" xmlns="" id="{386A62A7-E6FE-4C02-BE0D-4A13D844143E}"/>
              </a:ext>
            </a:extLst>
          </p:cNvPr>
          <p:cNvSpPr>
            <a:spLocks noGrp="1" noChangeArrowheads="1"/>
          </p:cNvSpPr>
          <p:nvPr>
            <p:ph sz="half" idx="2"/>
          </p:nvPr>
        </p:nvSpPr>
        <p:spPr>
          <a:xfrm>
            <a:off x="5757864" y="2376488"/>
            <a:ext cx="4452937" cy="4525962"/>
          </a:xfrm>
        </p:spPr>
        <p:txBody>
          <a:bodyPr/>
          <a:lstStyle/>
          <a:p>
            <a:pPr eaLnBrk="1" hangingPunct="1"/>
            <a:r>
              <a:rPr lang="en-US" altLang="fr-FR"/>
              <a:t>Intentionality in decision-making brings direction and order to our lives. Successful people generally set goals and objectives; highly successful individuals make evidence-based decisions that move them deliberately toward those goals.</a:t>
            </a:r>
          </a:p>
          <a:p>
            <a:pPr eaLnBrk="1" hangingPunct="1"/>
            <a:endParaRPr lang="fr-BE" altLang="fr-FR"/>
          </a:p>
        </p:txBody>
      </p:sp>
      <p:sp>
        <p:nvSpPr>
          <p:cNvPr id="34821" name="Footer Placeholder 3">
            <a:extLst>
              <a:ext uri="{FF2B5EF4-FFF2-40B4-BE49-F238E27FC236}">
                <a16:creationId xmlns:a16="http://schemas.microsoft.com/office/drawing/2014/main" xmlns="" id="{9A82C2F3-83FC-4295-9245-419A3C1CE69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4822" name="Slide Number Placeholder 4">
            <a:extLst>
              <a:ext uri="{FF2B5EF4-FFF2-40B4-BE49-F238E27FC236}">
                <a16:creationId xmlns:a16="http://schemas.microsoft.com/office/drawing/2014/main" xmlns="" id="{AAEBAB3E-4C6F-44C1-BD42-D6FC412C41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8</a:t>
            </a:r>
          </a:p>
        </p:txBody>
      </p:sp>
      <p:pic>
        <p:nvPicPr>
          <p:cNvPr id="34823" name="Picture 2" descr="C:\Users\thomasn\Downloads\100561352.jpg">
            <a:extLst>
              <a:ext uri="{FF2B5EF4-FFF2-40B4-BE49-F238E27FC236}">
                <a16:creationId xmlns:a16="http://schemas.microsoft.com/office/drawing/2014/main" xmlns="" id="{A701E5AE-CEBC-4D87-AFA7-7ED28B749C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5" y="2582863"/>
            <a:ext cx="37338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xmlns="" id="{11346181-2570-4BB8-9C0F-06A97D139FC1}"/>
              </a:ext>
            </a:extLst>
          </p:cNvPr>
          <p:cNvSpPr>
            <a:spLocks noGrp="1" noChangeArrowheads="1"/>
          </p:cNvSpPr>
          <p:nvPr>
            <p:ph type="title"/>
          </p:nvPr>
        </p:nvSpPr>
        <p:spPr>
          <a:xfrm>
            <a:off x="1981200" y="152400"/>
            <a:ext cx="8229600" cy="1143000"/>
          </a:xfrm>
        </p:spPr>
        <p:txBody>
          <a:bodyPr/>
          <a:lstStyle/>
          <a:p>
            <a:pPr eaLnBrk="1" hangingPunct="1"/>
            <a:r>
              <a:rPr lang="en-US" altLang="en-US">
                <a:ln>
                  <a:noFill/>
                </a:ln>
              </a:rPr>
              <a:t>Decisions made in youth…</a:t>
            </a:r>
          </a:p>
        </p:txBody>
      </p:sp>
      <p:sp>
        <p:nvSpPr>
          <p:cNvPr id="36867" name="Footer Placeholder 3">
            <a:extLst>
              <a:ext uri="{FF2B5EF4-FFF2-40B4-BE49-F238E27FC236}">
                <a16:creationId xmlns:a16="http://schemas.microsoft.com/office/drawing/2014/main" xmlns="" id="{D0334120-1E5B-4112-B697-6018A2BB818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6868" name="Slide Number Placeholder 4">
            <a:extLst>
              <a:ext uri="{FF2B5EF4-FFF2-40B4-BE49-F238E27FC236}">
                <a16:creationId xmlns:a16="http://schemas.microsoft.com/office/drawing/2014/main" xmlns="" id="{5C9FEAC9-1E72-4927-AB1B-C7ED80FCE7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9</a:t>
            </a:r>
          </a:p>
        </p:txBody>
      </p:sp>
      <p:pic>
        <p:nvPicPr>
          <p:cNvPr id="36869" name="Picture 2" descr="C:\Users\thomasn\Downloads\dv2014004.jpg">
            <a:extLst>
              <a:ext uri="{FF2B5EF4-FFF2-40B4-BE49-F238E27FC236}">
                <a16:creationId xmlns:a16="http://schemas.microsoft.com/office/drawing/2014/main" xmlns="" id="{79D39330-8E26-44BB-AEDB-4775EC32A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143001"/>
            <a:ext cx="76200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xmlns="" id="{20068C73-FAE0-4A03-A5A0-6F0D17217838}"/>
              </a:ext>
            </a:extLst>
          </p:cNvPr>
          <p:cNvSpPr>
            <a:spLocks noGrp="1" noChangeArrowheads="1"/>
          </p:cNvSpPr>
          <p:nvPr>
            <p:ph type="title"/>
          </p:nvPr>
        </p:nvSpPr>
        <p:spPr>
          <a:xfrm>
            <a:off x="1981200" y="246063"/>
            <a:ext cx="8229600" cy="1143000"/>
          </a:xfrm>
        </p:spPr>
        <p:txBody>
          <a:bodyPr/>
          <a:lstStyle/>
          <a:p>
            <a:pPr eaLnBrk="1" hangingPunct="1"/>
            <a:r>
              <a:rPr lang="en-US" altLang="en-US">
                <a:ln>
                  <a:noFill/>
                </a:ln>
              </a:rPr>
              <a:t>Choice and freedom</a:t>
            </a:r>
          </a:p>
        </p:txBody>
      </p:sp>
      <p:sp>
        <p:nvSpPr>
          <p:cNvPr id="23555" name="Espace réservé du contenu 1">
            <a:extLst>
              <a:ext uri="{FF2B5EF4-FFF2-40B4-BE49-F238E27FC236}">
                <a16:creationId xmlns:a16="http://schemas.microsoft.com/office/drawing/2014/main" xmlns="" id="{C0B4B58C-6C34-413E-B3B1-CFB4693BDAED}"/>
              </a:ext>
            </a:extLst>
          </p:cNvPr>
          <p:cNvSpPr>
            <a:spLocks noGrp="1"/>
          </p:cNvSpPr>
          <p:nvPr>
            <p:ph sz="half" idx="1"/>
          </p:nvPr>
        </p:nvSpPr>
        <p:spPr>
          <a:xfrm>
            <a:off x="2700338" y="2487613"/>
            <a:ext cx="3338512" cy="3446462"/>
          </a:xfrm>
        </p:spPr>
        <p:txBody>
          <a:bodyPr rtlCol="0">
            <a:normAutofit fontScale="92500" lnSpcReduction="10000"/>
          </a:bodyPr>
          <a:lstStyle/>
          <a:p>
            <a:pPr eaLnBrk="1" fontAlgn="auto" hangingPunct="1">
              <a:buFont typeface="Arial"/>
              <a:buChar char="•"/>
              <a:defRPr/>
            </a:pPr>
            <a:endParaRPr lang="fr-BE" altLang="fr-FR">
              <a:solidFill>
                <a:schemeClr val="tx1">
                  <a:lumMod val="85000"/>
                  <a:lumOff val="15000"/>
                </a:schemeClr>
              </a:solidFill>
            </a:endParaRPr>
          </a:p>
        </p:txBody>
      </p:sp>
      <p:sp>
        <p:nvSpPr>
          <p:cNvPr id="23556" name="Espace réservé du contenu 2">
            <a:extLst>
              <a:ext uri="{FF2B5EF4-FFF2-40B4-BE49-F238E27FC236}">
                <a16:creationId xmlns:a16="http://schemas.microsoft.com/office/drawing/2014/main" xmlns="" id="{329AC719-0B14-4BB5-962A-D0B22AAEFC7C}"/>
              </a:ext>
            </a:extLst>
          </p:cNvPr>
          <p:cNvSpPr>
            <a:spLocks noGrp="1"/>
          </p:cNvSpPr>
          <p:nvPr>
            <p:ph sz="half" idx="2"/>
          </p:nvPr>
        </p:nvSpPr>
        <p:spPr>
          <a:xfrm>
            <a:off x="6172200" y="1600201"/>
            <a:ext cx="4343400" cy="4525963"/>
          </a:xfrm>
        </p:spPr>
        <p:txBody>
          <a:bodyPr rtlCol="0">
            <a:normAutofit fontScale="92500" lnSpcReduction="10000"/>
          </a:bodyPr>
          <a:lstStyle/>
          <a:p>
            <a:pPr eaLnBrk="1" fontAlgn="auto" hangingPunct="1">
              <a:buFont typeface="Arial"/>
              <a:buChar char="•"/>
              <a:defRPr/>
            </a:pPr>
            <a:r>
              <a:rPr lang="en-US" altLang="fr-FR">
                <a:solidFill>
                  <a:schemeClr val="tx1">
                    <a:lumMod val="85000"/>
                    <a:lumOff val="15000"/>
                  </a:schemeClr>
                </a:solidFill>
              </a:rPr>
              <a:t>Choice and freedom are closely linked. Many correctional services seek to discipline by limiting available choices. In most societies even the greatest of freedoms permits only the  choices that do not negatively impact others, because freedom to choose does not permit the freedom to harm others and escape consequences.</a:t>
            </a:r>
          </a:p>
          <a:p>
            <a:pPr eaLnBrk="1" fontAlgn="auto" hangingPunct="1">
              <a:buFont typeface="Arial"/>
              <a:buChar char="•"/>
              <a:defRPr/>
            </a:pPr>
            <a:endParaRPr lang="en-US" altLang="fr-FR">
              <a:solidFill>
                <a:schemeClr val="tx1">
                  <a:lumMod val="85000"/>
                  <a:lumOff val="15000"/>
                </a:schemeClr>
              </a:solidFill>
            </a:endParaRPr>
          </a:p>
          <a:p>
            <a:pPr eaLnBrk="1" fontAlgn="auto" hangingPunct="1">
              <a:buFont typeface="Arial"/>
              <a:buChar char="•"/>
              <a:defRPr/>
            </a:pPr>
            <a:endParaRPr lang="fr-BE" altLang="fr-FR">
              <a:solidFill>
                <a:schemeClr val="tx1">
                  <a:lumMod val="85000"/>
                  <a:lumOff val="15000"/>
                </a:schemeClr>
              </a:solidFill>
            </a:endParaRPr>
          </a:p>
        </p:txBody>
      </p:sp>
      <p:sp>
        <p:nvSpPr>
          <p:cNvPr id="38917" name="Footer Placeholder 3">
            <a:extLst>
              <a:ext uri="{FF2B5EF4-FFF2-40B4-BE49-F238E27FC236}">
                <a16:creationId xmlns:a16="http://schemas.microsoft.com/office/drawing/2014/main" xmlns="" id="{EBF6FCE7-009B-4C91-9255-14AFBEDFDFE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8918" name="Slide Number Placeholder 4">
            <a:extLst>
              <a:ext uri="{FF2B5EF4-FFF2-40B4-BE49-F238E27FC236}">
                <a16:creationId xmlns:a16="http://schemas.microsoft.com/office/drawing/2014/main" xmlns="" id="{92633366-F643-4F4F-A91B-E624BC4C25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10</a:t>
            </a:r>
          </a:p>
        </p:txBody>
      </p:sp>
      <p:pic>
        <p:nvPicPr>
          <p:cNvPr id="38919" name="Picture 2" descr="G:\For Merle\Chapter 1 - choices\121153861 - picking apple from tree.jpg">
            <a:extLst>
              <a:ext uri="{FF2B5EF4-FFF2-40B4-BE49-F238E27FC236}">
                <a16:creationId xmlns:a16="http://schemas.microsoft.com/office/drawing/2014/main" xmlns="" id="{3E3B4C68-391A-4890-BAA4-EFFDFFA658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590800"/>
            <a:ext cx="4038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xmlns="" id="{128F89D2-939B-4C9E-8A35-320F95D28B85}"/>
              </a:ext>
            </a:extLst>
          </p:cNvPr>
          <p:cNvSpPr>
            <a:spLocks noGrp="1" noChangeArrowheads="1"/>
          </p:cNvSpPr>
          <p:nvPr>
            <p:ph type="title"/>
          </p:nvPr>
        </p:nvSpPr>
        <p:spPr>
          <a:xfrm>
            <a:off x="1981200" y="152400"/>
            <a:ext cx="8229600" cy="1143000"/>
          </a:xfrm>
        </p:spPr>
        <p:txBody>
          <a:bodyPr/>
          <a:lstStyle/>
          <a:p>
            <a:pPr eaLnBrk="1" hangingPunct="1"/>
            <a:r>
              <a:rPr lang="en-US" altLang="en-US">
                <a:ln>
                  <a:noFill/>
                </a:ln>
              </a:rPr>
              <a:t>We have “free will” to choose</a:t>
            </a:r>
          </a:p>
        </p:txBody>
      </p:sp>
      <p:sp>
        <p:nvSpPr>
          <p:cNvPr id="40963" name="Content Placeholder 2">
            <a:extLst>
              <a:ext uri="{FF2B5EF4-FFF2-40B4-BE49-F238E27FC236}">
                <a16:creationId xmlns:a16="http://schemas.microsoft.com/office/drawing/2014/main" xmlns="" id="{D170FB38-5ACD-4FE3-B79B-0ADA23F513C2}"/>
              </a:ext>
            </a:extLst>
          </p:cNvPr>
          <p:cNvSpPr>
            <a:spLocks noGrp="1" noChangeArrowheads="1"/>
          </p:cNvSpPr>
          <p:nvPr>
            <p:ph idx="1"/>
          </p:nvPr>
        </p:nvSpPr>
        <p:spPr/>
        <p:txBody>
          <a:bodyPr/>
          <a:lstStyle/>
          <a:p>
            <a:pPr eaLnBrk="1" hangingPunct="1"/>
            <a:endParaRPr lang="en-US" altLang="en-US"/>
          </a:p>
        </p:txBody>
      </p:sp>
      <p:sp>
        <p:nvSpPr>
          <p:cNvPr id="40964" name="Footer Placeholder 3">
            <a:extLst>
              <a:ext uri="{FF2B5EF4-FFF2-40B4-BE49-F238E27FC236}">
                <a16:creationId xmlns:a16="http://schemas.microsoft.com/office/drawing/2014/main" xmlns="" id="{898C8642-2B5B-4574-8CB2-AEA618AB277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0965" name="Slide Number Placeholder 4">
            <a:extLst>
              <a:ext uri="{FF2B5EF4-FFF2-40B4-BE49-F238E27FC236}">
                <a16:creationId xmlns:a16="http://schemas.microsoft.com/office/drawing/2014/main" xmlns="" id="{5248F6E7-F3D7-4E97-AC57-4A1CE2F528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11</a:t>
            </a:r>
          </a:p>
        </p:txBody>
      </p:sp>
      <p:pic>
        <p:nvPicPr>
          <p:cNvPr id="40966" name="Picture 2" descr="C:\Users\thomasn\Downloads\91948513.jpg">
            <a:extLst>
              <a:ext uri="{FF2B5EF4-FFF2-40B4-BE49-F238E27FC236}">
                <a16:creationId xmlns:a16="http://schemas.microsoft.com/office/drawing/2014/main" xmlns="" id="{8A33BF13-4219-4471-AE74-1AE9540DC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6" y="1143001"/>
            <a:ext cx="8645525"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xmlns="" id="{DF0E28C0-A5BA-453A-A2B5-C500329432E8}"/>
              </a:ext>
            </a:extLst>
          </p:cNvPr>
          <p:cNvSpPr>
            <a:spLocks noGrp="1" noChangeArrowheads="1"/>
          </p:cNvSpPr>
          <p:nvPr>
            <p:ph type="title"/>
          </p:nvPr>
        </p:nvSpPr>
        <p:spPr>
          <a:xfrm>
            <a:off x="1981200" y="152400"/>
            <a:ext cx="8229600" cy="1143000"/>
          </a:xfrm>
        </p:spPr>
        <p:txBody>
          <a:bodyPr/>
          <a:lstStyle/>
          <a:p>
            <a:pPr eaLnBrk="1" hangingPunct="1"/>
            <a:r>
              <a:rPr lang="en-US" altLang="en-US">
                <a:ln>
                  <a:noFill/>
                </a:ln>
              </a:rPr>
              <a:t>Basis for informed choices</a:t>
            </a:r>
          </a:p>
        </p:txBody>
      </p:sp>
      <p:sp>
        <p:nvSpPr>
          <p:cNvPr id="43011" name="Footer Placeholder 3">
            <a:extLst>
              <a:ext uri="{FF2B5EF4-FFF2-40B4-BE49-F238E27FC236}">
                <a16:creationId xmlns:a16="http://schemas.microsoft.com/office/drawing/2014/main" xmlns="" id="{8492DF06-3689-4A4A-8803-9589E4A3DF6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3012" name="Slide Number Placeholder 4">
            <a:extLst>
              <a:ext uri="{FF2B5EF4-FFF2-40B4-BE49-F238E27FC236}">
                <a16:creationId xmlns:a16="http://schemas.microsoft.com/office/drawing/2014/main" xmlns="" id="{63DF7114-DADE-4FC8-BEB4-882678E0F8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12</a:t>
            </a:r>
          </a:p>
        </p:txBody>
      </p:sp>
      <p:pic>
        <p:nvPicPr>
          <p:cNvPr id="43013" name="Picture 2" descr="C:\Users\thomasn\Pictures\Thinkstock hmpix4\Thinkstock Nancy\people\144343676.jpg">
            <a:extLst>
              <a:ext uri="{FF2B5EF4-FFF2-40B4-BE49-F238E27FC236}">
                <a16:creationId xmlns:a16="http://schemas.microsoft.com/office/drawing/2014/main" xmlns="" id="{01F88932-3334-4D78-8145-582E4A3ED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0"/>
          <a:stretch>
            <a:fillRect/>
          </a:stretch>
        </p:blipFill>
        <p:spPr bwMode="auto">
          <a:xfrm>
            <a:off x="1905001" y="1219201"/>
            <a:ext cx="8418513" cy="49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xmlns="" id="{95031A83-695A-471A-8921-0BA12FAAAF7C}"/>
              </a:ext>
            </a:extLst>
          </p:cNvPr>
          <p:cNvSpPr>
            <a:spLocks noGrp="1"/>
          </p:cNvSpPr>
          <p:nvPr>
            <p:ph type="title"/>
          </p:nvPr>
        </p:nvSpPr>
        <p:spPr>
          <a:xfrm>
            <a:off x="1828800" y="457200"/>
            <a:ext cx="8610600" cy="1143000"/>
          </a:xfrm>
        </p:spPr>
        <p:txBody>
          <a:bodyPr rtlCol="0">
            <a:normAutofit/>
          </a:bodyPr>
          <a:lstStyle/>
          <a:p>
            <a:pPr>
              <a:defRPr/>
            </a:pPr>
            <a:r>
              <a:rPr lang="en-US" sz="3500">
                <a:solidFill>
                  <a:schemeClr val="tx1">
                    <a:lumMod val="85000"/>
                    <a:lumOff val="15000"/>
                  </a:schemeClr>
                </a:solidFill>
                <a:ea typeface="ＭＳ Ｐゴシック" charset="0"/>
              </a:rPr>
              <a:t>Cultural belief that a woman should not bathe for a month after childbirth?</a:t>
            </a:r>
          </a:p>
        </p:txBody>
      </p:sp>
      <p:sp>
        <p:nvSpPr>
          <p:cNvPr id="45059" name="Footer Placeholder 3">
            <a:extLst>
              <a:ext uri="{FF2B5EF4-FFF2-40B4-BE49-F238E27FC236}">
                <a16:creationId xmlns:a16="http://schemas.microsoft.com/office/drawing/2014/main" xmlns="" id="{7E247D04-F6F8-4B3C-9FE5-9F0F3DA87EE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5060" name="Slide Number Placeholder 4">
            <a:extLst>
              <a:ext uri="{FF2B5EF4-FFF2-40B4-BE49-F238E27FC236}">
                <a16:creationId xmlns:a16="http://schemas.microsoft.com/office/drawing/2014/main" xmlns="" id="{DB8FC2D0-1733-4DC6-BE44-A8102CF7E8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13</a:t>
            </a:r>
          </a:p>
        </p:txBody>
      </p:sp>
      <p:pic>
        <p:nvPicPr>
          <p:cNvPr id="45061" name="Picture 3" descr="C:\Users\thomasn\Downloads\137954128.jpg">
            <a:extLst>
              <a:ext uri="{FF2B5EF4-FFF2-40B4-BE49-F238E27FC236}">
                <a16:creationId xmlns:a16="http://schemas.microsoft.com/office/drawing/2014/main" xmlns="" id="{B3988FD3-E0EA-4567-967E-5AA38499C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635126"/>
            <a:ext cx="8129588"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xmlns="" id="{698B0D67-2B67-4332-8F53-8E66D3C0D445}"/>
              </a:ext>
            </a:extLst>
          </p:cNvPr>
          <p:cNvSpPr>
            <a:spLocks noGrp="1" noChangeArrowheads="1"/>
          </p:cNvSpPr>
          <p:nvPr>
            <p:ph type="title"/>
          </p:nvPr>
        </p:nvSpPr>
        <p:spPr>
          <a:xfrm>
            <a:off x="1981200" y="152400"/>
            <a:ext cx="8229600" cy="1143000"/>
          </a:xfrm>
        </p:spPr>
        <p:txBody>
          <a:bodyPr/>
          <a:lstStyle/>
          <a:p>
            <a:pPr eaLnBrk="1" hangingPunct="1"/>
            <a:r>
              <a:rPr lang="en-US" altLang="en-US">
                <a:ln>
                  <a:noFill/>
                </a:ln>
              </a:rPr>
              <a:t>“Health reformers”</a:t>
            </a:r>
          </a:p>
        </p:txBody>
      </p:sp>
      <p:sp>
        <p:nvSpPr>
          <p:cNvPr id="47107" name="Footer Placeholder 3">
            <a:extLst>
              <a:ext uri="{FF2B5EF4-FFF2-40B4-BE49-F238E27FC236}">
                <a16:creationId xmlns:a16="http://schemas.microsoft.com/office/drawing/2014/main" xmlns="" id="{E5C41C18-2E26-4C0F-910F-2DD80AAE0F6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7108" name="Slide Number Placeholder 4">
            <a:extLst>
              <a:ext uri="{FF2B5EF4-FFF2-40B4-BE49-F238E27FC236}">
                <a16:creationId xmlns:a16="http://schemas.microsoft.com/office/drawing/2014/main" xmlns="" id="{380272EB-906D-42B1-9AFA-E3C312ABB0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14</a:t>
            </a:r>
          </a:p>
        </p:txBody>
      </p:sp>
      <p:pic>
        <p:nvPicPr>
          <p:cNvPr id="47109" name="Picture 2" descr="C:\Users\thomasn\Downloads\78032740.jpg">
            <a:extLst>
              <a:ext uri="{FF2B5EF4-FFF2-40B4-BE49-F238E27FC236}">
                <a16:creationId xmlns:a16="http://schemas.microsoft.com/office/drawing/2014/main" xmlns="" id="{A5EA400A-CE79-421C-A502-B0BB6D69E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850" y="1066800"/>
            <a:ext cx="8235950"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3" descr="G:\For Merle\Chapter 1 - choices\101473497 - clock.jpg">
            <a:extLst>
              <a:ext uri="{FF2B5EF4-FFF2-40B4-BE49-F238E27FC236}">
                <a16:creationId xmlns:a16="http://schemas.microsoft.com/office/drawing/2014/main" xmlns="" id="{A66CEFFD-EC22-43DB-B139-15E2F1B90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739" y="1300164"/>
            <a:ext cx="2097087"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itle 1">
            <a:extLst>
              <a:ext uri="{FF2B5EF4-FFF2-40B4-BE49-F238E27FC236}">
                <a16:creationId xmlns:a16="http://schemas.microsoft.com/office/drawing/2014/main" xmlns="" id="{F5D3A097-0CE9-4325-B714-BB67296528AE}"/>
              </a:ext>
            </a:extLst>
          </p:cNvPr>
          <p:cNvSpPr>
            <a:spLocks noGrp="1"/>
          </p:cNvSpPr>
          <p:nvPr>
            <p:ph type="title"/>
          </p:nvPr>
        </p:nvSpPr>
        <p:spPr>
          <a:xfrm>
            <a:off x="1981200" y="152400"/>
            <a:ext cx="8229600" cy="1143000"/>
          </a:xfrm>
        </p:spPr>
        <p:txBody>
          <a:bodyPr rtlCol="0">
            <a:normAutofit fontScale="90000"/>
          </a:bodyPr>
          <a:lstStyle/>
          <a:p>
            <a:pPr>
              <a:defRPr/>
            </a:pPr>
            <a:r>
              <a:rPr lang="en-US" altLang="en-US">
                <a:solidFill>
                  <a:schemeClr val="tx1">
                    <a:lumMod val="85000"/>
                    <a:lumOff val="15000"/>
                  </a:schemeClr>
                </a:solidFill>
              </a:rPr>
              <a:t>Lifestyle habits that influence longevity</a:t>
            </a:r>
          </a:p>
        </p:txBody>
      </p:sp>
      <p:sp>
        <p:nvSpPr>
          <p:cNvPr id="49156" name="Footer Placeholder 3">
            <a:extLst>
              <a:ext uri="{FF2B5EF4-FFF2-40B4-BE49-F238E27FC236}">
                <a16:creationId xmlns:a16="http://schemas.microsoft.com/office/drawing/2014/main" xmlns="" id="{C42344B5-EA11-481A-84FD-67257FD9D09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9157" name="Slide Number Placeholder 4">
            <a:extLst>
              <a:ext uri="{FF2B5EF4-FFF2-40B4-BE49-F238E27FC236}">
                <a16:creationId xmlns:a16="http://schemas.microsoft.com/office/drawing/2014/main" xmlns="" id="{0808592C-662A-4A98-8C2C-2CD42A570E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15</a:t>
            </a:r>
          </a:p>
        </p:txBody>
      </p:sp>
      <p:pic>
        <p:nvPicPr>
          <p:cNvPr id="49158" name="Picture 2" descr="G:\For Merle\Chapter 1 - choices\78653459 - woman sleeping.jpg">
            <a:extLst>
              <a:ext uri="{FF2B5EF4-FFF2-40B4-BE49-F238E27FC236}">
                <a16:creationId xmlns:a16="http://schemas.microsoft.com/office/drawing/2014/main" xmlns="" id="{69F770EC-3CEE-4202-B309-14CF08D6C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6609"/>
          <a:stretch>
            <a:fillRect/>
          </a:stretch>
        </p:blipFill>
        <p:spPr bwMode="auto">
          <a:xfrm>
            <a:off x="2368551" y="1300163"/>
            <a:ext cx="148907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Picture 4" descr="G:\For Merle\Chapter 1 - choices\86533566 - man eating breakfast.jpg">
            <a:extLst>
              <a:ext uri="{FF2B5EF4-FFF2-40B4-BE49-F238E27FC236}">
                <a16:creationId xmlns:a16="http://schemas.microsoft.com/office/drawing/2014/main" xmlns="" id="{BC60B60C-4960-44FA-8FC7-8B646374FA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0512"/>
          <a:stretch>
            <a:fillRect/>
          </a:stretch>
        </p:blipFill>
        <p:spPr bwMode="auto">
          <a:xfrm>
            <a:off x="6430963" y="1311275"/>
            <a:ext cx="1541462"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Picture 5" descr="G:\For Merle\Chapter 1 - choices\100420774 - scale.jpg">
            <a:extLst>
              <a:ext uri="{FF2B5EF4-FFF2-40B4-BE49-F238E27FC236}">
                <a16:creationId xmlns:a16="http://schemas.microsoft.com/office/drawing/2014/main" xmlns="" id="{9E34D4B6-753B-4BF9-ACB3-9BAA6C8783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304"/>
          <a:stretch>
            <a:fillRect/>
          </a:stretch>
        </p:blipFill>
        <p:spPr bwMode="auto">
          <a:xfrm>
            <a:off x="8277226" y="1300164"/>
            <a:ext cx="140017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xmlns="" id="{B45F03B2-F2A3-4195-A462-0B8B98C3E93F}"/>
              </a:ext>
            </a:extLst>
          </p:cNvPr>
          <p:cNvCxnSpPr/>
          <p:nvPr/>
        </p:nvCxnSpPr>
        <p:spPr>
          <a:xfrm>
            <a:off x="2368550" y="3429001"/>
            <a:ext cx="7308850" cy="22225"/>
          </a:xfrm>
          <a:prstGeom prst="line">
            <a:avLst/>
          </a:prstGeom>
          <a:ln w="76200">
            <a:solidFill>
              <a:srgbClr val="F8F8F8"/>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1D918FC9-A864-4365-A166-5D1C0601E73A}"/>
              </a:ext>
            </a:extLst>
          </p:cNvPr>
          <p:cNvCxnSpPr/>
          <p:nvPr/>
        </p:nvCxnSpPr>
        <p:spPr>
          <a:xfrm flipV="1">
            <a:off x="2368550" y="1295401"/>
            <a:ext cx="7308850" cy="30163"/>
          </a:xfrm>
          <a:prstGeom prst="line">
            <a:avLst/>
          </a:prstGeom>
          <a:ln w="76200">
            <a:solidFill>
              <a:srgbClr val="F8F8F8"/>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xmlns="" id="{E3E2DED7-AA4E-4C66-B00A-ECB52B0AB465}"/>
              </a:ext>
            </a:extLst>
          </p:cNvPr>
          <p:cNvSpPr>
            <a:spLocks noChangeArrowheads="1"/>
          </p:cNvSpPr>
          <p:nvPr/>
        </p:nvSpPr>
        <p:spPr bwMode="auto">
          <a:xfrm>
            <a:off x="2057400" y="4002088"/>
            <a:ext cx="80010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1.  Adequate sleep (7 to 8 hours per night)</a:t>
            </a:r>
          </a:p>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2.  No eating between meals </a:t>
            </a:r>
          </a:p>
          <a:p>
            <a:pPr eaLnBrk="1" hangingPunct="1">
              <a:spcBef>
                <a:spcPct val="0"/>
              </a:spcBef>
              <a:spcAft>
                <a:spcPct val="0"/>
              </a:spcAft>
              <a:buClrTx/>
              <a:buSzTx/>
              <a:buFontTx/>
              <a:buAutoNum type="arabicPeriod" startAt="3"/>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A nutritious daily breakfast</a:t>
            </a:r>
          </a:p>
          <a:p>
            <a:pPr eaLnBrk="1" hangingPunct="1">
              <a:spcBef>
                <a:spcPct val="0"/>
              </a:spcBef>
              <a:spcAft>
                <a:spcPct val="0"/>
              </a:spcAft>
              <a:buClrTx/>
              <a:buSzTx/>
              <a:buFontTx/>
              <a:buAutoNum type="arabicPeriod" startAt="3"/>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Maintenance of recommended body weight</a:t>
            </a:r>
          </a:p>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xmlns="" id="{3923B53D-792B-4044-932C-5A9B63726E18}"/>
              </a:ext>
            </a:extLst>
          </p:cNvPr>
          <p:cNvSpPr>
            <a:spLocks noGrp="1" noChangeArrowheads="1"/>
          </p:cNvSpPr>
          <p:nvPr>
            <p:ph type="title"/>
          </p:nvPr>
        </p:nvSpPr>
        <p:spPr>
          <a:xfrm>
            <a:off x="1981200" y="152400"/>
            <a:ext cx="8229600" cy="1143000"/>
          </a:xfrm>
        </p:spPr>
        <p:txBody>
          <a:bodyPr/>
          <a:lstStyle/>
          <a:p>
            <a:pPr eaLnBrk="1" hangingPunct="1"/>
            <a:r>
              <a:rPr lang="en-US" altLang="en-US">
                <a:ln>
                  <a:noFill/>
                </a:ln>
              </a:rPr>
              <a:t>Lifestyle habits, </a:t>
            </a:r>
            <a:r>
              <a:rPr lang="en-US" altLang="en-US" sz="3200"/>
              <a:t>continued</a:t>
            </a:r>
          </a:p>
        </p:txBody>
      </p:sp>
      <p:sp>
        <p:nvSpPr>
          <p:cNvPr id="51203" name="Footer Placeholder 3">
            <a:extLst>
              <a:ext uri="{FF2B5EF4-FFF2-40B4-BE49-F238E27FC236}">
                <a16:creationId xmlns:a16="http://schemas.microsoft.com/office/drawing/2014/main" xmlns="" id="{BFC61317-C200-4C93-8767-C6DA2278379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1204" name="Slide Number Placeholder 4">
            <a:extLst>
              <a:ext uri="{FF2B5EF4-FFF2-40B4-BE49-F238E27FC236}">
                <a16:creationId xmlns:a16="http://schemas.microsoft.com/office/drawing/2014/main" xmlns="" id="{C04AD4A4-6F85-4779-844B-9DC2D1931F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16</a:t>
            </a:r>
          </a:p>
        </p:txBody>
      </p:sp>
      <p:pic>
        <p:nvPicPr>
          <p:cNvPr id="51205" name="Picture 3" descr="G:\For Merle\Chapter 1 - choices\78486087 - couple walk.jpg">
            <a:extLst>
              <a:ext uri="{FF2B5EF4-FFF2-40B4-BE49-F238E27FC236}">
                <a16:creationId xmlns:a16="http://schemas.microsoft.com/office/drawing/2014/main" xmlns="" id="{DFA770DD-89CB-42E1-A638-77B4E5D45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438" y="1155700"/>
            <a:ext cx="2011362"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5" descr="G:\For Merle\Chapter 1 - choices\78319419 - girl drinking water.jpg">
            <a:extLst>
              <a:ext uri="{FF2B5EF4-FFF2-40B4-BE49-F238E27FC236}">
                <a16:creationId xmlns:a16="http://schemas.microsoft.com/office/drawing/2014/main" xmlns="" id="{5B2201BE-3188-4689-8D03-FC287DCDD1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1" y="1143000"/>
            <a:ext cx="2487613"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4" descr="G:\For Merle\Chapter 1 - choices\119412438 - woman breaking cigarette.jpg">
            <a:extLst>
              <a:ext uri="{FF2B5EF4-FFF2-40B4-BE49-F238E27FC236}">
                <a16:creationId xmlns:a16="http://schemas.microsoft.com/office/drawing/2014/main" xmlns="" id="{8D14A340-B74F-4926-9D6C-E47C7CE84B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4263" y="1143000"/>
            <a:ext cx="1892300"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xmlns="" id="{7266F914-0FA9-436E-A51D-9284951FDD2F}"/>
              </a:ext>
            </a:extLst>
          </p:cNvPr>
          <p:cNvSpPr>
            <a:spLocks noChangeArrowheads="1"/>
          </p:cNvSpPr>
          <p:nvPr/>
        </p:nvSpPr>
        <p:spPr bwMode="auto">
          <a:xfrm>
            <a:off x="1981200" y="4230688"/>
            <a:ext cx="85344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5.  Regular physical activity </a:t>
            </a:r>
          </a:p>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6.  The nonuse of tobacco </a:t>
            </a:r>
          </a:p>
          <a:p>
            <a:pPr eaLnBrk="1" hangingPunct="1">
              <a:spcBef>
                <a:spcPct val="0"/>
              </a:spcBef>
              <a:spcAft>
                <a:spcPct val="0"/>
              </a:spcAft>
              <a:buClrTx/>
              <a:buSzTx/>
              <a:buFontTx/>
              <a:buAutoNum type="arabicPeriod" startAt="7"/>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An Abstinence to the use of alcoholic beverages </a:t>
            </a:r>
          </a:p>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(the GC Health Department advocates abstinence)</a:t>
            </a:r>
          </a:p>
          <a:p>
            <a:pPr eaLnBrk="1" hangingPunct="1">
              <a:spcBef>
                <a:spcPct val="0"/>
              </a:spcBef>
              <a:spcAft>
                <a:spcPct val="0"/>
              </a:spcAft>
              <a:buClrTx/>
              <a:buSzTx/>
              <a:buFontTx/>
              <a:buNone/>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xmlns="" id="{10802F46-827B-4040-80C6-6F10CE2C5005}"/>
              </a:ext>
            </a:extLst>
          </p:cNvPr>
          <p:cNvSpPr>
            <a:spLocks noGrp="1" noChangeArrowheads="1"/>
          </p:cNvSpPr>
          <p:nvPr>
            <p:ph type="title"/>
          </p:nvPr>
        </p:nvSpPr>
        <p:spPr>
          <a:xfrm>
            <a:off x="1524000" y="152400"/>
            <a:ext cx="6019800" cy="1143000"/>
          </a:xfrm>
        </p:spPr>
        <p:txBody>
          <a:bodyPr/>
          <a:lstStyle/>
          <a:p>
            <a:pPr eaLnBrk="1" hangingPunct="1"/>
            <a:r>
              <a:rPr lang="en-US" altLang="en-US">
                <a:ln>
                  <a:noFill/>
                </a:ln>
              </a:rPr>
              <a:t>Stay objective</a:t>
            </a:r>
          </a:p>
        </p:txBody>
      </p:sp>
      <p:sp>
        <p:nvSpPr>
          <p:cNvPr id="53251" name="Footer Placeholder 3">
            <a:extLst>
              <a:ext uri="{FF2B5EF4-FFF2-40B4-BE49-F238E27FC236}">
                <a16:creationId xmlns:a16="http://schemas.microsoft.com/office/drawing/2014/main" xmlns="" id="{F3610BAF-63EE-4D49-B1D7-7BA364950DC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3252" name="Slide Number Placeholder 4">
            <a:extLst>
              <a:ext uri="{FF2B5EF4-FFF2-40B4-BE49-F238E27FC236}">
                <a16:creationId xmlns:a16="http://schemas.microsoft.com/office/drawing/2014/main" xmlns="" id="{DAC64217-3337-452B-A430-A678E7B76E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17</a:t>
            </a:r>
          </a:p>
        </p:txBody>
      </p:sp>
      <p:pic>
        <p:nvPicPr>
          <p:cNvPr id="53253" name="Picture 2" descr="G:\For Merle\Chapter 1 - choices\84120566 - older man.jpg">
            <a:extLst>
              <a:ext uri="{FF2B5EF4-FFF2-40B4-BE49-F238E27FC236}">
                <a16:creationId xmlns:a16="http://schemas.microsoft.com/office/drawing/2014/main" xmlns="" id="{4FFACC82-A090-49FE-9D13-AEE9904C3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881064"/>
            <a:ext cx="3048000"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xmlns="" id="{7F5C2459-0A32-4D8C-A1AC-4BD2EDF099EA}"/>
              </a:ext>
            </a:extLst>
          </p:cNvPr>
          <p:cNvSpPr txBox="1">
            <a:spLocks noChangeArrowheads="1"/>
          </p:cNvSpPr>
          <p:nvPr/>
        </p:nvSpPr>
        <p:spPr bwMode="auto">
          <a:xfrm>
            <a:off x="1905000" y="1316038"/>
            <a:ext cx="5105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Common sense</a:t>
            </a:r>
          </a:p>
          <a:p>
            <a:pPr eaLnBrk="1" hangingPunct="1">
              <a:spcBef>
                <a:spcPct val="0"/>
              </a:spcBef>
              <a:spcAft>
                <a:spcPct val="0"/>
              </a:spcAft>
              <a:buClrTx/>
              <a:buSzTx/>
            </a:pPr>
            <a:endPar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Don’t make choices in midst of highly stressful situations</a:t>
            </a:r>
          </a:p>
          <a:p>
            <a:pPr eaLnBrk="1" hangingPunct="1">
              <a:spcBef>
                <a:spcPct val="0"/>
              </a:spcBef>
              <a:spcAft>
                <a:spcPct val="0"/>
              </a:spcAft>
              <a:buClrTx/>
              <a:buSzTx/>
            </a:pPr>
            <a:endPar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Anger, depression, and elation can influence decisions</a:t>
            </a:r>
          </a:p>
          <a:p>
            <a:pPr eaLnBrk="1" hangingPunct="1">
              <a:spcBef>
                <a:spcPct val="0"/>
              </a:spcBef>
              <a:spcAft>
                <a:spcPct val="0"/>
              </a:spcAft>
              <a:buClrTx/>
              <a:buSzTx/>
            </a:pPr>
            <a:endPar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Don’t assume things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a:extLst>
              <a:ext uri="{FF2B5EF4-FFF2-40B4-BE49-F238E27FC236}">
                <a16:creationId xmlns:a16="http://schemas.microsoft.com/office/drawing/2014/main" xmlns="" id="{4F6FF487-0DC4-45DD-AAB9-A4081B27931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5299" name="Slide Number Placeholder 4">
            <a:extLst>
              <a:ext uri="{FF2B5EF4-FFF2-40B4-BE49-F238E27FC236}">
                <a16:creationId xmlns:a16="http://schemas.microsoft.com/office/drawing/2014/main" xmlns="" id="{8A365BA7-6E0E-4D80-933D-1791071D96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18</a:t>
            </a:r>
          </a:p>
        </p:txBody>
      </p:sp>
      <p:pic>
        <p:nvPicPr>
          <p:cNvPr id="55300" name="Picture 2" descr="G:\For Merle\Chapter 1 - choices\84120566 - older man.jpg">
            <a:extLst>
              <a:ext uri="{FF2B5EF4-FFF2-40B4-BE49-F238E27FC236}">
                <a16:creationId xmlns:a16="http://schemas.microsoft.com/office/drawing/2014/main" xmlns="" id="{1C432FA9-4702-49A3-B275-9E24340EF5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914400"/>
            <a:ext cx="3706812"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xmlns="" id="{A03F82EB-BB87-45F2-9024-21E210CBB4A2}"/>
              </a:ext>
            </a:extLst>
          </p:cNvPr>
          <p:cNvSpPr txBox="1">
            <a:spLocks noChangeArrowheads="1"/>
          </p:cNvSpPr>
          <p:nvPr/>
        </p:nvSpPr>
        <p:spPr bwMode="auto">
          <a:xfrm>
            <a:off x="6019800" y="958850"/>
            <a:ext cx="43434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pP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Beware of wishful thinking</a:t>
            </a:r>
          </a:p>
          <a:p>
            <a:pPr eaLnBrk="1" hangingPunct="1">
              <a:spcBef>
                <a:spcPct val="0"/>
              </a:spcBef>
              <a:spcAft>
                <a:spcPct val="0"/>
              </a:spcAft>
              <a:buClrTx/>
              <a:buSzTx/>
            </a:pPr>
            <a:endPar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Be careful where you get  your health advice</a:t>
            </a:r>
          </a:p>
          <a:p>
            <a:pPr eaLnBrk="1" hangingPunct="1">
              <a:spcBef>
                <a:spcPct val="0"/>
              </a:spcBef>
              <a:spcAft>
                <a:spcPct val="0"/>
              </a:spcAft>
              <a:buClrTx/>
              <a:buSzTx/>
              <a:buFontTx/>
              <a:buNone/>
            </a:pPr>
            <a:endPar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Trust in intelligence</a:t>
            </a:r>
          </a:p>
          <a:p>
            <a:pPr eaLnBrk="1" hangingPunct="1">
              <a:spcBef>
                <a:spcPct val="0"/>
              </a:spcBef>
              <a:spcAft>
                <a:spcPct val="0"/>
              </a:spcAft>
              <a:buClrTx/>
              <a:buSzTx/>
            </a:pPr>
            <a:endPar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Choose to do what you </a:t>
            </a:r>
            <a:r>
              <a:rPr lang="en-US" altLang="fr-FR" sz="2800" u="sng">
                <a:solidFill>
                  <a:schemeClr val="tx1"/>
                </a:solidFill>
                <a:latin typeface="Arial" panose="020B0604020202020204" pitchFamily="34" charset="0"/>
                <a:ea typeface="MS PGothic" panose="020B0600070205080204" pitchFamily="34" charset="-128"/>
                <a:cs typeface="Arial" panose="020B0604020202020204" pitchFamily="34" charset="0"/>
              </a:rPr>
              <a:t>can</a:t>
            </a: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 do, not what you want to do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fade">
                                      <p:cBhvr>
                                        <p:cTn id="2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xmlns="" id="{9CBDC981-1D3F-4803-88DE-26C3D31439F5}"/>
              </a:ext>
            </a:extLst>
          </p:cNvPr>
          <p:cNvSpPr>
            <a:spLocks noGrp="1"/>
          </p:cNvSpPr>
          <p:nvPr>
            <p:ph type="title"/>
          </p:nvPr>
        </p:nvSpPr>
        <p:spPr>
          <a:xfrm>
            <a:off x="1981200" y="609600"/>
            <a:ext cx="8229600" cy="1143000"/>
          </a:xfrm>
        </p:spPr>
        <p:txBody>
          <a:bodyPr rtlCol="0">
            <a:normAutofit fontScale="90000"/>
          </a:bodyPr>
          <a:lstStyle/>
          <a:p>
            <a:pPr>
              <a:defRPr/>
            </a:pPr>
            <a:r>
              <a:rPr lang="en-US" sz="3000">
                <a:solidFill>
                  <a:schemeClr val="tx1">
                    <a:lumMod val="85000"/>
                    <a:lumOff val="15000"/>
                  </a:schemeClr>
                </a:solidFill>
                <a:latin typeface="Arial" charset="0"/>
                <a:ea typeface="ＭＳ Ｐゴシック" charset="0"/>
                <a:cs typeface="Arial" charset="0"/>
              </a:rPr>
              <a:t>Adventists see good health as a gift from our Creator God.  Even the best maintenance cannot guarantee a disease-free life.</a:t>
            </a:r>
          </a:p>
        </p:txBody>
      </p:sp>
      <p:sp>
        <p:nvSpPr>
          <p:cNvPr id="57347" name="Footer Placeholder 3">
            <a:extLst>
              <a:ext uri="{FF2B5EF4-FFF2-40B4-BE49-F238E27FC236}">
                <a16:creationId xmlns:a16="http://schemas.microsoft.com/office/drawing/2014/main" xmlns="" id="{53272D51-212D-499D-A9A9-0B250873C82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7348" name="Slide Number Placeholder 4">
            <a:extLst>
              <a:ext uri="{FF2B5EF4-FFF2-40B4-BE49-F238E27FC236}">
                <a16:creationId xmlns:a16="http://schemas.microsoft.com/office/drawing/2014/main" xmlns="" id="{127E5CF7-69AC-49CC-80A9-09D8DAA8C5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19</a:t>
            </a:r>
          </a:p>
        </p:txBody>
      </p:sp>
      <p:pic>
        <p:nvPicPr>
          <p:cNvPr id="57349" name="Picture 3" descr="C:\Users\thomasn\Downloads\99429034.jpg">
            <a:extLst>
              <a:ext uri="{FF2B5EF4-FFF2-40B4-BE49-F238E27FC236}">
                <a16:creationId xmlns:a16="http://schemas.microsoft.com/office/drawing/2014/main" xmlns="" id="{06E8FAF5-9E4D-4949-BD47-C47B0413A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133601"/>
            <a:ext cx="6859588"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a:extLst>
              <a:ext uri="{FF2B5EF4-FFF2-40B4-BE49-F238E27FC236}">
                <a16:creationId xmlns:a16="http://schemas.microsoft.com/office/drawing/2014/main" xmlns="" id="{5020DDBE-EACA-499E-B7A0-C3B9C74AD60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9395" name="Slide Number Placeholder 4">
            <a:extLst>
              <a:ext uri="{FF2B5EF4-FFF2-40B4-BE49-F238E27FC236}">
                <a16:creationId xmlns:a16="http://schemas.microsoft.com/office/drawing/2014/main" xmlns="" id="{38AB2008-FAA7-4230-835E-15528C381A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20</a:t>
            </a:r>
          </a:p>
        </p:txBody>
      </p:sp>
      <p:sp>
        <p:nvSpPr>
          <p:cNvPr id="59396" name="Title 1">
            <a:extLst>
              <a:ext uri="{FF2B5EF4-FFF2-40B4-BE49-F238E27FC236}">
                <a16:creationId xmlns:a16="http://schemas.microsoft.com/office/drawing/2014/main" xmlns="" id="{808CB2B1-A497-4060-8C1C-F7EA7F56D105}"/>
              </a:ext>
            </a:extLst>
          </p:cNvPr>
          <p:cNvSpPr>
            <a:spLocks noGrp="1" noChangeArrowheads="1"/>
          </p:cNvSpPr>
          <p:nvPr>
            <p:ph type="title" idx="4294967295"/>
          </p:nvPr>
        </p:nvSpPr>
        <p:spPr>
          <a:xfrm>
            <a:off x="1524000" y="246063"/>
            <a:ext cx="8229600" cy="1143000"/>
          </a:xfrm>
        </p:spPr>
        <p:txBody>
          <a:bodyPr/>
          <a:lstStyle/>
          <a:p>
            <a:pPr eaLnBrk="1" hangingPunct="1"/>
            <a:r>
              <a:rPr lang="en-US" altLang="en-US">
                <a:ln>
                  <a:noFill/>
                </a:ln>
              </a:rPr>
              <a:t>People choose their attitude</a:t>
            </a:r>
          </a:p>
        </p:txBody>
      </p:sp>
      <p:pic>
        <p:nvPicPr>
          <p:cNvPr id="59397" name="Picture 2" descr="G:\For Merle\Chapter 5 - belief\117402350 - man praying.jpg">
            <a:extLst>
              <a:ext uri="{FF2B5EF4-FFF2-40B4-BE49-F238E27FC236}">
                <a16:creationId xmlns:a16="http://schemas.microsoft.com/office/drawing/2014/main" xmlns="" id="{85CB613C-868E-4847-878C-CAA692E89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600200"/>
            <a:ext cx="6934200" cy="473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re 6">
            <a:extLst>
              <a:ext uri="{FF2B5EF4-FFF2-40B4-BE49-F238E27FC236}">
                <a16:creationId xmlns:a16="http://schemas.microsoft.com/office/drawing/2014/main" xmlns="" id="{6C5B45A8-115A-4666-962F-46B63D6ED658}"/>
              </a:ext>
            </a:extLst>
          </p:cNvPr>
          <p:cNvSpPr>
            <a:spLocks noGrp="1" noChangeArrowheads="1"/>
          </p:cNvSpPr>
          <p:nvPr>
            <p:ph type="title"/>
          </p:nvPr>
        </p:nvSpPr>
        <p:spPr>
          <a:xfrm>
            <a:off x="2700338" y="915989"/>
            <a:ext cx="6799262" cy="1303337"/>
          </a:xfrm>
        </p:spPr>
        <p:txBody>
          <a:bodyPr/>
          <a:lstStyle/>
          <a:p>
            <a:pPr eaLnBrk="1" hangingPunct="1"/>
            <a:endParaRPr lang="fr-BE" altLang="fr-FR">
              <a:ln>
                <a:noFill/>
              </a:ln>
            </a:endParaRPr>
          </a:p>
        </p:txBody>
      </p:sp>
      <p:sp>
        <p:nvSpPr>
          <p:cNvPr id="46083" name="Espace réservé du contenu 7">
            <a:extLst>
              <a:ext uri="{FF2B5EF4-FFF2-40B4-BE49-F238E27FC236}">
                <a16:creationId xmlns:a16="http://schemas.microsoft.com/office/drawing/2014/main" xmlns="" id="{242FDBEE-E53B-47EE-8341-31EB937B75F8}"/>
              </a:ext>
            </a:extLst>
          </p:cNvPr>
          <p:cNvSpPr>
            <a:spLocks noGrp="1"/>
          </p:cNvSpPr>
          <p:nvPr>
            <p:ph sz="half" idx="1"/>
          </p:nvPr>
        </p:nvSpPr>
        <p:spPr>
          <a:xfrm>
            <a:off x="2700338" y="2487613"/>
            <a:ext cx="3338512" cy="3446462"/>
          </a:xfrm>
        </p:spPr>
        <p:txBody>
          <a:bodyPr rtlCol="0">
            <a:normAutofit fontScale="85000" lnSpcReduction="10000"/>
          </a:bodyPr>
          <a:lstStyle/>
          <a:p>
            <a:pPr eaLnBrk="1" fontAlgn="auto" hangingPunct="1">
              <a:buFont typeface="Arial"/>
              <a:buChar char="•"/>
              <a:defRPr/>
            </a:pPr>
            <a:endParaRPr lang="fr-BE" altLang="fr-FR">
              <a:solidFill>
                <a:schemeClr val="tx1">
                  <a:lumMod val="85000"/>
                  <a:lumOff val="15000"/>
                </a:schemeClr>
              </a:solidFill>
            </a:endParaRPr>
          </a:p>
        </p:txBody>
      </p:sp>
      <p:sp>
        <p:nvSpPr>
          <p:cNvPr id="9" name="Espace réservé du contenu 8">
            <a:extLst>
              <a:ext uri="{FF2B5EF4-FFF2-40B4-BE49-F238E27FC236}">
                <a16:creationId xmlns:a16="http://schemas.microsoft.com/office/drawing/2014/main" xmlns="" id="{A4DA31BF-F373-4CA4-BD1C-2D45F7F6A8DB}"/>
              </a:ext>
            </a:extLst>
          </p:cNvPr>
          <p:cNvSpPr>
            <a:spLocks noGrp="1"/>
          </p:cNvSpPr>
          <p:nvPr>
            <p:ph sz="half" idx="2"/>
          </p:nvPr>
        </p:nvSpPr>
        <p:spPr>
          <a:xfrm>
            <a:off x="6169026" y="2487613"/>
            <a:ext cx="3336925" cy="3446462"/>
          </a:xfrm>
        </p:spPr>
        <p:txBody>
          <a:bodyPr rtlCol="0">
            <a:normAutofit fontScale="85000" lnSpcReduction="10000"/>
          </a:bodyPr>
          <a:lstStyle/>
          <a:p>
            <a:pPr marL="0" indent="0">
              <a:buNone/>
              <a:defRPr/>
            </a:pPr>
            <a:r>
              <a:rPr lang="en-US" sz="2000" dirty="0">
                <a:solidFill>
                  <a:schemeClr val="tx1">
                    <a:lumMod val="85000"/>
                    <a:lumOff val="15000"/>
                  </a:schemeClr>
                </a:solidFill>
              </a:rPr>
              <a:t>We have chosen to believe in God as our Creator and heavenly Father, even though we cannot see or touch Him. Having chosen to believe, a huge amount of supportive evidence may be amassed to support this belief. At its core, however, it’s a choice—the most important choice any person can make, because it’s only by developing and maintaining a close walk with our Lord that we will truly obtain optimal whole health and know the joy of living well, both here and throughout eternity.</a:t>
            </a:r>
          </a:p>
          <a:p>
            <a:pPr eaLnBrk="1" fontAlgn="auto" hangingPunct="1">
              <a:buFont typeface="Arial"/>
              <a:buChar char="•"/>
              <a:defRPr/>
            </a:pPr>
            <a:endParaRPr lang="fr-BE" sz="2000" dirty="0">
              <a:solidFill>
                <a:schemeClr val="tx1">
                  <a:lumMod val="85000"/>
                  <a:lumOff val="15000"/>
                </a:schemeClr>
              </a:solidFill>
            </a:endParaRPr>
          </a:p>
        </p:txBody>
      </p:sp>
      <p:sp>
        <p:nvSpPr>
          <p:cNvPr id="61445" name="Footer Placeholder 3">
            <a:extLst>
              <a:ext uri="{FF2B5EF4-FFF2-40B4-BE49-F238E27FC236}">
                <a16:creationId xmlns:a16="http://schemas.microsoft.com/office/drawing/2014/main" xmlns="" id="{147F7F2A-E541-4C3F-B4BA-CB5B13A5EAE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1446" name="Slide Number Placeholder 4">
            <a:extLst>
              <a:ext uri="{FF2B5EF4-FFF2-40B4-BE49-F238E27FC236}">
                <a16:creationId xmlns:a16="http://schemas.microsoft.com/office/drawing/2014/main" xmlns="" id="{D0523656-341E-4B99-95C4-0854CD94F0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21</a:t>
            </a:r>
          </a:p>
        </p:txBody>
      </p:sp>
      <p:pic>
        <p:nvPicPr>
          <p:cNvPr id="61447" name="Picture 2" descr="G:\For Merle\Chapter 5 - belief\134060130 - praying man at sunset.jpg">
            <a:extLst>
              <a:ext uri="{FF2B5EF4-FFF2-40B4-BE49-F238E27FC236}">
                <a16:creationId xmlns:a16="http://schemas.microsoft.com/office/drawing/2014/main" xmlns="" id="{3F28C761-E7C4-4DF2-A71D-14C519866D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00200"/>
            <a:ext cx="434340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TextBox 5">
            <a:extLst>
              <a:ext uri="{FF2B5EF4-FFF2-40B4-BE49-F238E27FC236}">
                <a16:creationId xmlns:a16="http://schemas.microsoft.com/office/drawing/2014/main" xmlns="" id="{EACBD632-3F07-4270-A6C9-FCB1B74617F9}"/>
              </a:ext>
            </a:extLst>
          </p:cNvPr>
          <p:cNvSpPr txBox="1">
            <a:spLocks noChangeArrowheads="1"/>
          </p:cNvSpPr>
          <p:nvPr/>
        </p:nvSpPr>
        <p:spPr bwMode="auto">
          <a:xfrm>
            <a:off x="2057401" y="381001"/>
            <a:ext cx="12112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en-US" sz="3600">
                <a:solidFill>
                  <a:schemeClr val="tx1"/>
                </a:solidFill>
                <a:latin typeface="Arial" panose="020B0604020202020204" pitchFamily="34" charset="0"/>
                <a:ea typeface="MS PGothic" panose="020B0600070205080204" pitchFamily="34" charset="-128"/>
                <a:cs typeface="Arial" panose="020B0604020202020204" pitchFamily="34" charset="0"/>
              </a:rPr>
              <a:t>Faith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G:\For Merle\July 26\AA013151 - girl blowing dandelion.jpg">
            <a:extLst>
              <a:ext uri="{FF2B5EF4-FFF2-40B4-BE49-F238E27FC236}">
                <a16:creationId xmlns:a16="http://schemas.microsoft.com/office/drawing/2014/main" xmlns="" id="{66D0199E-7237-4CA6-97E1-87B8D6EC9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391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2" name="Title 1">
            <a:extLst>
              <a:ext uri="{FF2B5EF4-FFF2-40B4-BE49-F238E27FC236}">
                <a16:creationId xmlns:a16="http://schemas.microsoft.com/office/drawing/2014/main" xmlns="" id="{87D57E75-0A78-4A3E-BBCE-662DD28AA2C1}"/>
              </a:ext>
            </a:extLst>
          </p:cNvPr>
          <p:cNvSpPr>
            <a:spLocks noGrp="1"/>
          </p:cNvSpPr>
          <p:nvPr>
            <p:ph type="title"/>
          </p:nvPr>
        </p:nvSpPr>
        <p:spPr>
          <a:xfrm>
            <a:off x="1981200" y="457200"/>
            <a:ext cx="8229600" cy="1143000"/>
          </a:xfrm>
        </p:spPr>
        <p:txBody>
          <a:bodyPr rtlCol="0">
            <a:normAutofit fontScale="90000"/>
          </a:bodyPr>
          <a:lstStyle/>
          <a:p>
            <a:pPr>
              <a:defRPr/>
            </a:pPr>
            <a:r>
              <a:rPr lang="en-US" b="1">
                <a:solidFill>
                  <a:schemeClr val="bg1"/>
                </a:solidFill>
                <a:ea typeface="ＭＳ Ｐゴシック" charset="0"/>
              </a:rPr>
              <a:t>LIFE APPLICATION</a:t>
            </a:r>
            <a:br>
              <a:rPr lang="en-US" b="1">
                <a:solidFill>
                  <a:schemeClr val="bg1"/>
                </a:solidFill>
                <a:ea typeface="ＭＳ Ｐゴシック" charset="0"/>
              </a:rPr>
            </a:br>
            <a:r>
              <a:rPr lang="en-US" b="1">
                <a:solidFill>
                  <a:schemeClr val="bg1"/>
                </a:solidFill>
                <a:ea typeface="ＭＳ Ｐゴシック" charset="0"/>
              </a:rPr>
              <a:t>QUESTIONS</a:t>
            </a:r>
          </a:p>
        </p:txBody>
      </p:sp>
      <p:sp>
        <p:nvSpPr>
          <p:cNvPr id="63492" name="Footer Placeholder 3">
            <a:extLst>
              <a:ext uri="{FF2B5EF4-FFF2-40B4-BE49-F238E27FC236}">
                <a16:creationId xmlns:a16="http://schemas.microsoft.com/office/drawing/2014/main" xmlns="" id="{F2147C52-6473-42FE-BE9C-492177DB462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3493" name="Slide Number Placeholder 4">
            <a:extLst>
              <a:ext uri="{FF2B5EF4-FFF2-40B4-BE49-F238E27FC236}">
                <a16:creationId xmlns:a16="http://schemas.microsoft.com/office/drawing/2014/main" xmlns="" id="{FF58870B-E398-4C1A-A6D3-DBBBF90732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2">
            <a:extLst>
              <a:ext uri="{FF2B5EF4-FFF2-40B4-BE49-F238E27FC236}">
                <a16:creationId xmlns:a16="http://schemas.microsoft.com/office/drawing/2014/main" xmlns="" id="{88CD6D83-A7B4-4014-B508-55A6B178C10A}"/>
              </a:ext>
            </a:extLst>
          </p:cNvPr>
          <p:cNvSpPr>
            <a:spLocks noGrp="1" noChangeArrowheads="1"/>
          </p:cNvSpPr>
          <p:nvPr>
            <p:ph idx="1"/>
          </p:nvPr>
        </p:nvSpPr>
        <p:spPr>
          <a:xfrm>
            <a:off x="1905000" y="2362200"/>
            <a:ext cx="3733800" cy="2057400"/>
          </a:xfrm>
        </p:spPr>
        <p:txBody>
          <a:bodyPr>
            <a:normAutofit lnSpcReduction="10000"/>
          </a:bodyPr>
          <a:lstStyle/>
          <a:p>
            <a:pPr marL="0" indent="0">
              <a:buNone/>
            </a:pPr>
            <a:r>
              <a:rPr lang="en-US" altLang="en-US" sz="3000">
                <a:solidFill>
                  <a:srgbClr val="FFFFFF"/>
                </a:solidFill>
              </a:rPr>
              <a:t>What choices am I making, consciously or unconsciously, that are not based on evidence? </a:t>
            </a:r>
          </a:p>
        </p:txBody>
      </p:sp>
      <p:sp>
        <p:nvSpPr>
          <p:cNvPr id="65539" name="Footer Placeholder 3">
            <a:extLst>
              <a:ext uri="{FF2B5EF4-FFF2-40B4-BE49-F238E27FC236}">
                <a16:creationId xmlns:a16="http://schemas.microsoft.com/office/drawing/2014/main" xmlns="" id="{7901E818-4E82-4C25-88E7-A9F4CBFF65C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5540" name="Slide Number Placeholder 4">
            <a:extLst>
              <a:ext uri="{FF2B5EF4-FFF2-40B4-BE49-F238E27FC236}">
                <a16:creationId xmlns:a16="http://schemas.microsoft.com/office/drawing/2014/main" xmlns="" id="{CC76188C-8F25-4F06-9008-C14D4D53C8C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23</a:t>
            </a:r>
          </a:p>
        </p:txBody>
      </p:sp>
      <p:pic>
        <p:nvPicPr>
          <p:cNvPr id="65541" name="Picture 2" descr="C:\Users\thomasn\Pictures\Thinkstock hmpix4\Thinkstock Nancy\people\77005633 (1).jpg">
            <a:extLst>
              <a:ext uri="{FF2B5EF4-FFF2-40B4-BE49-F238E27FC236}">
                <a16:creationId xmlns:a16="http://schemas.microsoft.com/office/drawing/2014/main" xmlns="" id="{21E359CF-DF7C-4DDB-86CC-DC7BA2150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1676400"/>
            <a:ext cx="39624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a:extLst>
              <a:ext uri="{FF2B5EF4-FFF2-40B4-BE49-F238E27FC236}">
                <a16:creationId xmlns:a16="http://schemas.microsoft.com/office/drawing/2014/main" xmlns="" id="{C802FEEE-EE83-48EF-911F-577E2628A9DD}"/>
              </a:ext>
            </a:extLst>
          </p:cNvPr>
          <p:cNvSpPr>
            <a:spLocks noGrp="1" noChangeArrowheads="1"/>
          </p:cNvSpPr>
          <p:nvPr>
            <p:ph idx="1"/>
          </p:nvPr>
        </p:nvSpPr>
        <p:spPr>
          <a:xfrm>
            <a:off x="2057400" y="2179638"/>
            <a:ext cx="4038600" cy="2620962"/>
          </a:xfrm>
        </p:spPr>
        <p:txBody>
          <a:bodyPr/>
          <a:lstStyle/>
          <a:p>
            <a:pPr marL="0" indent="0">
              <a:buNone/>
            </a:pPr>
            <a:r>
              <a:rPr lang="en-US" altLang="en-US" sz="3000">
                <a:solidFill>
                  <a:srgbClr val="FFFFFF"/>
                </a:solidFill>
              </a:rPr>
              <a:t>How do these choices affect my use of time; my health; my relationships at work, at home, or with God?</a:t>
            </a:r>
            <a:endParaRPr lang="en-US" altLang="en-US" sz="3000"/>
          </a:p>
        </p:txBody>
      </p:sp>
      <p:sp>
        <p:nvSpPr>
          <p:cNvPr id="67587" name="Footer Placeholder 3">
            <a:extLst>
              <a:ext uri="{FF2B5EF4-FFF2-40B4-BE49-F238E27FC236}">
                <a16:creationId xmlns:a16="http://schemas.microsoft.com/office/drawing/2014/main" xmlns="" id="{F489D6B3-8CA2-43BA-B7B1-9A24B60F609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7588" name="Slide Number Placeholder 4">
            <a:extLst>
              <a:ext uri="{FF2B5EF4-FFF2-40B4-BE49-F238E27FC236}">
                <a16:creationId xmlns:a16="http://schemas.microsoft.com/office/drawing/2014/main" xmlns="" id="{87763AA8-91E0-4155-A16E-13A388BB59C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24</a:t>
            </a:r>
          </a:p>
        </p:txBody>
      </p:sp>
      <p:pic>
        <p:nvPicPr>
          <p:cNvPr id="67589" name="Picture 2" descr="C:\Users\thomasn\Pictures\Thinkstock hmpix4\Thinkstock Nancy\people\78323646.jpg">
            <a:extLst>
              <a:ext uri="{FF2B5EF4-FFF2-40B4-BE49-F238E27FC236}">
                <a16:creationId xmlns:a16="http://schemas.microsoft.com/office/drawing/2014/main" xmlns="" id="{99A17BF8-0B05-4499-B87C-E22C236E0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9688" y="1524000"/>
            <a:ext cx="4125912"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a:extLst>
              <a:ext uri="{FF2B5EF4-FFF2-40B4-BE49-F238E27FC236}">
                <a16:creationId xmlns:a16="http://schemas.microsoft.com/office/drawing/2014/main" xmlns="" id="{564D5B43-37DF-4165-8EB1-E737724C8E0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9635" name="Slide Number Placeholder 4">
            <a:extLst>
              <a:ext uri="{FF2B5EF4-FFF2-40B4-BE49-F238E27FC236}">
                <a16:creationId xmlns:a16="http://schemas.microsoft.com/office/drawing/2014/main" xmlns="" id="{6541034D-75C4-4C7E-81B0-2F311DD8DF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25</a:t>
            </a:r>
          </a:p>
        </p:txBody>
      </p:sp>
      <p:pic>
        <p:nvPicPr>
          <p:cNvPr id="69636" name="Picture 2" descr="C:\Users\thomasn\Pictures\Thinkstock hmpix4\Thinkstock Nancy\people\78323646.jpg">
            <a:extLst>
              <a:ext uri="{FF2B5EF4-FFF2-40B4-BE49-F238E27FC236}">
                <a16:creationId xmlns:a16="http://schemas.microsoft.com/office/drawing/2014/main" xmlns="" id="{59E5B069-6786-4DC7-8AC3-514C77B59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1517650"/>
            <a:ext cx="4125913"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Rectangle 5">
            <a:extLst>
              <a:ext uri="{FF2B5EF4-FFF2-40B4-BE49-F238E27FC236}">
                <a16:creationId xmlns:a16="http://schemas.microsoft.com/office/drawing/2014/main" xmlns="" id="{AF8C2158-2D12-4ED3-A4B1-916988DDD7CD}"/>
              </a:ext>
            </a:extLst>
          </p:cNvPr>
          <p:cNvSpPr>
            <a:spLocks noChangeArrowheads="1"/>
          </p:cNvSpPr>
          <p:nvPr/>
        </p:nvSpPr>
        <p:spPr bwMode="auto">
          <a:xfrm>
            <a:off x="6978650" y="2514600"/>
            <a:ext cx="338455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000">
                <a:solidFill>
                  <a:srgbClr val="FFFFFF"/>
                </a:solidFill>
                <a:latin typeface="Arial" panose="020B0604020202020204" pitchFamily="34" charset="0"/>
                <a:ea typeface="MS PGothic" panose="020B0600070205080204" pitchFamily="34" charset="-128"/>
                <a:cs typeface="Arial" panose="020B0604020202020204" pitchFamily="34" charset="0"/>
              </a:rPr>
              <a:t>What are my reasons for making these choices? </a:t>
            </a:r>
            <a:endParaRPr lang="en-US" altLang="fr-FR" sz="3000">
              <a:solidFill>
                <a:srgbClr val="000000"/>
              </a:solidFill>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a:extLst>
              <a:ext uri="{FF2B5EF4-FFF2-40B4-BE49-F238E27FC236}">
                <a16:creationId xmlns:a16="http://schemas.microsoft.com/office/drawing/2014/main" xmlns="" id="{AB6984C9-59A5-4A54-B251-A31657DEBC3E}"/>
              </a:ext>
            </a:extLst>
          </p:cNvPr>
          <p:cNvSpPr>
            <a:spLocks noGrp="1" noChangeArrowheads="1"/>
          </p:cNvSpPr>
          <p:nvPr>
            <p:ph idx="1"/>
          </p:nvPr>
        </p:nvSpPr>
        <p:spPr>
          <a:xfrm>
            <a:off x="2057400" y="914400"/>
            <a:ext cx="5562600" cy="5867400"/>
          </a:xfrm>
        </p:spPr>
        <p:txBody>
          <a:bodyPr/>
          <a:lstStyle/>
          <a:p>
            <a:pPr marL="0" indent="0">
              <a:buNone/>
            </a:pPr>
            <a:r>
              <a:rPr lang="en-US" altLang="en-US">
                <a:solidFill>
                  <a:srgbClr val="FFFFFF"/>
                </a:solidFill>
              </a:rPr>
              <a:t>In what ways are they influenced by my</a:t>
            </a:r>
            <a:br>
              <a:rPr lang="en-US" altLang="en-US">
                <a:solidFill>
                  <a:srgbClr val="FFFFFF"/>
                </a:solidFill>
              </a:rPr>
            </a:br>
            <a:r>
              <a:rPr lang="en-US" altLang="en-US">
                <a:solidFill>
                  <a:srgbClr val="FFFFFF"/>
                </a:solidFill>
              </a:rPr>
              <a:t>culture or my</a:t>
            </a:r>
            <a:br>
              <a:rPr lang="en-US" altLang="en-US">
                <a:solidFill>
                  <a:srgbClr val="FFFFFF"/>
                </a:solidFill>
              </a:rPr>
            </a:br>
            <a:r>
              <a:rPr lang="en-US" altLang="en-US">
                <a:solidFill>
                  <a:srgbClr val="FFFFFF"/>
                </a:solidFill>
              </a:rPr>
              <a:t>emotions?</a:t>
            </a:r>
          </a:p>
          <a:p>
            <a:pPr marL="0" indent="0">
              <a:buNone/>
            </a:pPr>
            <a:endParaRPr lang="en-US" altLang="en-US">
              <a:solidFill>
                <a:srgbClr val="FFFFFF"/>
              </a:solidFill>
            </a:endParaRPr>
          </a:p>
        </p:txBody>
      </p:sp>
      <p:sp>
        <p:nvSpPr>
          <p:cNvPr id="71683" name="Footer Placeholder 3">
            <a:extLst>
              <a:ext uri="{FF2B5EF4-FFF2-40B4-BE49-F238E27FC236}">
                <a16:creationId xmlns:a16="http://schemas.microsoft.com/office/drawing/2014/main" xmlns="" id="{EBFC7885-6547-43E6-B51C-589B9910CC3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1684" name="Slide Number Placeholder 4">
            <a:extLst>
              <a:ext uri="{FF2B5EF4-FFF2-40B4-BE49-F238E27FC236}">
                <a16:creationId xmlns:a16="http://schemas.microsoft.com/office/drawing/2014/main" xmlns="" id="{FB726679-4D1E-426A-BD15-CD0534EA03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26</a:t>
            </a:r>
          </a:p>
        </p:txBody>
      </p:sp>
      <p:pic>
        <p:nvPicPr>
          <p:cNvPr id="71685" name="Picture 2" descr="C:\Users\thomasn\Pictures\Thinkstock hmpix4\Thinkstock Nancy\people\75673386.jpg">
            <a:extLst>
              <a:ext uri="{FF2B5EF4-FFF2-40B4-BE49-F238E27FC236}">
                <a16:creationId xmlns:a16="http://schemas.microsoft.com/office/drawing/2014/main" xmlns="" id="{7A40FB9F-B492-4D4B-8EE2-F74E0EDE5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26" y="1219200"/>
            <a:ext cx="3546475"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a:extLst>
              <a:ext uri="{FF2B5EF4-FFF2-40B4-BE49-F238E27FC236}">
                <a16:creationId xmlns:a16="http://schemas.microsoft.com/office/drawing/2014/main" xmlns="" id="{B92F1FCF-7596-4DA5-8854-62EAE9E7782C}"/>
              </a:ext>
            </a:extLst>
          </p:cNvPr>
          <p:cNvSpPr>
            <a:spLocks noGrp="1" noChangeArrowheads="1"/>
          </p:cNvSpPr>
          <p:nvPr>
            <p:ph idx="1"/>
          </p:nvPr>
        </p:nvSpPr>
        <p:spPr>
          <a:xfrm>
            <a:off x="2057400" y="914400"/>
            <a:ext cx="5562600" cy="5867400"/>
          </a:xfrm>
        </p:spPr>
        <p:txBody>
          <a:bodyPr/>
          <a:lstStyle/>
          <a:p>
            <a:pPr marL="0" indent="0">
              <a:buNone/>
            </a:pPr>
            <a:r>
              <a:rPr lang="en-US" altLang="fr-FR">
                <a:solidFill>
                  <a:srgbClr val="595959"/>
                </a:solidFill>
              </a:rPr>
              <a:t>In what ways are they influenced by my</a:t>
            </a:r>
            <a:br>
              <a:rPr lang="en-US" altLang="fr-FR">
                <a:solidFill>
                  <a:srgbClr val="595959"/>
                </a:solidFill>
              </a:rPr>
            </a:br>
            <a:r>
              <a:rPr lang="en-US" altLang="fr-FR">
                <a:solidFill>
                  <a:srgbClr val="595959"/>
                </a:solidFill>
              </a:rPr>
              <a:t>culture or my</a:t>
            </a:r>
            <a:br>
              <a:rPr lang="en-US" altLang="fr-FR">
                <a:solidFill>
                  <a:srgbClr val="595959"/>
                </a:solidFill>
              </a:rPr>
            </a:br>
            <a:r>
              <a:rPr lang="en-US" altLang="fr-FR">
                <a:solidFill>
                  <a:srgbClr val="595959"/>
                </a:solidFill>
              </a:rPr>
              <a:t>emotions?</a:t>
            </a:r>
          </a:p>
          <a:p>
            <a:pPr marL="0" indent="0">
              <a:buNone/>
            </a:pPr>
            <a:endParaRPr lang="en-US" altLang="fr-FR">
              <a:solidFill>
                <a:srgbClr val="FFFFFF"/>
              </a:solidFill>
            </a:endParaRPr>
          </a:p>
          <a:p>
            <a:pPr marL="0" indent="0">
              <a:buNone/>
            </a:pPr>
            <a:r>
              <a:rPr lang="en-US" altLang="fr-FR">
                <a:solidFill>
                  <a:srgbClr val="FFFFFF"/>
                </a:solidFill>
              </a:rPr>
              <a:t>Is it because I wish</a:t>
            </a:r>
            <a:br>
              <a:rPr lang="en-US" altLang="fr-FR">
                <a:solidFill>
                  <a:srgbClr val="FFFFFF"/>
                </a:solidFill>
              </a:rPr>
            </a:br>
            <a:r>
              <a:rPr lang="en-US" altLang="fr-FR">
                <a:solidFill>
                  <a:srgbClr val="FFFFFF"/>
                </a:solidFill>
              </a:rPr>
              <a:t>to please myself or am I being careless?</a:t>
            </a:r>
            <a:endParaRPr lang="en-US" altLang="fr-FR"/>
          </a:p>
        </p:txBody>
      </p:sp>
      <p:sp>
        <p:nvSpPr>
          <p:cNvPr id="73731" name="Footer Placeholder 3">
            <a:extLst>
              <a:ext uri="{FF2B5EF4-FFF2-40B4-BE49-F238E27FC236}">
                <a16:creationId xmlns:a16="http://schemas.microsoft.com/office/drawing/2014/main" xmlns="" id="{375A7DFE-9FBB-46C4-9843-F87D16CD828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3732" name="Slide Number Placeholder 4">
            <a:extLst>
              <a:ext uri="{FF2B5EF4-FFF2-40B4-BE49-F238E27FC236}">
                <a16:creationId xmlns:a16="http://schemas.microsoft.com/office/drawing/2014/main" xmlns="" id="{6FEF2D88-AD31-4AB4-8AA8-64DF2A3B8A6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27</a:t>
            </a:r>
          </a:p>
        </p:txBody>
      </p:sp>
      <p:pic>
        <p:nvPicPr>
          <p:cNvPr id="73733" name="Picture 2" descr="C:\Users\thomasn\Pictures\Thinkstock hmpix4\Thinkstock Nancy\people\75673386.jpg">
            <a:extLst>
              <a:ext uri="{FF2B5EF4-FFF2-40B4-BE49-F238E27FC236}">
                <a16:creationId xmlns:a16="http://schemas.microsoft.com/office/drawing/2014/main" xmlns="" id="{D1B6B969-369E-45DE-AB65-616BA7BD1F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26" y="1219200"/>
            <a:ext cx="3546475"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a:extLst>
              <a:ext uri="{FF2B5EF4-FFF2-40B4-BE49-F238E27FC236}">
                <a16:creationId xmlns:a16="http://schemas.microsoft.com/office/drawing/2014/main" xmlns="" id="{E8B01206-FD4D-4CAA-95A3-9601B6292AA5}"/>
              </a:ext>
            </a:extLst>
          </p:cNvPr>
          <p:cNvSpPr>
            <a:spLocks noGrp="1" noChangeArrowheads="1"/>
          </p:cNvSpPr>
          <p:nvPr>
            <p:ph idx="1"/>
          </p:nvPr>
        </p:nvSpPr>
        <p:spPr>
          <a:xfrm>
            <a:off x="2133600" y="914400"/>
            <a:ext cx="4114800" cy="5334000"/>
          </a:xfrm>
        </p:spPr>
        <p:txBody>
          <a:bodyPr/>
          <a:lstStyle/>
          <a:p>
            <a:pPr marL="0" indent="0">
              <a:buNone/>
            </a:pPr>
            <a:r>
              <a:rPr lang="en-US" altLang="en-US">
                <a:solidFill>
                  <a:srgbClr val="FFFFFF"/>
                </a:solidFill>
              </a:rPr>
              <a:t>Do I accept as evidence anything and everything I read on the internet?</a:t>
            </a:r>
          </a:p>
          <a:p>
            <a:pPr marL="0" indent="0">
              <a:buNone/>
            </a:pPr>
            <a:r>
              <a:rPr lang="en-US" altLang="en-US">
                <a:solidFill>
                  <a:srgbClr val="FFFFFF"/>
                </a:solidFill>
              </a:rPr>
              <a:t> </a:t>
            </a:r>
          </a:p>
          <a:p>
            <a:pPr marL="0" indent="0">
              <a:buNone/>
            </a:pPr>
            <a:endParaRPr lang="en-US" altLang="en-US"/>
          </a:p>
        </p:txBody>
      </p:sp>
      <p:sp>
        <p:nvSpPr>
          <p:cNvPr id="75779" name="Footer Placeholder 3">
            <a:extLst>
              <a:ext uri="{FF2B5EF4-FFF2-40B4-BE49-F238E27FC236}">
                <a16:creationId xmlns:a16="http://schemas.microsoft.com/office/drawing/2014/main" xmlns="" id="{8997CD1E-5EB5-43F6-BC12-5FE5C097020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5780" name="Slide Number Placeholder 4">
            <a:extLst>
              <a:ext uri="{FF2B5EF4-FFF2-40B4-BE49-F238E27FC236}">
                <a16:creationId xmlns:a16="http://schemas.microsoft.com/office/drawing/2014/main" xmlns="" id="{13C24EE6-D3C2-450D-B03B-31C0DC0B21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28</a:t>
            </a:r>
          </a:p>
        </p:txBody>
      </p:sp>
      <p:pic>
        <p:nvPicPr>
          <p:cNvPr id="75781" name="Picture 2" descr="C:\Users\thomasn\Pictures\Thinkstock hmpix4\Thinkstock Nancy\people\122433843.jpg">
            <a:extLst>
              <a:ext uri="{FF2B5EF4-FFF2-40B4-BE49-F238E27FC236}">
                <a16:creationId xmlns:a16="http://schemas.microsoft.com/office/drawing/2014/main" xmlns="" id="{64867C9F-F687-4800-9677-37BC073F7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0838" y="1143000"/>
            <a:ext cx="3814762"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xmlns="" id="{6F90C999-2347-43CA-B821-E2410B532A5D}"/>
              </a:ext>
            </a:extLst>
          </p:cNvPr>
          <p:cNvSpPr>
            <a:spLocks noGrp="1" noChangeArrowheads="1"/>
          </p:cNvSpPr>
          <p:nvPr>
            <p:ph idx="1"/>
          </p:nvPr>
        </p:nvSpPr>
        <p:spPr>
          <a:xfrm>
            <a:off x="2133600" y="914400"/>
            <a:ext cx="4114800" cy="5334000"/>
          </a:xfrm>
        </p:spPr>
        <p:txBody>
          <a:bodyPr/>
          <a:lstStyle/>
          <a:p>
            <a:pPr marL="0" indent="0">
              <a:buNone/>
            </a:pPr>
            <a:r>
              <a:rPr lang="en-US" altLang="fr-FR">
                <a:solidFill>
                  <a:srgbClr val="595959"/>
                </a:solidFill>
              </a:rPr>
              <a:t>Do I accept as evidence anything and everything I read on the internet?</a:t>
            </a:r>
          </a:p>
          <a:p>
            <a:pPr marL="0" indent="0">
              <a:buNone/>
            </a:pPr>
            <a:r>
              <a:rPr lang="en-US" altLang="fr-FR">
                <a:solidFill>
                  <a:srgbClr val="FFFFFF"/>
                </a:solidFill>
              </a:rPr>
              <a:t> </a:t>
            </a:r>
          </a:p>
          <a:p>
            <a:pPr marL="0" indent="0">
              <a:buNone/>
            </a:pPr>
            <a:r>
              <a:rPr lang="en-US" altLang="fr-FR">
                <a:solidFill>
                  <a:srgbClr val="FFFFFF"/>
                </a:solidFill>
              </a:rPr>
              <a:t>Does just one anecdote convince me of the right thing to do?</a:t>
            </a:r>
          </a:p>
          <a:p>
            <a:pPr marL="0" indent="0"/>
            <a:endParaRPr lang="en-US" altLang="fr-FR"/>
          </a:p>
        </p:txBody>
      </p:sp>
      <p:sp>
        <p:nvSpPr>
          <p:cNvPr id="77827" name="Footer Placeholder 3">
            <a:extLst>
              <a:ext uri="{FF2B5EF4-FFF2-40B4-BE49-F238E27FC236}">
                <a16:creationId xmlns:a16="http://schemas.microsoft.com/office/drawing/2014/main" xmlns="" id="{D94ED111-2DA0-412B-A800-61AECCD1F54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7828" name="Slide Number Placeholder 4">
            <a:extLst>
              <a:ext uri="{FF2B5EF4-FFF2-40B4-BE49-F238E27FC236}">
                <a16:creationId xmlns:a16="http://schemas.microsoft.com/office/drawing/2014/main" xmlns="" id="{6BABD385-7610-4DA9-BE8D-A18A5480B0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29</a:t>
            </a:r>
          </a:p>
        </p:txBody>
      </p:sp>
      <p:pic>
        <p:nvPicPr>
          <p:cNvPr id="77829" name="Picture 2" descr="C:\Users\thomasn\Pictures\Thinkstock hmpix4\Thinkstock Nancy\people\122433843.jpg">
            <a:extLst>
              <a:ext uri="{FF2B5EF4-FFF2-40B4-BE49-F238E27FC236}">
                <a16:creationId xmlns:a16="http://schemas.microsoft.com/office/drawing/2014/main" xmlns="" id="{E626916A-4CEC-4C0E-ADE5-FF85D58FBF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0838" y="1143000"/>
            <a:ext cx="3814762"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C:\Users\thomasn\Pictures\Thinkstock hmpix4\Thinkstock Nancy\people\124812677.jpg">
            <a:extLst>
              <a:ext uri="{FF2B5EF4-FFF2-40B4-BE49-F238E27FC236}">
                <a16:creationId xmlns:a16="http://schemas.microsoft.com/office/drawing/2014/main" xmlns="" id="{9BC96FB3-FF8F-4FC0-B14A-8F85848243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0" y="1143000"/>
            <a:ext cx="3949700"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Content Placeholder 2">
            <a:extLst>
              <a:ext uri="{FF2B5EF4-FFF2-40B4-BE49-F238E27FC236}">
                <a16:creationId xmlns:a16="http://schemas.microsoft.com/office/drawing/2014/main" xmlns="" id="{4C983AFC-ACB6-43D6-AA02-DE1CF164FA3D}"/>
              </a:ext>
            </a:extLst>
          </p:cNvPr>
          <p:cNvSpPr>
            <a:spLocks noGrp="1" noChangeArrowheads="1"/>
          </p:cNvSpPr>
          <p:nvPr>
            <p:ph idx="1"/>
          </p:nvPr>
        </p:nvSpPr>
        <p:spPr>
          <a:xfrm>
            <a:off x="2016125" y="1036638"/>
            <a:ext cx="4114800" cy="4830762"/>
          </a:xfrm>
        </p:spPr>
        <p:txBody>
          <a:bodyPr/>
          <a:lstStyle/>
          <a:p>
            <a:pPr marL="0" indent="0">
              <a:buNone/>
            </a:pPr>
            <a:r>
              <a:rPr lang="en-US" altLang="en-US"/>
              <a:t>What negative choices have other people made that influenced the trajectory of my life?</a:t>
            </a:r>
          </a:p>
          <a:p>
            <a:pPr marL="0" indent="0">
              <a:buNone/>
            </a:pPr>
            <a:endParaRPr lang="en-US" altLang="en-US"/>
          </a:p>
        </p:txBody>
      </p:sp>
      <p:sp>
        <p:nvSpPr>
          <p:cNvPr id="79876" name="Footer Placeholder 3">
            <a:extLst>
              <a:ext uri="{FF2B5EF4-FFF2-40B4-BE49-F238E27FC236}">
                <a16:creationId xmlns:a16="http://schemas.microsoft.com/office/drawing/2014/main" xmlns="" id="{DDE00B30-CB63-4D58-833F-EBA8B21BC99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9877" name="Slide Number Placeholder 4">
            <a:extLst>
              <a:ext uri="{FF2B5EF4-FFF2-40B4-BE49-F238E27FC236}">
                <a16:creationId xmlns:a16="http://schemas.microsoft.com/office/drawing/2014/main" xmlns="" id="{968CDCB0-DDD6-4487-945B-42224EA7CC2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descr="C:\Users\thomasn\Pictures\Thinkstock hmpix4\Thinkstock Nancy\people\124812677.jpg">
            <a:extLst>
              <a:ext uri="{FF2B5EF4-FFF2-40B4-BE49-F238E27FC236}">
                <a16:creationId xmlns:a16="http://schemas.microsoft.com/office/drawing/2014/main" xmlns="" id="{ECCE4A7D-E142-4517-B1B0-7CD32D28D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0" y="1143000"/>
            <a:ext cx="3949700"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Content Placeholder 2">
            <a:extLst>
              <a:ext uri="{FF2B5EF4-FFF2-40B4-BE49-F238E27FC236}">
                <a16:creationId xmlns:a16="http://schemas.microsoft.com/office/drawing/2014/main" xmlns="" id="{C0D27251-EE79-4B0F-99C2-57B900E3021F}"/>
              </a:ext>
            </a:extLst>
          </p:cNvPr>
          <p:cNvSpPr>
            <a:spLocks noGrp="1" noChangeArrowheads="1"/>
          </p:cNvSpPr>
          <p:nvPr>
            <p:ph idx="1"/>
          </p:nvPr>
        </p:nvSpPr>
        <p:spPr>
          <a:xfrm>
            <a:off x="2016125" y="1036638"/>
            <a:ext cx="4114800" cy="4830762"/>
          </a:xfrm>
        </p:spPr>
        <p:txBody>
          <a:bodyPr/>
          <a:lstStyle/>
          <a:p>
            <a:pPr marL="0" indent="0">
              <a:buNone/>
            </a:pPr>
            <a:r>
              <a:rPr lang="en-US" altLang="fr-FR">
                <a:solidFill>
                  <a:srgbClr val="595959"/>
                </a:solidFill>
              </a:rPr>
              <a:t>What negative choices have other people made that influenced the trajectory of my life?</a:t>
            </a:r>
          </a:p>
          <a:p>
            <a:pPr marL="0" indent="0">
              <a:buNone/>
            </a:pPr>
            <a:endParaRPr lang="en-US" altLang="fr-FR"/>
          </a:p>
          <a:p>
            <a:pPr marL="0" indent="0">
              <a:buNone/>
            </a:pPr>
            <a:r>
              <a:rPr lang="en-US" altLang="fr-FR"/>
              <a:t>How have I reacted to those circumstances?</a:t>
            </a:r>
            <a:endParaRPr lang="en-US" altLang="fr-FR">
              <a:solidFill>
                <a:srgbClr val="FFFFFF"/>
              </a:solidFill>
            </a:endParaRPr>
          </a:p>
        </p:txBody>
      </p:sp>
      <p:sp>
        <p:nvSpPr>
          <p:cNvPr id="81924" name="Footer Placeholder 3">
            <a:extLst>
              <a:ext uri="{FF2B5EF4-FFF2-40B4-BE49-F238E27FC236}">
                <a16:creationId xmlns:a16="http://schemas.microsoft.com/office/drawing/2014/main" xmlns="" id="{D5F509A8-0472-4550-9CB5-11F6172EA4A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1925" name="Slide Number Placeholder 4">
            <a:extLst>
              <a:ext uri="{FF2B5EF4-FFF2-40B4-BE49-F238E27FC236}">
                <a16:creationId xmlns:a16="http://schemas.microsoft.com/office/drawing/2014/main" xmlns="" id="{1C0CA29C-9E39-4F1E-8F0C-D3293A4861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2">
            <a:extLst>
              <a:ext uri="{FF2B5EF4-FFF2-40B4-BE49-F238E27FC236}">
                <a16:creationId xmlns:a16="http://schemas.microsoft.com/office/drawing/2014/main" xmlns="" id="{1EF77FB6-FBE8-44EB-9A63-C16F286C545F}"/>
              </a:ext>
            </a:extLst>
          </p:cNvPr>
          <p:cNvSpPr>
            <a:spLocks noGrp="1" noChangeArrowheads="1"/>
          </p:cNvSpPr>
          <p:nvPr>
            <p:ph idx="1"/>
          </p:nvPr>
        </p:nvSpPr>
        <p:spPr>
          <a:xfrm>
            <a:off x="1981200" y="609600"/>
            <a:ext cx="4419600" cy="4953000"/>
          </a:xfrm>
        </p:spPr>
        <p:txBody>
          <a:bodyPr/>
          <a:lstStyle/>
          <a:p>
            <a:pPr marL="0" indent="0">
              <a:buNone/>
            </a:pPr>
            <a:r>
              <a:rPr lang="en-US" altLang="en-US"/>
              <a:t>What freedoms do I enjoy that allow me to choose to change the direction in which I am heading?</a:t>
            </a:r>
          </a:p>
          <a:p>
            <a:pPr marL="0" indent="0">
              <a:buNone/>
            </a:pPr>
            <a:endParaRPr lang="en-US" altLang="en-US"/>
          </a:p>
        </p:txBody>
      </p:sp>
      <p:sp>
        <p:nvSpPr>
          <p:cNvPr id="83971" name="Footer Placeholder 3">
            <a:extLst>
              <a:ext uri="{FF2B5EF4-FFF2-40B4-BE49-F238E27FC236}">
                <a16:creationId xmlns:a16="http://schemas.microsoft.com/office/drawing/2014/main" xmlns="" id="{36CB70E1-67EB-43AF-B654-31994776AD2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3972" name="Slide Number Placeholder 4">
            <a:extLst>
              <a:ext uri="{FF2B5EF4-FFF2-40B4-BE49-F238E27FC236}">
                <a16:creationId xmlns:a16="http://schemas.microsoft.com/office/drawing/2014/main" xmlns="" id="{934B1870-6AED-4D44-AE49-9955E84AD47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32</a:t>
            </a:r>
          </a:p>
        </p:txBody>
      </p:sp>
      <p:pic>
        <p:nvPicPr>
          <p:cNvPr id="83973" name="Picture 2" descr="C:\Users\thomasn\Pictures\Thinkstock hmpix4\Thinkstock Nancy\people\stk22926ppm.jpg">
            <a:extLst>
              <a:ext uri="{FF2B5EF4-FFF2-40B4-BE49-F238E27FC236}">
                <a16:creationId xmlns:a16="http://schemas.microsoft.com/office/drawing/2014/main" xmlns="" id="{04694171-EC4A-47E5-985D-22501F21C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838201"/>
            <a:ext cx="3238500" cy="465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Content Placeholder 2">
            <a:extLst>
              <a:ext uri="{FF2B5EF4-FFF2-40B4-BE49-F238E27FC236}">
                <a16:creationId xmlns:a16="http://schemas.microsoft.com/office/drawing/2014/main" xmlns="" id="{6FCCB055-10D4-4F77-8253-3593D497FAFA}"/>
              </a:ext>
            </a:extLst>
          </p:cNvPr>
          <p:cNvSpPr>
            <a:spLocks noGrp="1" noChangeArrowheads="1"/>
          </p:cNvSpPr>
          <p:nvPr>
            <p:ph idx="1"/>
          </p:nvPr>
        </p:nvSpPr>
        <p:spPr>
          <a:xfrm>
            <a:off x="1981200" y="609600"/>
            <a:ext cx="4419600" cy="4953000"/>
          </a:xfrm>
        </p:spPr>
        <p:txBody>
          <a:bodyPr/>
          <a:lstStyle/>
          <a:p>
            <a:pPr marL="0" indent="0">
              <a:buNone/>
            </a:pPr>
            <a:r>
              <a:rPr lang="en-US" altLang="fr-FR">
                <a:solidFill>
                  <a:srgbClr val="595959"/>
                </a:solidFill>
              </a:rPr>
              <a:t>What freedoms do I enjoy that allow me to choose to change the direction in which I am heading?</a:t>
            </a:r>
          </a:p>
          <a:p>
            <a:pPr marL="0" indent="0">
              <a:buNone/>
            </a:pPr>
            <a:endParaRPr lang="en-US" altLang="fr-FR"/>
          </a:p>
          <a:p>
            <a:pPr marL="0" indent="0">
              <a:buNone/>
            </a:pPr>
            <a:r>
              <a:rPr lang="en-US" altLang="fr-FR"/>
              <a:t>How can I choose to improve my attitude even under less-than-ideal circumstances?</a:t>
            </a:r>
          </a:p>
          <a:p>
            <a:pPr marL="0" indent="0"/>
            <a:endParaRPr lang="en-US" altLang="fr-FR"/>
          </a:p>
        </p:txBody>
      </p:sp>
      <p:sp>
        <p:nvSpPr>
          <p:cNvPr id="86019" name="Footer Placeholder 3">
            <a:extLst>
              <a:ext uri="{FF2B5EF4-FFF2-40B4-BE49-F238E27FC236}">
                <a16:creationId xmlns:a16="http://schemas.microsoft.com/office/drawing/2014/main" xmlns="" id="{22C10DF0-3547-42D5-BE3F-3C36A96D7ED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6020" name="Slide Number Placeholder 4">
            <a:extLst>
              <a:ext uri="{FF2B5EF4-FFF2-40B4-BE49-F238E27FC236}">
                <a16:creationId xmlns:a16="http://schemas.microsoft.com/office/drawing/2014/main" xmlns="" id="{0DD5C42F-64BA-4906-BC4E-A5DAF3F9282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33</a:t>
            </a:r>
          </a:p>
        </p:txBody>
      </p:sp>
      <p:pic>
        <p:nvPicPr>
          <p:cNvPr id="86021" name="Picture 2" descr="C:\Users\thomasn\Pictures\Thinkstock hmpix4\Thinkstock Nancy\people\stk22926ppm.jpg">
            <a:extLst>
              <a:ext uri="{FF2B5EF4-FFF2-40B4-BE49-F238E27FC236}">
                <a16:creationId xmlns:a16="http://schemas.microsoft.com/office/drawing/2014/main" xmlns="" id="{B3FF2E9D-2A3C-4EB0-8602-66E60BE64D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838201"/>
            <a:ext cx="3238500" cy="465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2">
            <a:extLst>
              <a:ext uri="{FF2B5EF4-FFF2-40B4-BE49-F238E27FC236}">
                <a16:creationId xmlns:a16="http://schemas.microsoft.com/office/drawing/2014/main" xmlns="" id="{D31ECB21-A9A8-4145-864C-D911902AD5FE}"/>
              </a:ext>
            </a:extLst>
          </p:cNvPr>
          <p:cNvSpPr>
            <a:spLocks noGrp="1" noChangeArrowheads="1"/>
          </p:cNvSpPr>
          <p:nvPr>
            <p:ph idx="1"/>
          </p:nvPr>
        </p:nvSpPr>
        <p:spPr>
          <a:xfrm>
            <a:off x="1905000" y="457200"/>
            <a:ext cx="8534400" cy="5715000"/>
          </a:xfrm>
        </p:spPr>
        <p:txBody>
          <a:bodyPr/>
          <a:lstStyle/>
          <a:p>
            <a:pPr marL="0" indent="0" algn="ctr">
              <a:buNone/>
            </a:pPr>
            <a:r>
              <a:rPr lang="en-US" altLang="en-US" sz="3000">
                <a:solidFill>
                  <a:srgbClr val="FFFFFF"/>
                </a:solidFill>
              </a:rPr>
              <a:t>How many of the seven habits that influence longevity am I practicing regularly?</a:t>
            </a:r>
          </a:p>
          <a:p>
            <a:pPr marL="0" indent="0" algn="ctr">
              <a:buNone/>
            </a:pPr>
            <a:endParaRPr lang="en-US" altLang="en-US" sz="3000">
              <a:solidFill>
                <a:srgbClr val="FFFFFF"/>
              </a:solidFill>
            </a:endParaRPr>
          </a:p>
          <a:p>
            <a:pPr marL="0" indent="0" algn="ctr">
              <a:buNone/>
            </a:pPr>
            <a:endParaRPr lang="en-US" altLang="en-US" sz="3000">
              <a:solidFill>
                <a:srgbClr val="FFFFFF"/>
              </a:solidFill>
            </a:endParaRPr>
          </a:p>
          <a:p>
            <a:pPr marL="0" indent="0" algn="ctr">
              <a:buNone/>
            </a:pPr>
            <a:endParaRPr lang="en-US" altLang="en-US" sz="3000">
              <a:solidFill>
                <a:srgbClr val="FFFFFF"/>
              </a:solidFill>
            </a:endParaRPr>
          </a:p>
          <a:p>
            <a:pPr marL="0" indent="0" algn="ctr">
              <a:buNone/>
            </a:pPr>
            <a:endParaRPr lang="en-US" altLang="en-US" sz="3000">
              <a:solidFill>
                <a:srgbClr val="FFFFFF"/>
              </a:solidFill>
            </a:endParaRPr>
          </a:p>
          <a:p>
            <a:pPr marL="0" indent="0" algn="ctr">
              <a:buNone/>
            </a:pPr>
            <a:endParaRPr lang="en-US" altLang="en-US" sz="3000">
              <a:solidFill>
                <a:srgbClr val="FFFFFF"/>
              </a:solidFill>
            </a:endParaRPr>
          </a:p>
          <a:p>
            <a:pPr marL="0" indent="0" algn="ctr">
              <a:buNone/>
            </a:pPr>
            <a:endParaRPr lang="en-US" altLang="en-US" sz="3000">
              <a:solidFill>
                <a:srgbClr val="FFFFFF"/>
              </a:solidFill>
            </a:endParaRPr>
          </a:p>
        </p:txBody>
      </p:sp>
      <p:sp>
        <p:nvSpPr>
          <p:cNvPr id="88067" name="Footer Placeholder 3">
            <a:extLst>
              <a:ext uri="{FF2B5EF4-FFF2-40B4-BE49-F238E27FC236}">
                <a16:creationId xmlns:a16="http://schemas.microsoft.com/office/drawing/2014/main" xmlns="" id="{CC9670B1-A85B-4051-801A-24EE995C4D5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88068" name="Slide Number Placeholder 4">
            <a:extLst>
              <a:ext uri="{FF2B5EF4-FFF2-40B4-BE49-F238E27FC236}">
                <a16:creationId xmlns:a16="http://schemas.microsoft.com/office/drawing/2014/main" xmlns="" id="{0474059F-7DE7-4238-881F-F89BA137EC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34</a:t>
            </a:r>
          </a:p>
        </p:txBody>
      </p:sp>
      <p:pic>
        <p:nvPicPr>
          <p:cNvPr id="88069" name="Picture 2" descr="C:\Users\thomasn\Pictures\Thinkstock hmpix4\Thinkstock Nancy\people\74076661.jpg">
            <a:extLst>
              <a:ext uri="{FF2B5EF4-FFF2-40B4-BE49-F238E27FC236}">
                <a16:creationId xmlns:a16="http://schemas.microsoft.com/office/drawing/2014/main" xmlns="" id="{21F1880C-1F87-4908-BE72-C2076757A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7400" y="1828800"/>
            <a:ext cx="55118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ntent Placeholder 2">
            <a:extLst>
              <a:ext uri="{FF2B5EF4-FFF2-40B4-BE49-F238E27FC236}">
                <a16:creationId xmlns:a16="http://schemas.microsoft.com/office/drawing/2014/main" xmlns="" id="{53976C11-DFA1-4B1F-AB2C-69539F57E8C0}"/>
              </a:ext>
            </a:extLst>
          </p:cNvPr>
          <p:cNvSpPr>
            <a:spLocks noGrp="1" noChangeArrowheads="1"/>
          </p:cNvSpPr>
          <p:nvPr>
            <p:ph idx="1"/>
          </p:nvPr>
        </p:nvSpPr>
        <p:spPr>
          <a:xfrm>
            <a:off x="1828800" y="1828800"/>
            <a:ext cx="4953000" cy="3048000"/>
          </a:xfrm>
        </p:spPr>
        <p:txBody>
          <a:bodyPr/>
          <a:lstStyle/>
          <a:p>
            <a:pPr marL="0" indent="0">
              <a:buNone/>
            </a:pPr>
            <a:endParaRPr lang="en-US" altLang="en-US" sz="3000">
              <a:solidFill>
                <a:srgbClr val="FFFFFF"/>
              </a:solidFill>
            </a:endParaRPr>
          </a:p>
          <a:p>
            <a:pPr marL="0" indent="0">
              <a:buNone/>
            </a:pPr>
            <a:endParaRPr lang="en-US" altLang="en-US" sz="3000">
              <a:solidFill>
                <a:srgbClr val="FFFFFF"/>
              </a:solidFill>
            </a:endParaRPr>
          </a:p>
          <a:p>
            <a:pPr marL="0" indent="0">
              <a:buNone/>
            </a:pPr>
            <a:endParaRPr lang="en-US" altLang="en-US" sz="3000">
              <a:solidFill>
                <a:srgbClr val="FFFFFF"/>
              </a:solidFill>
            </a:endParaRPr>
          </a:p>
          <a:p>
            <a:pPr marL="0" indent="0">
              <a:buNone/>
            </a:pPr>
            <a:endParaRPr lang="en-US" altLang="en-US" sz="3000">
              <a:solidFill>
                <a:srgbClr val="FFFFFF"/>
              </a:solidFill>
            </a:endParaRPr>
          </a:p>
          <a:p>
            <a:pPr marL="0" indent="0">
              <a:buNone/>
            </a:pPr>
            <a:r>
              <a:rPr lang="en-US" altLang="en-US" sz="3000">
                <a:solidFill>
                  <a:srgbClr val="FFFFFF"/>
                </a:solidFill>
              </a:rPr>
              <a:t> </a:t>
            </a:r>
            <a:endParaRPr lang="en-US" altLang="en-US" sz="3000"/>
          </a:p>
        </p:txBody>
      </p:sp>
      <p:sp>
        <p:nvSpPr>
          <p:cNvPr id="90115" name="Footer Placeholder 3">
            <a:extLst>
              <a:ext uri="{FF2B5EF4-FFF2-40B4-BE49-F238E27FC236}">
                <a16:creationId xmlns:a16="http://schemas.microsoft.com/office/drawing/2014/main" xmlns="" id="{DA76CF28-23BE-47ED-B28F-8DC10775E2A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90116" name="Slide Number Placeholder 4">
            <a:extLst>
              <a:ext uri="{FF2B5EF4-FFF2-40B4-BE49-F238E27FC236}">
                <a16:creationId xmlns:a16="http://schemas.microsoft.com/office/drawing/2014/main" xmlns="" id="{3650D4ED-D2E7-4918-9B7A-5D658210A83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35</a:t>
            </a:r>
          </a:p>
        </p:txBody>
      </p:sp>
      <p:pic>
        <p:nvPicPr>
          <p:cNvPr id="90117" name="Picture 2" descr="H:\For Merle\Chapter 2 - exercise\122429907 - smiling fitness instructor.jpg">
            <a:extLst>
              <a:ext uri="{FF2B5EF4-FFF2-40B4-BE49-F238E27FC236}">
                <a16:creationId xmlns:a16="http://schemas.microsoft.com/office/drawing/2014/main" xmlns="" id="{CC58597D-F7F5-4D23-8E67-B066F5EC0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3763" y="838200"/>
            <a:ext cx="3389312"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Rectangle 1">
            <a:extLst>
              <a:ext uri="{FF2B5EF4-FFF2-40B4-BE49-F238E27FC236}">
                <a16:creationId xmlns:a16="http://schemas.microsoft.com/office/drawing/2014/main" xmlns="" id="{77282162-C698-403E-882D-0CC37922E1D9}"/>
              </a:ext>
            </a:extLst>
          </p:cNvPr>
          <p:cNvSpPr>
            <a:spLocks noChangeArrowheads="1"/>
          </p:cNvSpPr>
          <p:nvPr/>
        </p:nvSpPr>
        <p:spPr bwMode="auto">
          <a:xfrm>
            <a:off x="2133600" y="1752600"/>
            <a:ext cx="4572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en-US" sz="3000">
                <a:solidFill>
                  <a:srgbClr val="FFFFFF"/>
                </a:solidFill>
                <a:latin typeface="Arial" panose="020B0604020202020204" pitchFamily="34" charset="0"/>
                <a:ea typeface="MS PGothic" panose="020B0600070205080204" pitchFamily="34" charset="-128"/>
                <a:cs typeface="Arial" panose="020B0604020202020204" pitchFamily="34" charset="0"/>
              </a:rPr>
              <a:t>Am I getting sufficient sleep, exercising regularly, avoiding tobacco and alcohol, eating a good breakfast and not eating between meals?</a:t>
            </a:r>
            <a:endParaRPr lang="en-US" altLang="en-US" sz="30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buFontTx/>
              <a:buNone/>
            </a:pPr>
            <a:endParaRPr lang="en-US" altLang="en-US" sz="3000">
              <a:solidFill>
                <a:schemeClr val="tx1"/>
              </a:solidFill>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a:extLst>
              <a:ext uri="{FF2B5EF4-FFF2-40B4-BE49-F238E27FC236}">
                <a16:creationId xmlns:a16="http://schemas.microsoft.com/office/drawing/2014/main" xmlns="" id="{50588677-B733-479A-B503-2E4BECDA9A95}"/>
              </a:ext>
            </a:extLst>
          </p:cNvPr>
          <p:cNvSpPr>
            <a:spLocks noGrp="1" noChangeArrowheads="1"/>
          </p:cNvSpPr>
          <p:nvPr>
            <p:ph idx="1"/>
          </p:nvPr>
        </p:nvSpPr>
        <p:spPr>
          <a:xfrm>
            <a:off x="1981200" y="1447800"/>
            <a:ext cx="4114800" cy="4800600"/>
          </a:xfrm>
        </p:spPr>
        <p:txBody>
          <a:bodyPr/>
          <a:lstStyle/>
          <a:p>
            <a:pPr marL="0" indent="0">
              <a:buNone/>
            </a:pPr>
            <a:r>
              <a:rPr lang="en-US" altLang="fr-FR"/>
              <a:t>Is my Body Mass Index (BMI)</a:t>
            </a:r>
          </a:p>
          <a:p>
            <a:pPr marL="0" indent="0">
              <a:buNone/>
            </a:pPr>
            <a:r>
              <a:rPr lang="en-US" altLang="fr-FR"/>
              <a:t>or weight to height ratio within recommended limits? </a:t>
            </a:r>
          </a:p>
          <a:p>
            <a:pPr marL="0" indent="0">
              <a:buNone/>
            </a:pPr>
            <a:endParaRPr lang="en-US" altLang="fr-FR" sz="3000"/>
          </a:p>
          <a:p>
            <a:pPr marL="0" indent="0">
              <a:buNone/>
            </a:pPr>
            <a:endParaRPr lang="en-US" altLang="fr-FR"/>
          </a:p>
          <a:p>
            <a:pPr marL="0" indent="0">
              <a:buNone/>
            </a:pPr>
            <a:endParaRPr lang="en-US" altLang="fr-FR"/>
          </a:p>
          <a:p>
            <a:pPr marL="0" indent="0">
              <a:buNone/>
            </a:pPr>
            <a:r>
              <a:rPr lang="en-US" altLang="fr-FR" sz="2000">
                <a:solidFill>
                  <a:srgbClr val="FFFFFF"/>
                </a:solidFill>
              </a:rPr>
              <a:t>www.nhlbisupport.com/bmi</a:t>
            </a:r>
            <a:r>
              <a:rPr lang="en-US" altLang="fr-FR" sz="2000"/>
              <a:t> for a handy calculator.</a:t>
            </a:r>
          </a:p>
        </p:txBody>
      </p:sp>
      <p:sp>
        <p:nvSpPr>
          <p:cNvPr id="92163" name="Footer Placeholder 3">
            <a:extLst>
              <a:ext uri="{FF2B5EF4-FFF2-40B4-BE49-F238E27FC236}">
                <a16:creationId xmlns:a16="http://schemas.microsoft.com/office/drawing/2014/main" xmlns="" id="{7B35E9DD-3919-4792-A3C2-22A6D1DA7BF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92164" name="Slide Number Placeholder 4">
            <a:extLst>
              <a:ext uri="{FF2B5EF4-FFF2-40B4-BE49-F238E27FC236}">
                <a16:creationId xmlns:a16="http://schemas.microsoft.com/office/drawing/2014/main" xmlns="" id="{92F3A0E0-3AAF-4E6A-BCDB-E1FACAA736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36</a:t>
            </a:r>
          </a:p>
        </p:txBody>
      </p:sp>
      <p:pic>
        <p:nvPicPr>
          <p:cNvPr id="92165" name="Picture 2" descr="C:\Users\thomasn\Pictures\Thinkstock hmpix4\Thinkstock Nancy\Exercise, sports, outdoor activity, obesity\100660512.jpg">
            <a:extLst>
              <a:ext uri="{FF2B5EF4-FFF2-40B4-BE49-F238E27FC236}">
                <a16:creationId xmlns:a16="http://schemas.microsoft.com/office/drawing/2014/main" xmlns="" id="{C6AB25D2-5358-4849-9F6B-1B5FB4899B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214" y="1470026"/>
            <a:ext cx="3913187"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Content Placeholder 2">
            <a:extLst>
              <a:ext uri="{FF2B5EF4-FFF2-40B4-BE49-F238E27FC236}">
                <a16:creationId xmlns:a16="http://schemas.microsoft.com/office/drawing/2014/main" xmlns="" id="{16634764-CCB5-4D91-BD62-BD98D62B8EE7}"/>
              </a:ext>
            </a:extLst>
          </p:cNvPr>
          <p:cNvSpPr>
            <a:spLocks noGrp="1" noChangeArrowheads="1"/>
          </p:cNvSpPr>
          <p:nvPr>
            <p:ph idx="1"/>
          </p:nvPr>
        </p:nvSpPr>
        <p:spPr>
          <a:xfrm>
            <a:off x="2089150" y="1447800"/>
            <a:ext cx="4006850" cy="4648200"/>
          </a:xfrm>
        </p:spPr>
        <p:txBody>
          <a:bodyPr/>
          <a:lstStyle/>
          <a:p>
            <a:pPr marL="0" indent="0">
              <a:buNone/>
            </a:pPr>
            <a:r>
              <a:rPr lang="en-US" altLang="fr-FR" sz="3000"/>
              <a:t>Which ones will I choose to introduce into my lifestyle today?</a:t>
            </a:r>
          </a:p>
          <a:p>
            <a:pPr marL="0" indent="0">
              <a:buNone/>
            </a:pPr>
            <a:r>
              <a:rPr lang="en-US" altLang="fr-FR" sz="3000"/>
              <a:t> </a:t>
            </a:r>
          </a:p>
          <a:p>
            <a:pPr marL="0" indent="0">
              <a:buNone/>
            </a:pPr>
            <a:endParaRPr lang="en-US" altLang="fr-FR" sz="3000"/>
          </a:p>
          <a:p>
            <a:pPr marL="0" indent="0">
              <a:buNone/>
            </a:pPr>
            <a:r>
              <a:rPr lang="en-US" altLang="fr-FR" sz="3000"/>
              <a:t>Could I improve on any of the seven?</a:t>
            </a:r>
          </a:p>
          <a:p>
            <a:pPr marL="0" indent="0"/>
            <a:endParaRPr lang="en-US" altLang="fr-FR" sz="3000"/>
          </a:p>
        </p:txBody>
      </p:sp>
      <p:sp>
        <p:nvSpPr>
          <p:cNvPr id="94211" name="Footer Placeholder 3">
            <a:extLst>
              <a:ext uri="{FF2B5EF4-FFF2-40B4-BE49-F238E27FC236}">
                <a16:creationId xmlns:a16="http://schemas.microsoft.com/office/drawing/2014/main" xmlns="" id="{6D4A151C-4D68-41E1-9E96-077812CAED5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94212" name="Slide Number Placeholder 4">
            <a:extLst>
              <a:ext uri="{FF2B5EF4-FFF2-40B4-BE49-F238E27FC236}">
                <a16:creationId xmlns:a16="http://schemas.microsoft.com/office/drawing/2014/main" xmlns="" id="{FD275B52-EFE1-465B-8EAF-8F3706439C3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37</a:t>
            </a:r>
          </a:p>
        </p:txBody>
      </p:sp>
      <p:pic>
        <p:nvPicPr>
          <p:cNvPr id="94213" name="Picture 2" descr="G:\For Merle\Chapter 3 - liquids\140475101 - young man on bench.jpg">
            <a:extLst>
              <a:ext uri="{FF2B5EF4-FFF2-40B4-BE49-F238E27FC236}">
                <a16:creationId xmlns:a16="http://schemas.microsoft.com/office/drawing/2014/main" xmlns="" id="{4A1E61ED-CA73-462F-B268-962600A85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1" y="1309688"/>
            <a:ext cx="3878263" cy="432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a:extLst>
              <a:ext uri="{FF2B5EF4-FFF2-40B4-BE49-F238E27FC236}">
                <a16:creationId xmlns:a16="http://schemas.microsoft.com/office/drawing/2014/main" xmlns="" id="{2F178E0C-2491-4D58-9068-5059882DA380}"/>
              </a:ext>
            </a:extLst>
          </p:cNvPr>
          <p:cNvSpPr>
            <a:spLocks noGrp="1"/>
          </p:cNvSpPr>
          <p:nvPr>
            <p:ph idx="1"/>
          </p:nvPr>
        </p:nvSpPr>
        <p:spPr>
          <a:xfrm>
            <a:off x="2057400" y="2057401"/>
            <a:ext cx="4267200" cy="2620963"/>
          </a:xfrm>
        </p:spPr>
        <p:txBody>
          <a:bodyPr rtlCol="0">
            <a:normAutofit/>
          </a:bodyPr>
          <a:lstStyle/>
          <a:p>
            <a:pPr marL="0" indent="0">
              <a:buNone/>
              <a:defRPr/>
            </a:pPr>
            <a:r>
              <a:rPr lang="en-US" altLang="en-US" sz="3000">
                <a:solidFill>
                  <a:srgbClr val="FFFFFF"/>
                </a:solidFill>
              </a:rPr>
              <a:t>Chris went out to a business dinner after a long day at work. Before leaving he was accused of something he had not done. </a:t>
            </a:r>
            <a:endParaRPr lang="en-US" altLang="en-US" sz="3000">
              <a:solidFill>
                <a:schemeClr val="tx1">
                  <a:lumMod val="85000"/>
                  <a:lumOff val="15000"/>
                </a:schemeClr>
              </a:solidFill>
            </a:endParaRPr>
          </a:p>
        </p:txBody>
      </p:sp>
      <p:sp>
        <p:nvSpPr>
          <p:cNvPr id="96259" name="Footer Placeholder 3">
            <a:extLst>
              <a:ext uri="{FF2B5EF4-FFF2-40B4-BE49-F238E27FC236}">
                <a16:creationId xmlns:a16="http://schemas.microsoft.com/office/drawing/2014/main" xmlns="" id="{A87B0905-6F35-42ED-B82A-914292F3A24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96260" name="Slide Number Placeholder 4">
            <a:extLst>
              <a:ext uri="{FF2B5EF4-FFF2-40B4-BE49-F238E27FC236}">
                <a16:creationId xmlns:a16="http://schemas.microsoft.com/office/drawing/2014/main" xmlns="" id="{20594151-BB57-4F98-B51F-F06DDE759C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38</a:t>
            </a:r>
          </a:p>
        </p:txBody>
      </p:sp>
      <p:pic>
        <p:nvPicPr>
          <p:cNvPr id="96261" name="Picture 2" descr="C:\Users\thomasn\Pictures\Thinkstock hmpix4\Thinkstock Nancy\people\139981409 - state of mind.jpg">
            <a:extLst>
              <a:ext uri="{FF2B5EF4-FFF2-40B4-BE49-F238E27FC236}">
                <a16:creationId xmlns:a16="http://schemas.microsoft.com/office/drawing/2014/main" xmlns="" id="{65439F05-72B9-4F6A-8827-BC7BAEFC8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6114" y="1752600"/>
            <a:ext cx="31384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Content Placeholder 2">
            <a:extLst>
              <a:ext uri="{FF2B5EF4-FFF2-40B4-BE49-F238E27FC236}">
                <a16:creationId xmlns:a16="http://schemas.microsoft.com/office/drawing/2014/main" xmlns="" id="{90897316-D9D4-4CB7-AE25-1FE07878D0B2}"/>
              </a:ext>
            </a:extLst>
          </p:cNvPr>
          <p:cNvSpPr>
            <a:spLocks noGrp="1"/>
          </p:cNvSpPr>
          <p:nvPr>
            <p:ph idx="1"/>
          </p:nvPr>
        </p:nvSpPr>
        <p:spPr>
          <a:xfrm>
            <a:off x="2057400" y="1752600"/>
            <a:ext cx="3886200" cy="2667000"/>
          </a:xfrm>
        </p:spPr>
        <p:txBody>
          <a:bodyPr rtlCol="0">
            <a:normAutofit/>
          </a:bodyPr>
          <a:lstStyle/>
          <a:p>
            <a:pPr marL="0" indent="0">
              <a:buNone/>
              <a:defRPr/>
            </a:pPr>
            <a:r>
              <a:rPr lang="en-US" altLang="fr-FR" sz="3000">
                <a:solidFill>
                  <a:srgbClr val="FFFFFF"/>
                </a:solidFill>
              </a:rPr>
              <a:t>He later tells a friend that after a few drinks he relaxed and decided to resign his job, move to a different city, and look for work there. </a:t>
            </a:r>
          </a:p>
          <a:p>
            <a:pPr marL="0" indent="0">
              <a:buFont typeface="Arial"/>
              <a:buChar char="•"/>
              <a:defRPr/>
            </a:pPr>
            <a:endParaRPr lang="en-US" altLang="fr-FR" sz="3000">
              <a:solidFill>
                <a:schemeClr val="tx1">
                  <a:lumMod val="85000"/>
                  <a:lumOff val="15000"/>
                </a:schemeClr>
              </a:solidFill>
            </a:endParaRPr>
          </a:p>
        </p:txBody>
      </p:sp>
      <p:sp>
        <p:nvSpPr>
          <p:cNvPr id="98307" name="Footer Placeholder 3">
            <a:extLst>
              <a:ext uri="{FF2B5EF4-FFF2-40B4-BE49-F238E27FC236}">
                <a16:creationId xmlns:a16="http://schemas.microsoft.com/office/drawing/2014/main" xmlns="" id="{EF5A1EFA-4337-4B54-95F6-2321BC31429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98308" name="Slide Number Placeholder 4">
            <a:extLst>
              <a:ext uri="{FF2B5EF4-FFF2-40B4-BE49-F238E27FC236}">
                <a16:creationId xmlns:a16="http://schemas.microsoft.com/office/drawing/2014/main" xmlns="" id="{FF739DD8-A2B3-4BCF-BA4A-E8EED956A68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39</a:t>
            </a:r>
          </a:p>
        </p:txBody>
      </p:sp>
      <p:pic>
        <p:nvPicPr>
          <p:cNvPr id="98309" name="Picture 2" descr="C:\Users\thomasn\Pictures\Thinkstock hmpix4\Thinkstock Nancy\people\139981409 - state of mind.jpg">
            <a:extLst>
              <a:ext uri="{FF2B5EF4-FFF2-40B4-BE49-F238E27FC236}">
                <a16:creationId xmlns:a16="http://schemas.microsoft.com/office/drawing/2014/main" xmlns="" id="{3B07A3CC-17AB-40E0-841E-70ED7F52F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1" y="1752600"/>
            <a:ext cx="304006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2">
            <a:extLst>
              <a:ext uri="{FF2B5EF4-FFF2-40B4-BE49-F238E27FC236}">
                <a16:creationId xmlns:a16="http://schemas.microsoft.com/office/drawing/2014/main" xmlns="" id="{809E12DD-18F1-45BF-A4A9-308FCD1670B1}"/>
              </a:ext>
            </a:extLst>
          </p:cNvPr>
          <p:cNvSpPr>
            <a:spLocks noGrp="1" noChangeArrowheads="1"/>
          </p:cNvSpPr>
          <p:nvPr>
            <p:ph idx="1"/>
          </p:nvPr>
        </p:nvSpPr>
        <p:spPr>
          <a:xfrm>
            <a:off x="2057400" y="1265238"/>
            <a:ext cx="4267200" cy="4525962"/>
          </a:xfrm>
        </p:spPr>
        <p:txBody>
          <a:bodyPr/>
          <a:lstStyle/>
          <a:p>
            <a:pPr marL="0" indent="0">
              <a:buNone/>
            </a:pPr>
            <a:r>
              <a:rPr lang="en-US" altLang="fr-FR" sz="3000">
                <a:solidFill>
                  <a:srgbClr val="FFFFFF"/>
                </a:solidFill>
              </a:rPr>
              <a:t>What influenced his hasty decision?</a:t>
            </a:r>
          </a:p>
          <a:p>
            <a:pPr marL="0" indent="0">
              <a:buNone/>
            </a:pPr>
            <a:r>
              <a:rPr lang="en-US" altLang="fr-FR" sz="3000">
                <a:solidFill>
                  <a:srgbClr val="FFFFFF"/>
                </a:solidFill>
              </a:rPr>
              <a:t> </a:t>
            </a:r>
          </a:p>
          <a:p>
            <a:pPr marL="0" indent="0"/>
            <a:endParaRPr lang="en-US" altLang="fr-FR" sz="3000"/>
          </a:p>
        </p:txBody>
      </p:sp>
      <p:sp>
        <p:nvSpPr>
          <p:cNvPr id="100355" name="Footer Placeholder 3">
            <a:extLst>
              <a:ext uri="{FF2B5EF4-FFF2-40B4-BE49-F238E27FC236}">
                <a16:creationId xmlns:a16="http://schemas.microsoft.com/office/drawing/2014/main" xmlns="" id="{17830778-F395-43B4-A48B-AA5A8CFC86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00356" name="Slide Number Placeholder 4">
            <a:extLst>
              <a:ext uri="{FF2B5EF4-FFF2-40B4-BE49-F238E27FC236}">
                <a16:creationId xmlns:a16="http://schemas.microsoft.com/office/drawing/2014/main" xmlns="" id="{B52B7427-B761-4739-938A-8BCFBF008E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40</a:t>
            </a:r>
          </a:p>
        </p:txBody>
      </p:sp>
      <p:pic>
        <p:nvPicPr>
          <p:cNvPr id="100357" name="Picture 2" descr="C:\Users\thomasn\Pictures\Thinkstock hmpix4\Thinkstock Nancy\people\139981409 - state of mind.jpg">
            <a:extLst>
              <a:ext uri="{FF2B5EF4-FFF2-40B4-BE49-F238E27FC236}">
                <a16:creationId xmlns:a16="http://schemas.microsoft.com/office/drawing/2014/main" xmlns="" id="{75D845AF-F48C-4653-AF1F-49C2AA7A1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050" y="1295400"/>
            <a:ext cx="389255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2">
            <a:extLst>
              <a:ext uri="{FF2B5EF4-FFF2-40B4-BE49-F238E27FC236}">
                <a16:creationId xmlns:a16="http://schemas.microsoft.com/office/drawing/2014/main" xmlns="" id="{0CCD1E27-B3B8-4DBF-A2E9-75BA3389C7A4}"/>
              </a:ext>
            </a:extLst>
          </p:cNvPr>
          <p:cNvSpPr>
            <a:spLocks noGrp="1" noChangeArrowheads="1"/>
          </p:cNvSpPr>
          <p:nvPr>
            <p:ph idx="1"/>
          </p:nvPr>
        </p:nvSpPr>
        <p:spPr>
          <a:xfrm>
            <a:off x="2057400" y="1265238"/>
            <a:ext cx="4267200" cy="4525962"/>
          </a:xfrm>
        </p:spPr>
        <p:txBody>
          <a:bodyPr/>
          <a:lstStyle/>
          <a:p>
            <a:pPr marL="0" indent="0">
              <a:buNone/>
            </a:pPr>
            <a:r>
              <a:rPr lang="en-US" altLang="fr-FR" sz="3000">
                <a:solidFill>
                  <a:srgbClr val="595959"/>
                </a:solidFill>
              </a:rPr>
              <a:t>What influenced his hasty decision?</a:t>
            </a:r>
          </a:p>
          <a:p>
            <a:pPr marL="0" indent="0">
              <a:buNone/>
            </a:pPr>
            <a:r>
              <a:rPr lang="en-US" altLang="fr-FR" sz="3000">
                <a:solidFill>
                  <a:srgbClr val="FFFFFF"/>
                </a:solidFill>
              </a:rPr>
              <a:t> </a:t>
            </a:r>
          </a:p>
          <a:p>
            <a:pPr marL="0" indent="0">
              <a:buNone/>
            </a:pPr>
            <a:r>
              <a:rPr lang="en-US" altLang="fr-FR" sz="3000">
                <a:solidFill>
                  <a:srgbClr val="FFFFFF"/>
                </a:solidFill>
              </a:rPr>
              <a:t>What did he forget to do? </a:t>
            </a:r>
          </a:p>
          <a:p>
            <a:pPr marL="0" indent="0">
              <a:buNone/>
            </a:pPr>
            <a:endParaRPr lang="en-US" altLang="fr-FR" sz="3000">
              <a:solidFill>
                <a:srgbClr val="FFFFFF"/>
              </a:solidFill>
            </a:endParaRPr>
          </a:p>
          <a:p>
            <a:pPr marL="0" indent="0"/>
            <a:endParaRPr lang="en-US" altLang="fr-FR" sz="3000"/>
          </a:p>
        </p:txBody>
      </p:sp>
      <p:sp>
        <p:nvSpPr>
          <p:cNvPr id="102403" name="Footer Placeholder 3">
            <a:extLst>
              <a:ext uri="{FF2B5EF4-FFF2-40B4-BE49-F238E27FC236}">
                <a16:creationId xmlns:a16="http://schemas.microsoft.com/office/drawing/2014/main" xmlns="" id="{4E2E064A-3A45-4491-B232-D86BB26E004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02404" name="Slide Number Placeholder 4">
            <a:extLst>
              <a:ext uri="{FF2B5EF4-FFF2-40B4-BE49-F238E27FC236}">
                <a16:creationId xmlns:a16="http://schemas.microsoft.com/office/drawing/2014/main" xmlns="" id="{D1BD333B-A775-4851-A808-6F6919B746D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41</a:t>
            </a:r>
          </a:p>
        </p:txBody>
      </p:sp>
      <p:pic>
        <p:nvPicPr>
          <p:cNvPr id="102405" name="Picture 2" descr="C:\Users\thomasn\Pictures\Thinkstock hmpix4\Thinkstock Nancy\people\139981409 - state of mind.jpg">
            <a:extLst>
              <a:ext uri="{FF2B5EF4-FFF2-40B4-BE49-F238E27FC236}">
                <a16:creationId xmlns:a16="http://schemas.microsoft.com/office/drawing/2014/main" xmlns="" id="{F2EA345F-2E8B-4F01-90DB-8FAA28926B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050" y="1295400"/>
            <a:ext cx="389255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Content Placeholder 2">
            <a:extLst>
              <a:ext uri="{FF2B5EF4-FFF2-40B4-BE49-F238E27FC236}">
                <a16:creationId xmlns:a16="http://schemas.microsoft.com/office/drawing/2014/main" xmlns="" id="{A2B7203E-8F4A-4850-97EE-842599E65787}"/>
              </a:ext>
            </a:extLst>
          </p:cNvPr>
          <p:cNvSpPr>
            <a:spLocks noGrp="1" noChangeArrowheads="1"/>
          </p:cNvSpPr>
          <p:nvPr>
            <p:ph idx="1"/>
          </p:nvPr>
        </p:nvSpPr>
        <p:spPr>
          <a:xfrm>
            <a:off x="2057400" y="1265238"/>
            <a:ext cx="4267200" cy="4525962"/>
          </a:xfrm>
        </p:spPr>
        <p:txBody>
          <a:bodyPr/>
          <a:lstStyle/>
          <a:p>
            <a:pPr marL="0" indent="0">
              <a:buNone/>
            </a:pPr>
            <a:r>
              <a:rPr lang="en-US" altLang="fr-FR" sz="3000">
                <a:solidFill>
                  <a:srgbClr val="595959"/>
                </a:solidFill>
              </a:rPr>
              <a:t>What influenced his hasty decision?</a:t>
            </a:r>
          </a:p>
          <a:p>
            <a:pPr marL="0" indent="0">
              <a:buNone/>
            </a:pPr>
            <a:r>
              <a:rPr lang="en-US" altLang="fr-FR" sz="3000">
                <a:solidFill>
                  <a:srgbClr val="FFFFFF"/>
                </a:solidFill>
              </a:rPr>
              <a:t> </a:t>
            </a:r>
          </a:p>
          <a:p>
            <a:pPr marL="0" indent="0">
              <a:buNone/>
            </a:pPr>
            <a:r>
              <a:rPr lang="en-US" altLang="fr-FR" sz="3000">
                <a:solidFill>
                  <a:srgbClr val="595959"/>
                </a:solidFill>
              </a:rPr>
              <a:t>What did he forget to do? </a:t>
            </a:r>
          </a:p>
          <a:p>
            <a:pPr marL="0" indent="0">
              <a:buNone/>
            </a:pPr>
            <a:endParaRPr lang="en-US" altLang="fr-FR" sz="3000">
              <a:solidFill>
                <a:srgbClr val="FFFFFF"/>
              </a:solidFill>
            </a:endParaRPr>
          </a:p>
          <a:p>
            <a:pPr marL="0" indent="0">
              <a:buNone/>
            </a:pPr>
            <a:r>
              <a:rPr lang="en-US" altLang="fr-FR" sz="3000">
                <a:solidFill>
                  <a:srgbClr val="FFFFFF"/>
                </a:solidFill>
              </a:rPr>
              <a:t>How would I have acted in a similar situation?</a:t>
            </a:r>
          </a:p>
          <a:p>
            <a:pPr marL="0" indent="0"/>
            <a:endParaRPr lang="en-US" altLang="fr-FR" sz="3000"/>
          </a:p>
        </p:txBody>
      </p:sp>
      <p:sp>
        <p:nvSpPr>
          <p:cNvPr id="104451" name="Footer Placeholder 3">
            <a:extLst>
              <a:ext uri="{FF2B5EF4-FFF2-40B4-BE49-F238E27FC236}">
                <a16:creationId xmlns:a16="http://schemas.microsoft.com/office/drawing/2014/main" xmlns="" id="{8DC268B9-FD39-475F-9B7E-21C16F4F082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04452" name="Slide Number Placeholder 4">
            <a:extLst>
              <a:ext uri="{FF2B5EF4-FFF2-40B4-BE49-F238E27FC236}">
                <a16:creationId xmlns:a16="http://schemas.microsoft.com/office/drawing/2014/main" xmlns="" id="{1DE28412-5378-41BC-9EC3-0BBFC423E5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42</a:t>
            </a:r>
          </a:p>
        </p:txBody>
      </p:sp>
      <p:pic>
        <p:nvPicPr>
          <p:cNvPr id="104453" name="Picture 2" descr="C:\Users\thomasn\Pictures\Thinkstock hmpix4\Thinkstock Nancy\people\139981409 - state of mind.jpg">
            <a:extLst>
              <a:ext uri="{FF2B5EF4-FFF2-40B4-BE49-F238E27FC236}">
                <a16:creationId xmlns:a16="http://schemas.microsoft.com/office/drawing/2014/main" xmlns="" id="{3422FD34-A316-4F86-837B-E359F08C2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050" y="1295400"/>
            <a:ext cx="389255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2">
            <a:extLst>
              <a:ext uri="{FF2B5EF4-FFF2-40B4-BE49-F238E27FC236}">
                <a16:creationId xmlns:a16="http://schemas.microsoft.com/office/drawing/2014/main" xmlns="" id="{CF3F8A1F-C95F-4C56-B827-91E2D5D964B4}"/>
              </a:ext>
            </a:extLst>
          </p:cNvPr>
          <p:cNvSpPr>
            <a:spLocks noGrp="1" noChangeArrowheads="1"/>
          </p:cNvSpPr>
          <p:nvPr>
            <p:ph idx="1"/>
          </p:nvPr>
        </p:nvSpPr>
        <p:spPr>
          <a:xfrm>
            <a:off x="1981200" y="838200"/>
            <a:ext cx="4114800" cy="5029200"/>
          </a:xfrm>
        </p:spPr>
        <p:txBody>
          <a:bodyPr/>
          <a:lstStyle/>
          <a:p>
            <a:pPr marL="0" indent="0">
              <a:buNone/>
            </a:pPr>
            <a:r>
              <a:rPr lang="en-US" altLang="en-US" sz="3000">
                <a:solidFill>
                  <a:srgbClr val="FFFFFF"/>
                </a:solidFill>
              </a:rPr>
              <a:t>Remembering the most recent poor choices I’ve made and considering the pressures I was under at the time, </a:t>
            </a:r>
          </a:p>
          <a:p>
            <a:pPr marL="0" indent="0">
              <a:buNone/>
            </a:pPr>
            <a:endParaRPr lang="en-US" altLang="en-US" sz="3000">
              <a:solidFill>
                <a:srgbClr val="FFFFFF"/>
              </a:solidFill>
            </a:endParaRPr>
          </a:p>
        </p:txBody>
      </p:sp>
      <p:sp>
        <p:nvSpPr>
          <p:cNvPr id="106499" name="Footer Placeholder 3">
            <a:extLst>
              <a:ext uri="{FF2B5EF4-FFF2-40B4-BE49-F238E27FC236}">
                <a16:creationId xmlns:a16="http://schemas.microsoft.com/office/drawing/2014/main" xmlns="" id="{9EBD4A84-BBC2-4F0A-9CAA-05D6B625AC4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06500" name="Slide Number Placeholder 4">
            <a:extLst>
              <a:ext uri="{FF2B5EF4-FFF2-40B4-BE49-F238E27FC236}">
                <a16:creationId xmlns:a16="http://schemas.microsoft.com/office/drawing/2014/main" xmlns="" id="{3576F47B-46F1-4038-87D2-577157B80A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43</a:t>
            </a:r>
          </a:p>
        </p:txBody>
      </p:sp>
      <p:pic>
        <p:nvPicPr>
          <p:cNvPr id="106501" name="Picture 2" descr="G:\For Merle\Chapter 10 - optimism\77891554 - thinking black man.jpg">
            <a:extLst>
              <a:ext uri="{FF2B5EF4-FFF2-40B4-BE49-F238E27FC236}">
                <a16:creationId xmlns:a16="http://schemas.microsoft.com/office/drawing/2014/main" xmlns="" id="{6B940142-DC9E-47EC-9F69-506E6F2E1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68"/>
          <a:stretch>
            <a:fillRect/>
          </a:stretch>
        </p:blipFill>
        <p:spPr bwMode="auto">
          <a:xfrm>
            <a:off x="6677026" y="539750"/>
            <a:ext cx="3686175"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2">
            <a:extLst>
              <a:ext uri="{FF2B5EF4-FFF2-40B4-BE49-F238E27FC236}">
                <a16:creationId xmlns:a16="http://schemas.microsoft.com/office/drawing/2014/main" xmlns="" id="{D6CC98D9-BA56-421E-98ED-683CEB058E68}"/>
              </a:ext>
            </a:extLst>
          </p:cNvPr>
          <p:cNvSpPr>
            <a:spLocks noGrp="1" noChangeArrowheads="1"/>
          </p:cNvSpPr>
          <p:nvPr>
            <p:ph idx="1"/>
          </p:nvPr>
        </p:nvSpPr>
        <p:spPr>
          <a:xfrm>
            <a:off x="1981200" y="838200"/>
            <a:ext cx="4114800" cy="5029200"/>
          </a:xfrm>
        </p:spPr>
        <p:txBody>
          <a:bodyPr/>
          <a:lstStyle/>
          <a:p>
            <a:pPr marL="0" indent="0">
              <a:buNone/>
            </a:pPr>
            <a:r>
              <a:rPr lang="en-US" altLang="en-US" sz="3000">
                <a:solidFill>
                  <a:srgbClr val="595959"/>
                </a:solidFill>
              </a:rPr>
              <a:t>Remembering the most recent poor choices I’ve made and considering the pressures I was under at the time, </a:t>
            </a:r>
          </a:p>
          <a:p>
            <a:pPr marL="0" indent="0">
              <a:buNone/>
            </a:pPr>
            <a:endParaRPr lang="en-US" altLang="en-US" sz="3000">
              <a:solidFill>
                <a:srgbClr val="FFFFFF"/>
              </a:solidFill>
            </a:endParaRPr>
          </a:p>
          <a:p>
            <a:pPr marL="0" indent="0">
              <a:buNone/>
            </a:pPr>
            <a:r>
              <a:rPr lang="en-US" altLang="en-US" sz="3000">
                <a:solidFill>
                  <a:srgbClr val="FFFFFF"/>
                </a:solidFill>
              </a:rPr>
              <a:t>do I feel that I was stressed, angry, or depressed? </a:t>
            </a:r>
            <a:endParaRPr lang="en-US" altLang="en-US" sz="3000"/>
          </a:p>
        </p:txBody>
      </p:sp>
      <p:sp>
        <p:nvSpPr>
          <p:cNvPr id="108547" name="Footer Placeholder 3">
            <a:extLst>
              <a:ext uri="{FF2B5EF4-FFF2-40B4-BE49-F238E27FC236}">
                <a16:creationId xmlns:a16="http://schemas.microsoft.com/office/drawing/2014/main" xmlns="" id="{C861BCBC-DAF6-473C-9F9B-D94319B1C33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08548" name="Slide Number Placeholder 4">
            <a:extLst>
              <a:ext uri="{FF2B5EF4-FFF2-40B4-BE49-F238E27FC236}">
                <a16:creationId xmlns:a16="http://schemas.microsoft.com/office/drawing/2014/main" xmlns="" id="{D4D093F4-3EA3-447C-B997-888C2E27A01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44</a:t>
            </a:r>
          </a:p>
        </p:txBody>
      </p:sp>
      <p:pic>
        <p:nvPicPr>
          <p:cNvPr id="108549" name="Picture 2" descr="G:\For Merle\Chapter 10 - optimism\77891554 - thinking black man.jpg">
            <a:extLst>
              <a:ext uri="{FF2B5EF4-FFF2-40B4-BE49-F238E27FC236}">
                <a16:creationId xmlns:a16="http://schemas.microsoft.com/office/drawing/2014/main" xmlns="" id="{CAAD1F76-0EEC-44FB-ABCF-DBD90F2A4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68"/>
          <a:stretch>
            <a:fillRect/>
          </a:stretch>
        </p:blipFill>
        <p:spPr bwMode="auto">
          <a:xfrm>
            <a:off x="6677026" y="539750"/>
            <a:ext cx="3686175"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Content Placeholder 2">
            <a:extLst>
              <a:ext uri="{FF2B5EF4-FFF2-40B4-BE49-F238E27FC236}">
                <a16:creationId xmlns:a16="http://schemas.microsoft.com/office/drawing/2014/main" xmlns="" id="{EFECFDF0-F825-4643-B8BB-C9D64EBE78F7}"/>
              </a:ext>
            </a:extLst>
          </p:cNvPr>
          <p:cNvSpPr>
            <a:spLocks noGrp="1" noChangeArrowheads="1"/>
          </p:cNvSpPr>
          <p:nvPr>
            <p:ph idx="1"/>
          </p:nvPr>
        </p:nvSpPr>
        <p:spPr>
          <a:xfrm>
            <a:off x="2057400" y="2209800"/>
            <a:ext cx="3810000" cy="2590800"/>
          </a:xfrm>
        </p:spPr>
        <p:txBody>
          <a:bodyPr/>
          <a:lstStyle/>
          <a:p>
            <a:pPr marL="0" indent="0">
              <a:buNone/>
            </a:pPr>
            <a:r>
              <a:rPr lang="en-US" altLang="fr-FR" sz="3000">
                <a:solidFill>
                  <a:srgbClr val="FFFFFF"/>
                </a:solidFill>
              </a:rPr>
              <a:t>Did I make the decision late at night or after a heavy meal or after a long day of work?</a:t>
            </a:r>
            <a:endParaRPr lang="en-US" altLang="fr-FR" sz="3000"/>
          </a:p>
          <a:p>
            <a:pPr marL="0" indent="0"/>
            <a:endParaRPr lang="en-US" altLang="fr-FR" sz="3000"/>
          </a:p>
        </p:txBody>
      </p:sp>
      <p:sp>
        <p:nvSpPr>
          <p:cNvPr id="110595" name="Footer Placeholder 3">
            <a:extLst>
              <a:ext uri="{FF2B5EF4-FFF2-40B4-BE49-F238E27FC236}">
                <a16:creationId xmlns:a16="http://schemas.microsoft.com/office/drawing/2014/main" xmlns="" id="{22BAA41A-28DA-4C35-BB67-70561490947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10596" name="Slide Number Placeholder 4">
            <a:extLst>
              <a:ext uri="{FF2B5EF4-FFF2-40B4-BE49-F238E27FC236}">
                <a16:creationId xmlns:a16="http://schemas.microsoft.com/office/drawing/2014/main" xmlns="" id="{1EC21407-4B0A-4904-83E3-7A49E76A422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45</a:t>
            </a:r>
          </a:p>
        </p:txBody>
      </p:sp>
      <p:pic>
        <p:nvPicPr>
          <p:cNvPr id="110597" name="Picture 2" descr="H:\For Merle\77891554.jpg">
            <a:extLst>
              <a:ext uri="{FF2B5EF4-FFF2-40B4-BE49-F238E27FC236}">
                <a16:creationId xmlns:a16="http://schemas.microsoft.com/office/drawing/2014/main" xmlns="" id="{6627991F-4868-4A4F-BA77-287EDA1F8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762001"/>
            <a:ext cx="3505200"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Content Placeholder 2">
            <a:extLst>
              <a:ext uri="{FF2B5EF4-FFF2-40B4-BE49-F238E27FC236}">
                <a16:creationId xmlns:a16="http://schemas.microsoft.com/office/drawing/2014/main" xmlns="" id="{AC7BC4E6-6ECC-45CF-94A1-98E77CE9AC72}"/>
              </a:ext>
            </a:extLst>
          </p:cNvPr>
          <p:cNvSpPr>
            <a:spLocks noGrp="1" noChangeArrowheads="1"/>
          </p:cNvSpPr>
          <p:nvPr>
            <p:ph idx="1"/>
          </p:nvPr>
        </p:nvSpPr>
        <p:spPr>
          <a:xfrm>
            <a:off x="1981200" y="1036638"/>
            <a:ext cx="3810000" cy="4525962"/>
          </a:xfrm>
        </p:spPr>
        <p:txBody>
          <a:bodyPr/>
          <a:lstStyle/>
          <a:p>
            <a:pPr marL="0" indent="0">
              <a:buNone/>
            </a:pPr>
            <a:r>
              <a:rPr lang="en-US" altLang="en-US" sz="3000">
                <a:solidFill>
                  <a:srgbClr val="FFFFFF"/>
                </a:solidFill>
              </a:rPr>
              <a:t>How can I remind myself to avoid making choices when in those type of emotional states?</a:t>
            </a:r>
          </a:p>
          <a:p>
            <a:pPr marL="0" indent="0">
              <a:buNone/>
            </a:pPr>
            <a:endParaRPr lang="en-US" altLang="en-US" sz="3000">
              <a:solidFill>
                <a:srgbClr val="FFFFFF"/>
              </a:solidFill>
            </a:endParaRPr>
          </a:p>
        </p:txBody>
      </p:sp>
      <p:sp>
        <p:nvSpPr>
          <p:cNvPr id="112643" name="Footer Placeholder 3">
            <a:extLst>
              <a:ext uri="{FF2B5EF4-FFF2-40B4-BE49-F238E27FC236}">
                <a16:creationId xmlns:a16="http://schemas.microsoft.com/office/drawing/2014/main" xmlns="" id="{7F706330-E300-4E24-8CD9-C7A31C3200C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12644" name="Slide Number Placeholder 4">
            <a:extLst>
              <a:ext uri="{FF2B5EF4-FFF2-40B4-BE49-F238E27FC236}">
                <a16:creationId xmlns:a16="http://schemas.microsoft.com/office/drawing/2014/main" xmlns="" id="{B6A0DF1C-A6FA-400F-8FA8-8750F70B4E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46</a:t>
            </a:r>
          </a:p>
        </p:txBody>
      </p:sp>
      <p:pic>
        <p:nvPicPr>
          <p:cNvPr id="112645" name="Picture 2" descr="G:\For Merle\77891554.jpg">
            <a:extLst>
              <a:ext uri="{FF2B5EF4-FFF2-40B4-BE49-F238E27FC236}">
                <a16:creationId xmlns:a16="http://schemas.microsoft.com/office/drawing/2014/main" xmlns="" id="{01AB62B3-BB12-4A6A-A109-C52D12DD3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533400"/>
            <a:ext cx="38036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a:extLst>
              <a:ext uri="{FF2B5EF4-FFF2-40B4-BE49-F238E27FC236}">
                <a16:creationId xmlns:a16="http://schemas.microsoft.com/office/drawing/2014/main" xmlns="" id="{7A8CD4CC-0D33-450D-9826-89F8DA162225}"/>
              </a:ext>
            </a:extLst>
          </p:cNvPr>
          <p:cNvSpPr>
            <a:spLocks noGrp="1"/>
          </p:cNvSpPr>
          <p:nvPr>
            <p:ph idx="1"/>
          </p:nvPr>
        </p:nvSpPr>
        <p:spPr>
          <a:xfrm>
            <a:off x="1981200" y="1036638"/>
            <a:ext cx="3810000" cy="4525962"/>
          </a:xfrm>
        </p:spPr>
        <p:txBody>
          <a:bodyPr rtlCol="0">
            <a:normAutofit/>
          </a:bodyPr>
          <a:lstStyle/>
          <a:p>
            <a:pPr marL="0" indent="0">
              <a:buNone/>
              <a:defRPr/>
            </a:pPr>
            <a:r>
              <a:rPr lang="en-US" altLang="fr-FR" sz="3000">
                <a:solidFill>
                  <a:srgbClr val="595959"/>
                </a:solidFill>
              </a:rPr>
              <a:t>How can I remind myself to avoid making choices when in those type of emotional states?</a:t>
            </a:r>
          </a:p>
          <a:p>
            <a:pPr marL="0" indent="0">
              <a:buNone/>
              <a:defRPr/>
            </a:pPr>
            <a:endParaRPr lang="en-US" altLang="fr-FR" sz="3000">
              <a:solidFill>
                <a:srgbClr val="FFFFFF"/>
              </a:solidFill>
            </a:endParaRPr>
          </a:p>
          <a:p>
            <a:pPr marL="0" indent="0">
              <a:buNone/>
              <a:defRPr/>
            </a:pPr>
            <a:r>
              <a:rPr lang="en-US" altLang="fr-FR" sz="3000">
                <a:solidFill>
                  <a:srgbClr val="FFFFFF"/>
                </a:solidFill>
              </a:rPr>
              <a:t>Did I remember to ask for divine guidance?</a:t>
            </a:r>
            <a:endParaRPr lang="en-US" altLang="fr-FR" sz="3000">
              <a:solidFill>
                <a:schemeClr val="tx1">
                  <a:lumMod val="85000"/>
                  <a:lumOff val="15000"/>
                </a:schemeClr>
              </a:solidFill>
            </a:endParaRPr>
          </a:p>
        </p:txBody>
      </p:sp>
      <p:sp>
        <p:nvSpPr>
          <p:cNvPr id="114691" name="Footer Placeholder 3">
            <a:extLst>
              <a:ext uri="{FF2B5EF4-FFF2-40B4-BE49-F238E27FC236}">
                <a16:creationId xmlns:a16="http://schemas.microsoft.com/office/drawing/2014/main" xmlns="" id="{A4EF2247-0192-41AE-8A38-32C6C707D85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14692" name="Slide Number Placeholder 4">
            <a:extLst>
              <a:ext uri="{FF2B5EF4-FFF2-40B4-BE49-F238E27FC236}">
                <a16:creationId xmlns:a16="http://schemas.microsoft.com/office/drawing/2014/main" xmlns="" id="{40E2D0F8-8574-43BD-A142-51E52E59BEB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47</a:t>
            </a:r>
          </a:p>
        </p:txBody>
      </p:sp>
      <p:pic>
        <p:nvPicPr>
          <p:cNvPr id="114693" name="Picture 2" descr="G:\For Merle\77891554.jpg">
            <a:extLst>
              <a:ext uri="{FF2B5EF4-FFF2-40B4-BE49-F238E27FC236}">
                <a16:creationId xmlns:a16="http://schemas.microsoft.com/office/drawing/2014/main" xmlns="" id="{86648894-E166-4F92-9943-E14BB6DD9D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533400"/>
            <a:ext cx="38036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Content Placeholder 2">
            <a:extLst>
              <a:ext uri="{FF2B5EF4-FFF2-40B4-BE49-F238E27FC236}">
                <a16:creationId xmlns:a16="http://schemas.microsoft.com/office/drawing/2014/main" xmlns="" id="{97022925-1693-441D-A3EC-955EFB42401D}"/>
              </a:ext>
            </a:extLst>
          </p:cNvPr>
          <p:cNvSpPr>
            <a:spLocks noGrp="1" noChangeArrowheads="1"/>
          </p:cNvSpPr>
          <p:nvPr>
            <p:ph idx="1"/>
          </p:nvPr>
        </p:nvSpPr>
        <p:spPr>
          <a:xfrm>
            <a:off x="1905000" y="533400"/>
            <a:ext cx="4495800" cy="5867400"/>
          </a:xfrm>
        </p:spPr>
        <p:txBody>
          <a:bodyPr/>
          <a:lstStyle/>
          <a:p>
            <a:pPr marL="0" indent="0">
              <a:buNone/>
            </a:pPr>
            <a:r>
              <a:rPr lang="en-US" altLang="fr-FR" sz="3100"/>
              <a:t>What time of day suits me best for decision-making?</a:t>
            </a:r>
          </a:p>
          <a:p>
            <a:pPr marL="0" indent="0">
              <a:buNone/>
            </a:pPr>
            <a:endParaRPr lang="en-US" altLang="fr-FR" sz="3100">
              <a:solidFill>
                <a:srgbClr val="595959"/>
              </a:solidFill>
            </a:endParaRPr>
          </a:p>
          <a:p>
            <a:pPr marL="0" indent="0">
              <a:buNone/>
            </a:pPr>
            <a:endParaRPr lang="en-US" altLang="fr-FR" sz="3100"/>
          </a:p>
        </p:txBody>
      </p:sp>
      <p:sp>
        <p:nvSpPr>
          <p:cNvPr id="116739" name="Footer Placeholder 3">
            <a:extLst>
              <a:ext uri="{FF2B5EF4-FFF2-40B4-BE49-F238E27FC236}">
                <a16:creationId xmlns:a16="http://schemas.microsoft.com/office/drawing/2014/main" xmlns="" id="{5296A474-F391-42C8-91AB-10D694146FA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16740" name="Slide Number Placeholder 4">
            <a:extLst>
              <a:ext uri="{FF2B5EF4-FFF2-40B4-BE49-F238E27FC236}">
                <a16:creationId xmlns:a16="http://schemas.microsoft.com/office/drawing/2014/main" xmlns="" id="{EAB54757-AF5A-476C-B7A0-DBB781D86EF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48</a:t>
            </a:r>
          </a:p>
        </p:txBody>
      </p:sp>
      <p:pic>
        <p:nvPicPr>
          <p:cNvPr id="116741" name="Picture 2" descr="G:\For Merle\stk117414rke.jpg">
            <a:extLst>
              <a:ext uri="{FF2B5EF4-FFF2-40B4-BE49-F238E27FC236}">
                <a16:creationId xmlns:a16="http://schemas.microsoft.com/office/drawing/2014/main" xmlns="" id="{059B46BD-2BA2-4AEE-9805-D2C408321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826" y="914400"/>
            <a:ext cx="33813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Content Placeholder 2">
            <a:extLst>
              <a:ext uri="{FF2B5EF4-FFF2-40B4-BE49-F238E27FC236}">
                <a16:creationId xmlns:a16="http://schemas.microsoft.com/office/drawing/2014/main" xmlns="" id="{881C46FF-F177-4F5B-AA02-F1FB966ACA57}"/>
              </a:ext>
            </a:extLst>
          </p:cNvPr>
          <p:cNvSpPr>
            <a:spLocks noGrp="1" noChangeArrowheads="1"/>
          </p:cNvSpPr>
          <p:nvPr>
            <p:ph idx="1"/>
          </p:nvPr>
        </p:nvSpPr>
        <p:spPr>
          <a:xfrm>
            <a:off x="1905000" y="533400"/>
            <a:ext cx="4495800" cy="5867400"/>
          </a:xfrm>
        </p:spPr>
        <p:txBody>
          <a:bodyPr/>
          <a:lstStyle/>
          <a:p>
            <a:pPr marL="0" indent="0">
              <a:buNone/>
            </a:pPr>
            <a:r>
              <a:rPr lang="en-US" altLang="fr-FR" sz="3100">
                <a:solidFill>
                  <a:srgbClr val="595959"/>
                </a:solidFill>
              </a:rPr>
              <a:t>What time of day suits me best for decision-making?</a:t>
            </a:r>
          </a:p>
          <a:p>
            <a:pPr marL="0" indent="0">
              <a:buNone/>
            </a:pPr>
            <a:endParaRPr lang="en-US" altLang="fr-FR" sz="3100">
              <a:solidFill>
                <a:srgbClr val="595959"/>
              </a:solidFill>
            </a:endParaRPr>
          </a:p>
          <a:p>
            <a:pPr marL="0" indent="0">
              <a:buNone/>
            </a:pPr>
            <a:r>
              <a:rPr lang="en-US" altLang="fr-FR" sz="3100"/>
              <a:t>What can I do when confronted with a small choice that will help me to make a wise decision? </a:t>
            </a:r>
          </a:p>
          <a:p>
            <a:pPr marL="0" indent="0">
              <a:buNone/>
            </a:pPr>
            <a:endParaRPr lang="en-US" altLang="fr-FR" sz="3100">
              <a:solidFill>
                <a:srgbClr val="FFFFFF"/>
              </a:solidFill>
            </a:endParaRPr>
          </a:p>
          <a:p>
            <a:pPr marL="0" indent="0"/>
            <a:endParaRPr lang="en-US" altLang="fr-FR" sz="3100"/>
          </a:p>
        </p:txBody>
      </p:sp>
      <p:sp>
        <p:nvSpPr>
          <p:cNvPr id="118787" name="Footer Placeholder 3">
            <a:extLst>
              <a:ext uri="{FF2B5EF4-FFF2-40B4-BE49-F238E27FC236}">
                <a16:creationId xmlns:a16="http://schemas.microsoft.com/office/drawing/2014/main" xmlns="" id="{8D0EC029-D676-4E48-B48E-6264D380A92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18788" name="Slide Number Placeholder 4">
            <a:extLst>
              <a:ext uri="{FF2B5EF4-FFF2-40B4-BE49-F238E27FC236}">
                <a16:creationId xmlns:a16="http://schemas.microsoft.com/office/drawing/2014/main" xmlns="" id="{C69A0D62-2A68-4470-802F-925903ADF2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49</a:t>
            </a:r>
          </a:p>
        </p:txBody>
      </p:sp>
      <p:pic>
        <p:nvPicPr>
          <p:cNvPr id="118789" name="Picture 2" descr="G:\For Merle\stk117414rke.jpg">
            <a:extLst>
              <a:ext uri="{FF2B5EF4-FFF2-40B4-BE49-F238E27FC236}">
                <a16:creationId xmlns:a16="http://schemas.microsoft.com/office/drawing/2014/main" xmlns="" id="{09E8539A-FDD1-4D19-83AA-CEA964828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826" y="914400"/>
            <a:ext cx="33813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Content Placeholder 2">
            <a:extLst>
              <a:ext uri="{FF2B5EF4-FFF2-40B4-BE49-F238E27FC236}">
                <a16:creationId xmlns:a16="http://schemas.microsoft.com/office/drawing/2014/main" xmlns="" id="{D8196D11-843B-45F8-B808-64D1698485EF}"/>
              </a:ext>
            </a:extLst>
          </p:cNvPr>
          <p:cNvSpPr>
            <a:spLocks noGrp="1" noChangeArrowheads="1"/>
          </p:cNvSpPr>
          <p:nvPr>
            <p:ph idx="1"/>
          </p:nvPr>
        </p:nvSpPr>
        <p:spPr>
          <a:xfrm>
            <a:off x="1905000" y="533400"/>
            <a:ext cx="4495800" cy="5867400"/>
          </a:xfrm>
        </p:spPr>
        <p:txBody>
          <a:bodyPr/>
          <a:lstStyle/>
          <a:p>
            <a:pPr marL="0" indent="0">
              <a:buNone/>
            </a:pPr>
            <a:r>
              <a:rPr lang="en-US" altLang="fr-FR" sz="2900">
                <a:solidFill>
                  <a:srgbClr val="595959"/>
                </a:solidFill>
              </a:rPr>
              <a:t>What time of day suits me best for decision-making?</a:t>
            </a:r>
          </a:p>
          <a:p>
            <a:pPr marL="0" indent="0">
              <a:buNone/>
            </a:pPr>
            <a:endParaRPr lang="en-US" altLang="fr-FR" sz="2900">
              <a:solidFill>
                <a:srgbClr val="595959"/>
              </a:solidFill>
            </a:endParaRPr>
          </a:p>
          <a:p>
            <a:pPr marL="0" indent="0">
              <a:buNone/>
            </a:pPr>
            <a:r>
              <a:rPr lang="en-US" altLang="fr-FR" sz="2900">
                <a:solidFill>
                  <a:srgbClr val="595959"/>
                </a:solidFill>
              </a:rPr>
              <a:t>What can I do when confronted with a small choice that will help me to make a wise decision? </a:t>
            </a:r>
          </a:p>
          <a:p>
            <a:pPr marL="0" indent="0">
              <a:buNone/>
            </a:pPr>
            <a:endParaRPr lang="en-US" altLang="fr-FR" sz="2900">
              <a:solidFill>
                <a:srgbClr val="FFFFFF"/>
              </a:solidFill>
            </a:endParaRPr>
          </a:p>
          <a:p>
            <a:pPr marL="0" indent="0">
              <a:buNone/>
            </a:pPr>
            <a:r>
              <a:rPr lang="en-US" altLang="fr-FR" sz="2900">
                <a:solidFill>
                  <a:srgbClr val="FFFFFF"/>
                </a:solidFill>
              </a:rPr>
              <a:t>What things would help me when making a big decision?</a:t>
            </a:r>
          </a:p>
          <a:p>
            <a:pPr marL="0" indent="0"/>
            <a:endParaRPr lang="en-US" altLang="fr-FR" sz="2900"/>
          </a:p>
        </p:txBody>
      </p:sp>
      <p:sp>
        <p:nvSpPr>
          <p:cNvPr id="120835" name="Footer Placeholder 3">
            <a:extLst>
              <a:ext uri="{FF2B5EF4-FFF2-40B4-BE49-F238E27FC236}">
                <a16:creationId xmlns:a16="http://schemas.microsoft.com/office/drawing/2014/main" xmlns="" id="{64DDCCD3-6F29-44C3-939D-2168D0B478F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20836" name="Slide Number Placeholder 4">
            <a:extLst>
              <a:ext uri="{FF2B5EF4-FFF2-40B4-BE49-F238E27FC236}">
                <a16:creationId xmlns:a16="http://schemas.microsoft.com/office/drawing/2014/main" xmlns="" id="{53A9C4B5-56DA-4F12-B0F4-0DFB713ADE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50</a:t>
            </a:r>
          </a:p>
        </p:txBody>
      </p:sp>
      <p:pic>
        <p:nvPicPr>
          <p:cNvPr id="120837" name="Picture 2" descr="G:\For Merle\stk117414rke.jpg">
            <a:extLst>
              <a:ext uri="{FF2B5EF4-FFF2-40B4-BE49-F238E27FC236}">
                <a16:creationId xmlns:a16="http://schemas.microsoft.com/office/drawing/2014/main" xmlns="" id="{6178339D-1E7F-4745-8C36-E881DD200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826" y="914400"/>
            <a:ext cx="33813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Content Placeholder 2">
            <a:extLst>
              <a:ext uri="{FF2B5EF4-FFF2-40B4-BE49-F238E27FC236}">
                <a16:creationId xmlns:a16="http://schemas.microsoft.com/office/drawing/2014/main" xmlns="" id="{A8F81115-1B39-4460-9A9E-01260BBEF1E3}"/>
              </a:ext>
            </a:extLst>
          </p:cNvPr>
          <p:cNvSpPr>
            <a:spLocks noGrp="1" noChangeArrowheads="1"/>
          </p:cNvSpPr>
          <p:nvPr>
            <p:ph idx="1"/>
          </p:nvPr>
        </p:nvSpPr>
        <p:spPr>
          <a:xfrm>
            <a:off x="2057400" y="914401"/>
            <a:ext cx="4572000" cy="4983163"/>
          </a:xfrm>
        </p:spPr>
        <p:txBody>
          <a:bodyPr/>
          <a:lstStyle/>
          <a:p>
            <a:pPr marL="0" indent="0">
              <a:buNone/>
            </a:pPr>
            <a:r>
              <a:rPr lang="en-US" altLang="en-US" sz="3000">
                <a:solidFill>
                  <a:srgbClr val="FFFFFF"/>
                </a:solidFill>
              </a:rPr>
              <a:t>What choices do I have to make regarding my relationship with my Creator, who graciously gives me the freedom to choose? </a:t>
            </a:r>
          </a:p>
          <a:p>
            <a:pPr marL="0" indent="0">
              <a:buNone/>
            </a:pPr>
            <a:endParaRPr lang="en-US" altLang="en-US" sz="3000">
              <a:solidFill>
                <a:srgbClr val="FFFFFF"/>
              </a:solidFill>
            </a:endParaRPr>
          </a:p>
        </p:txBody>
      </p:sp>
      <p:sp>
        <p:nvSpPr>
          <p:cNvPr id="122883" name="Footer Placeholder 3">
            <a:extLst>
              <a:ext uri="{FF2B5EF4-FFF2-40B4-BE49-F238E27FC236}">
                <a16:creationId xmlns:a16="http://schemas.microsoft.com/office/drawing/2014/main" xmlns="" id="{EF529F69-F71B-4FFF-9689-C3588D12D14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22884" name="Slide Number Placeholder 4">
            <a:extLst>
              <a:ext uri="{FF2B5EF4-FFF2-40B4-BE49-F238E27FC236}">
                <a16:creationId xmlns:a16="http://schemas.microsoft.com/office/drawing/2014/main" xmlns="" id="{A338CBB2-CD56-4A10-B137-231EEAFFF0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51</a:t>
            </a:r>
          </a:p>
        </p:txBody>
      </p:sp>
      <p:pic>
        <p:nvPicPr>
          <p:cNvPr id="122885" name="Picture 2" descr="G:\For Merle\Chapter 5 - belief\Low Res\cropped 75627303 - praying hands on bible.jpg">
            <a:extLst>
              <a:ext uri="{FF2B5EF4-FFF2-40B4-BE49-F238E27FC236}">
                <a16:creationId xmlns:a16="http://schemas.microsoft.com/office/drawing/2014/main" xmlns="" id="{86170261-7A94-4816-A843-6953DBFD7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450" y="1066801"/>
            <a:ext cx="3333750"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Content Placeholder 2">
            <a:extLst>
              <a:ext uri="{FF2B5EF4-FFF2-40B4-BE49-F238E27FC236}">
                <a16:creationId xmlns:a16="http://schemas.microsoft.com/office/drawing/2014/main" xmlns="" id="{4CF08068-9E55-419B-A72A-7611345657C2}"/>
              </a:ext>
            </a:extLst>
          </p:cNvPr>
          <p:cNvSpPr>
            <a:spLocks noGrp="1" noChangeArrowheads="1"/>
          </p:cNvSpPr>
          <p:nvPr>
            <p:ph idx="1"/>
          </p:nvPr>
        </p:nvSpPr>
        <p:spPr>
          <a:xfrm>
            <a:off x="2057400" y="914401"/>
            <a:ext cx="4572000" cy="4983163"/>
          </a:xfrm>
        </p:spPr>
        <p:txBody>
          <a:bodyPr/>
          <a:lstStyle/>
          <a:p>
            <a:pPr marL="0" indent="0">
              <a:buNone/>
            </a:pPr>
            <a:r>
              <a:rPr lang="en-US" altLang="fr-FR" sz="3000">
                <a:solidFill>
                  <a:srgbClr val="595959"/>
                </a:solidFill>
              </a:rPr>
              <a:t>What choices do I have to make regarding my relationship with my Creator, who graciously gives me the freedom to choose? </a:t>
            </a:r>
          </a:p>
          <a:p>
            <a:pPr marL="0" indent="0">
              <a:buNone/>
            </a:pPr>
            <a:endParaRPr lang="en-US" altLang="fr-FR" sz="3000">
              <a:solidFill>
                <a:srgbClr val="FFFFFF"/>
              </a:solidFill>
            </a:endParaRPr>
          </a:p>
          <a:p>
            <a:pPr marL="0" indent="0">
              <a:buNone/>
            </a:pPr>
            <a:r>
              <a:rPr lang="en-US" altLang="fr-FR" sz="3000">
                <a:solidFill>
                  <a:srgbClr val="FFFFFF"/>
                </a:solidFill>
              </a:rPr>
              <a:t>How can I increase my awareness of His love and His interest in my choices?</a:t>
            </a:r>
            <a:endParaRPr lang="en-US" altLang="fr-FR" sz="3000"/>
          </a:p>
        </p:txBody>
      </p:sp>
      <p:sp>
        <p:nvSpPr>
          <p:cNvPr id="124931" name="Footer Placeholder 3">
            <a:extLst>
              <a:ext uri="{FF2B5EF4-FFF2-40B4-BE49-F238E27FC236}">
                <a16:creationId xmlns:a16="http://schemas.microsoft.com/office/drawing/2014/main" xmlns="" id="{4F4A4C32-1446-460A-9B0F-BF5702D961D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24932" name="Slide Number Placeholder 4">
            <a:extLst>
              <a:ext uri="{FF2B5EF4-FFF2-40B4-BE49-F238E27FC236}">
                <a16:creationId xmlns:a16="http://schemas.microsoft.com/office/drawing/2014/main" xmlns="" id="{21EC201C-2394-4D91-879F-3EB54CC6BC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52</a:t>
            </a:r>
          </a:p>
        </p:txBody>
      </p:sp>
      <p:pic>
        <p:nvPicPr>
          <p:cNvPr id="124933" name="Picture 2" descr="G:\For Merle\Chapter 5 - belief\Low Res\cropped 75627303 - praying hands on bible.jpg">
            <a:extLst>
              <a:ext uri="{FF2B5EF4-FFF2-40B4-BE49-F238E27FC236}">
                <a16:creationId xmlns:a16="http://schemas.microsoft.com/office/drawing/2014/main" xmlns="" id="{46979285-3B35-49E3-803A-556F94F4B3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450" y="1066801"/>
            <a:ext cx="3333750"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Content Placeholder 2">
            <a:extLst>
              <a:ext uri="{FF2B5EF4-FFF2-40B4-BE49-F238E27FC236}">
                <a16:creationId xmlns:a16="http://schemas.microsoft.com/office/drawing/2014/main" xmlns="" id="{F360D017-2DD7-455B-B111-37F69E624BE2}"/>
              </a:ext>
            </a:extLst>
          </p:cNvPr>
          <p:cNvSpPr>
            <a:spLocks noGrp="1" noChangeArrowheads="1"/>
          </p:cNvSpPr>
          <p:nvPr>
            <p:ph idx="1"/>
          </p:nvPr>
        </p:nvSpPr>
        <p:spPr>
          <a:xfrm>
            <a:off x="2030414" y="457201"/>
            <a:ext cx="4446587" cy="5592763"/>
          </a:xfrm>
        </p:spPr>
        <p:txBody>
          <a:bodyPr/>
          <a:lstStyle/>
          <a:p>
            <a:pPr marL="0" indent="0">
              <a:buNone/>
            </a:pPr>
            <a:r>
              <a:rPr lang="en-US" altLang="en-US" sz="3000">
                <a:solidFill>
                  <a:srgbClr val="FFFFFF"/>
                </a:solidFill>
              </a:rPr>
              <a:t>Do I need to spend more time learning about Him in His Word or in nature?</a:t>
            </a:r>
          </a:p>
          <a:p>
            <a:pPr marL="0" indent="0">
              <a:buNone/>
            </a:pPr>
            <a:r>
              <a:rPr lang="en-US" altLang="en-US" sz="3000">
                <a:solidFill>
                  <a:srgbClr val="FFFFFF"/>
                </a:solidFill>
              </a:rPr>
              <a:t> </a:t>
            </a:r>
          </a:p>
        </p:txBody>
      </p:sp>
      <p:sp>
        <p:nvSpPr>
          <p:cNvPr id="126979" name="Footer Placeholder 3">
            <a:extLst>
              <a:ext uri="{FF2B5EF4-FFF2-40B4-BE49-F238E27FC236}">
                <a16:creationId xmlns:a16="http://schemas.microsoft.com/office/drawing/2014/main" xmlns="" id="{5FA15762-E9A0-435D-A9C5-591EEBB07F0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26980" name="Slide Number Placeholder 4">
            <a:extLst>
              <a:ext uri="{FF2B5EF4-FFF2-40B4-BE49-F238E27FC236}">
                <a16:creationId xmlns:a16="http://schemas.microsoft.com/office/drawing/2014/main" xmlns="" id="{BEE8053B-742A-40DC-A6B4-5F6EBF36B0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53</a:t>
            </a:r>
          </a:p>
        </p:txBody>
      </p:sp>
      <p:pic>
        <p:nvPicPr>
          <p:cNvPr id="126981" name="Picture 2" descr="G:\For Merle\extras\78618679 - reading the bible.jpg">
            <a:extLst>
              <a:ext uri="{FF2B5EF4-FFF2-40B4-BE49-F238E27FC236}">
                <a16:creationId xmlns:a16="http://schemas.microsoft.com/office/drawing/2014/main" xmlns="" id="{A806C297-BB07-43A2-8624-C97A95F3B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6276" y="685800"/>
            <a:ext cx="3489325"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Content Placeholder 2">
            <a:extLst>
              <a:ext uri="{FF2B5EF4-FFF2-40B4-BE49-F238E27FC236}">
                <a16:creationId xmlns:a16="http://schemas.microsoft.com/office/drawing/2014/main" xmlns="" id="{6C7C814D-6329-41F1-ADE3-1D65A589854E}"/>
              </a:ext>
            </a:extLst>
          </p:cNvPr>
          <p:cNvSpPr>
            <a:spLocks noGrp="1" noChangeArrowheads="1"/>
          </p:cNvSpPr>
          <p:nvPr>
            <p:ph idx="1"/>
          </p:nvPr>
        </p:nvSpPr>
        <p:spPr>
          <a:xfrm>
            <a:off x="2030414" y="457201"/>
            <a:ext cx="4446587" cy="5592763"/>
          </a:xfrm>
        </p:spPr>
        <p:txBody>
          <a:bodyPr/>
          <a:lstStyle/>
          <a:p>
            <a:pPr marL="0" indent="0">
              <a:buNone/>
            </a:pPr>
            <a:r>
              <a:rPr lang="en-US" altLang="fr-FR" sz="3000">
                <a:solidFill>
                  <a:srgbClr val="595959"/>
                </a:solidFill>
              </a:rPr>
              <a:t>Do I need to spend more time learning about Him in His Word or in nature?</a:t>
            </a:r>
          </a:p>
          <a:p>
            <a:pPr marL="0" indent="0">
              <a:buNone/>
            </a:pPr>
            <a:r>
              <a:rPr lang="en-US" altLang="fr-FR" sz="3000">
                <a:solidFill>
                  <a:srgbClr val="595959"/>
                </a:solidFill>
              </a:rPr>
              <a:t> </a:t>
            </a:r>
          </a:p>
          <a:p>
            <a:pPr marL="0" indent="0">
              <a:buNone/>
            </a:pPr>
            <a:r>
              <a:rPr lang="en-US" altLang="fr-FR" sz="3000">
                <a:solidFill>
                  <a:srgbClr val="FFFFFF"/>
                </a:solidFill>
              </a:rPr>
              <a:t>Do I have to cultivate my conversation with Him in prayer?</a:t>
            </a:r>
          </a:p>
          <a:p>
            <a:pPr marL="0" indent="0">
              <a:buNone/>
            </a:pPr>
            <a:r>
              <a:rPr lang="en-US" altLang="fr-FR" sz="3000">
                <a:solidFill>
                  <a:srgbClr val="FFFFFF"/>
                </a:solidFill>
              </a:rPr>
              <a:t> </a:t>
            </a:r>
          </a:p>
          <a:p>
            <a:pPr marL="0" indent="0">
              <a:buNone/>
            </a:pPr>
            <a:endParaRPr lang="en-US" altLang="fr-FR" sz="3000"/>
          </a:p>
        </p:txBody>
      </p:sp>
      <p:sp>
        <p:nvSpPr>
          <p:cNvPr id="129027" name="Footer Placeholder 3">
            <a:extLst>
              <a:ext uri="{FF2B5EF4-FFF2-40B4-BE49-F238E27FC236}">
                <a16:creationId xmlns:a16="http://schemas.microsoft.com/office/drawing/2014/main" xmlns="" id="{28001B7C-F0F8-4F36-ADA3-DCB95AC09F3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en-US"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129028" name="Slide Number Placeholder 4">
            <a:extLst>
              <a:ext uri="{FF2B5EF4-FFF2-40B4-BE49-F238E27FC236}">
                <a16:creationId xmlns:a16="http://schemas.microsoft.com/office/drawing/2014/main" xmlns="" id="{48F7B7DB-6048-47C5-AA8D-06C1F071D3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fontAlgn="base">
              <a:spcBef>
                <a:spcPct val="0"/>
              </a:spcBef>
              <a:spcAft>
                <a:spcPct val="0"/>
              </a:spcAft>
            </a:pPr>
            <a:r>
              <a:rPr lang="en-US" altLang="fr-FR"/>
              <a:t>Choices  54</a:t>
            </a:r>
          </a:p>
        </p:txBody>
      </p:sp>
      <p:pic>
        <p:nvPicPr>
          <p:cNvPr id="129029" name="Picture 2" descr="G:\For Merle\extras\78618679 - reading the bible.jpg">
            <a:extLst>
              <a:ext uri="{FF2B5EF4-FFF2-40B4-BE49-F238E27FC236}">
                <a16:creationId xmlns:a16="http://schemas.microsoft.com/office/drawing/2014/main" xmlns="" id="{88900BD3-180C-4A18-A5D2-4F636B0FC8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6276" y="685800"/>
            <a:ext cx="3489325"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3803</Words>
  <Application>Microsoft Macintosh PowerPoint</Application>
  <PresentationFormat>Widescreen</PresentationFormat>
  <Paragraphs>389</Paragraphs>
  <Slides>57</Slides>
  <Notes>54</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Aparajita</vt:lpstr>
      <vt:lpstr>Calibri</vt:lpstr>
      <vt:lpstr>Calibri Light</vt:lpstr>
      <vt:lpstr>Garamond</vt:lpstr>
      <vt:lpstr>Humanst521 BT</vt:lpstr>
      <vt:lpstr>Kristen ITC</vt:lpstr>
      <vt:lpstr>MS PGothic</vt:lpstr>
      <vt:lpstr>ＭＳ Ｐゴシック</vt:lpstr>
      <vt:lpstr>Arial</vt:lpstr>
      <vt:lpstr>Thème Office</vt:lpstr>
      <vt:lpstr>HEALTH PRINCIPLES</vt:lpstr>
      <vt:lpstr>CELEBRATIONS</vt:lpstr>
      <vt:lpstr>CHAPTER ONE</vt:lpstr>
      <vt:lpstr>CELEBRATIONS</vt:lpstr>
      <vt:lpstr>Roald Amundsen </vt:lpstr>
      <vt:lpstr>PowerPoint Presentation</vt:lpstr>
      <vt:lpstr>Robert Falcon Scott chose to use ponies  and modern motorized sleds</vt:lpstr>
      <vt:lpstr>Amundsen and Scott represented choices</vt:lpstr>
      <vt:lpstr>Choices –the cradle of destiny</vt:lpstr>
      <vt:lpstr>Our lives are patterned in a similar way</vt:lpstr>
      <vt:lpstr>Intentionality is key</vt:lpstr>
      <vt:lpstr>Decisions made in youth…</vt:lpstr>
      <vt:lpstr>Choice and freedom</vt:lpstr>
      <vt:lpstr>We have “free will” to choose</vt:lpstr>
      <vt:lpstr>Basis for informed choices</vt:lpstr>
      <vt:lpstr>Cultural belief that a woman should not bathe for a month after childbirth?</vt:lpstr>
      <vt:lpstr>“Health reformers”</vt:lpstr>
      <vt:lpstr>Lifestyle habits that influence longevity</vt:lpstr>
      <vt:lpstr>Lifestyle habits, continued</vt:lpstr>
      <vt:lpstr>Stay objective</vt:lpstr>
      <vt:lpstr>PowerPoint Presentation</vt:lpstr>
      <vt:lpstr>Adventists see good health as a gift from our Creator God.  Even the best maintenance cannot guarantee a disease-free life.</vt:lpstr>
      <vt:lpstr>People choose their attitude</vt:lpstr>
      <vt:lpstr>PowerPoint Presentation</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PRINCIPLES</dc:title>
  <dc:creator>Vieira Muzola</dc:creator>
  <cp:lastModifiedBy>Microsoft Office User</cp:lastModifiedBy>
  <cp:revision>4</cp:revision>
  <dcterms:created xsi:type="dcterms:W3CDTF">2020-04-03T11:29:46Z</dcterms:created>
  <dcterms:modified xsi:type="dcterms:W3CDTF">2025-10-22T09:52:41Z</dcterms:modified>
</cp:coreProperties>
</file>