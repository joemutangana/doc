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414" r:id="rId3"/>
    <p:sldId id="415" r:id="rId4"/>
    <p:sldId id="416" r:id="rId5"/>
    <p:sldId id="417" r:id="rId6"/>
    <p:sldId id="418" r:id="rId7"/>
    <p:sldId id="419" r:id="rId8"/>
    <p:sldId id="420" r:id="rId9"/>
    <p:sldId id="421" r:id="rId10"/>
    <p:sldId id="422" r:id="rId11"/>
    <p:sldId id="423" r:id="rId12"/>
    <p:sldId id="424" r:id="rId13"/>
    <p:sldId id="425" r:id="rId14"/>
    <p:sldId id="426" r:id="rId15"/>
    <p:sldId id="427" r:id="rId16"/>
    <p:sldId id="428" r:id="rId17"/>
    <p:sldId id="429" r:id="rId18"/>
    <p:sldId id="430" r:id="rId19"/>
    <p:sldId id="431" r:id="rId20"/>
    <p:sldId id="432" r:id="rId21"/>
    <p:sldId id="433" r:id="rId22"/>
    <p:sldId id="434" r:id="rId23"/>
    <p:sldId id="435" r:id="rId24"/>
    <p:sldId id="436" r:id="rId25"/>
    <p:sldId id="437" r:id="rId26"/>
    <p:sldId id="438" r:id="rId27"/>
    <p:sldId id="439" r:id="rId28"/>
    <p:sldId id="440" r:id="rId29"/>
    <p:sldId id="441" r:id="rId30"/>
    <p:sldId id="442" r:id="rId31"/>
    <p:sldId id="443" r:id="rId32"/>
    <p:sldId id="444" r:id="rId33"/>
    <p:sldId id="445" r:id="rId34"/>
    <p:sldId id="446" r:id="rId35"/>
    <p:sldId id="447" r:id="rId36"/>
    <p:sldId id="448" r:id="rId37"/>
    <p:sldId id="449" r:id="rId38"/>
    <p:sldId id="450" r:id="rId39"/>
    <p:sldId id="451" r:id="rId40"/>
    <p:sldId id="452" r:id="rId41"/>
    <p:sldId id="453" r:id="rId42"/>
    <p:sldId id="454" r:id="rId43"/>
    <p:sldId id="455" r:id="rId44"/>
    <p:sldId id="456" r:id="rId4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63" autoAdjust="0"/>
    <p:restoredTop sz="94660"/>
  </p:normalViewPr>
  <p:slideViewPr>
    <p:cSldViewPr snapToGrid="0">
      <p:cViewPr varScale="1">
        <p:scale>
          <a:sx n="75" d="100"/>
          <a:sy n="75" d="100"/>
        </p:scale>
        <p:origin x="45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BE"/>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7E7E13-8F87-4D32-AEA6-9584598292A7}" type="datetimeFigureOut">
              <a:rPr lang="fr-BE" smtClean="0"/>
              <a:t>24-08-20</a:t>
            </a:fld>
            <a:endParaRPr lang="fr-BE"/>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BE"/>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BE"/>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95BEF6-703E-4A04-9499-A74E4CFB2A76}" type="slidenum">
              <a:rPr lang="fr-BE" smtClean="0"/>
              <a:t>‹#›</a:t>
            </a:fld>
            <a:endParaRPr lang="fr-BE"/>
          </a:p>
        </p:txBody>
      </p:sp>
    </p:spTree>
    <p:extLst>
      <p:ext uri="{BB962C8B-B14F-4D97-AF65-F5344CB8AC3E}">
        <p14:creationId xmlns:p14="http://schemas.microsoft.com/office/powerpoint/2010/main" val="1458370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Slide Image Placeholder 1">
            <a:extLst>
              <a:ext uri="{FF2B5EF4-FFF2-40B4-BE49-F238E27FC236}">
                <a16:creationId xmlns:a16="http://schemas.microsoft.com/office/drawing/2014/main" id="{E95ECE5E-1C64-4E4C-AE4C-0058A1DCCDF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2803" name="Notes Placeholder 2">
            <a:extLst>
              <a:ext uri="{FF2B5EF4-FFF2-40B4-BE49-F238E27FC236}">
                <a16:creationId xmlns:a16="http://schemas.microsoft.com/office/drawing/2014/main" id="{21E015C2-C4BD-4286-8FBF-5AFD25E78F9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Several years ago my wife, Janet, and I began searching for a country cabin to purchase for weekend retreats. North of Toronto in the Muskoka District we found some beautiful turquoise lakes. We were deeply impressed and admired their tropical colors, only to be told that the lakes were </a:t>
            </a:r>
            <a:r>
              <a:rPr lang="en-US" altLang="en-US"/>
              <a:t>“</a:t>
            </a:r>
            <a:r>
              <a:rPr lang="en-US" altLang="fr-FR"/>
              <a:t>dead.</a:t>
            </a:r>
            <a:r>
              <a:rPr lang="en-US" altLang="en-US"/>
              <a:t>”</a:t>
            </a:r>
            <a:r>
              <a:rPr lang="en-US" altLang="fr-FR"/>
              <a:t> Acid rain, caused by industrial pollution of the atmosphere, had acidified the water to such a degree that the lakes were devoid of flora and fauna. Beautiful to look at but toxic for any kind of life within them, such lakes have become sterile.</a:t>
            </a:r>
          </a:p>
          <a:p>
            <a:pPr eaLnBrk="1" hangingPunct="1">
              <a:spcBef>
                <a:spcPct val="0"/>
              </a:spcBef>
            </a:pPr>
            <a:endParaRPr lang="en-US" altLang="fr-FR"/>
          </a:p>
          <a:p>
            <a:pPr eaLnBrk="1" hangingPunct="1">
              <a:spcBef>
                <a:spcPct val="0"/>
              </a:spcBef>
            </a:pPr>
            <a:endParaRPr lang="en-US" altLang="fr-FR"/>
          </a:p>
        </p:txBody>
      </p:sp>
      <p:sp>
        <p:nvSpPr>
          <p:cNvPr id="332804" name="Slide Number Placeholder 3">
            <a:extLst>
              <a:ext uri="{FF2B5EF4-FFF2-40B4-BE49-F238E27FC236}">
                <a16:creationId xmlns:a16="http://schemas.microsoft.com/office/drawing/2014/main" id="{05AF33E5-F792-4B5B-AAE5-3D7DC983E07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CB5A68F1-6BD0-4BA9-A5BF-F0C9A5504C6E}" type="slidenum">
              <a:rPr lang="en-US" altLang="fr-FR">
                <a:latin typeface="Calibri" panose="020F0502020204030204" pitchFamily="34" charset="0"/>
                <a:ea typeface="MS PGothic" panose="020B0600070205080204" pitchFamily="34" charset="-128"/>
              </a:rPr>
              <a:pPr/>
              <a:t>2</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Slide Image Placeholder 1">
            <a:extLst>
              <a:ext uri="{FF2B5EF4-FFF2-40B4-BE49-F238E27FC236}">
                <a16:creationId xmlns:a16="http://schemas.microsoft.com/office/drawing/2014/main" id="{22866213-9593-4562-82AB-921473E8B76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4851" name="Notes Placeholder 2">
            <a:extLst>
              <a:ext uri="{FF2B5EF4-FFF2-40B4-BE49-F238E27FC236}">
                <a16:creationId xmlns:a16="http://schemas.microsoft.com/office/drawing/2014/main" id="{A5B3D69F-069E-4955-B8AE-CFFDB22BCCA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Life can flourish only in a suitable environment; it requires an appropriate balance of climate, water, soil, and air.</a:t>
            </a:r>
          </a:p>
          <a:p>
            <a:pPr eaLnBrk="1" hangingPunct="1">
              <a:spcBef>
                <a:spcPct val="0"/>
              </a:spcBef>
            </a:pPr>
            <a:r>
              <a:rPr lang="en-US" altLang="fr-FR"/>
              <a:t>The physical, chemical, and biotic factors that surround us, such as air, temperature, sun, soil, and water—as well as the flora and fauna—compose our </a:t>
            </a:r>
            <a:r>
              <a:rPr lang="en-US" altLang="en-US"/>
              <a:t>“</a:t>
            </a:r>
            <a:r>
              <a:rPr lang="en-US" altLang="fr-FR"/>
              <a:t>environment.</a:t>
            </a:r>
            <a:r>
              <a:rPr lang="en-US" altLang="en-US"/>
              <a:t>”</a:t>
            </a:r>
            <a:r>
              <a:rPr lang="en-US" altLang="fr-FR"/>
              <a:t> Health requires a sustaining and supportive environment, and many of our practices undermine this support and sustainability.</a:t>
            </a:r>
          </a:p>
          <a:p>
            <a:pPr eaLnBrk="1" hangingPunct="1">
              <a:spcBef>
                <a:spcPct val="0"/>
              </a:spcBef>
            </a:pPr>
            <a:endParaRPr lang="en-US" altLang="fr-FR"/>
          </a:p>
        </p:txBody>
      </p:sp>
      <p:sp>
        <p:nvSpPr>
          <p:cNvPr id="334852" name="Slide Number Placeholder 3">
            <a:extLst>
              <a:ext uri="{FF2B5EF4-FFF2-40B4-BE49-F238E27FC236}">
                <a16:creationId xmlns:a16="http://schemas.microsoft.com/office/drawing/2014/main" id="{2704024A-782A-49E4-AEAF-94282D48C34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264B71B5-8BB7-4FE4-B98C-942A92D9DD1D}" type="slidenum">
              <a:rPr lang="en-US" altLang="fr-FR">
                <a:latin typeface="Calibri" panose="020F0502020204030204" pitchFamily="34" charset="0"/>
                <a:ea typeface="MS PGothic" panose="020B0600070205080204" pitchFamily="34" charset="-128"/>
              </a:rPr>
              <a:pPr/>
              <a:t>3</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Slide Image Placeholder 1">
            <a:extLst>
              <a:ext uri="{FF2B5EF4-FFF2-40B4-BE49-F238E27FC236}">
                <a16:creationId xmlns:a16="http://schemas.microsoft.com/office/drawing/2014/main" id="{CF7A526B-ACF5-4FF2-B036-274B49DF0FE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6899" name="Notes Placeholder 2">
            <a:extLst>
              <a:ext uri="{FF2B5EF4-FFF2-40B4-BE49-F238E27FC236}">
                <a16:creationId xmlns:a16="http://schemas.microsoft.com/office/drawing/2014/main" id="{910DE553-7FDE-4F53-9FC3-530700844AA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b="1"/>
              <a:t>Pollution of water </a:t>
            </a:r>
            <a:r>
              <a:rPr lang="en-US" altLang="fr-FR"/>
              <a:t>and air, destruction of natural habitats, and massive industrialization threaten the continuation of life as we know it; therefore, environmental awareness is important to the maintenance of health.</a:t>
            </a:r>
          </a:p>
          <a:p>
            <a:pPr eaLnBrk="1" hangingPunct="1">
              <a:spcBef>
                <a:spcPct val="0"/>
              </a:spcBef>
            </a:pPr>
            <a:endParaRPr lang="en-US" altLang="fr-FR"/>
          </a:p>
        </p:txBody>
      </p:sp>
      <p:sp>
        <p:nvSpPr>
          <p:cNvPr id="336900" name="Slide Number Placeholder 3">
            <a:extLst>
              <a:ext uri="{FF2B5EF4-FFF2-40B4-BE49-F238E27FC236}">
                <a16:creationId xmlns:a16="http://schemas.microsoft.com/office/drawing/2014/main" id="{F6AB58C5-5B2A-4689-8470-3DE0D0AC130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7CE6E9ED-57C5-4EEB-B477-ED103EA34861}" type="slidenum">
              <a:rPr lang="en-US" altLang="fr-FR">
                <a:latin typeface="Calibri" panose="020F0502020204030204" pitchFamily="34" charset="0"/>
                <a:ea typeface="MS PGothic" panose="020B0600070205080204" pitchFamily="34" charset="-128"/>
              </a:rPr>
              <a:pPr/>
              <a:t>4</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Slide Image Placeholder 1">
            <a:extLst>
              <a:ext uri="{FF2B5EF4-FFF2-40B4-BE49-F238E27FC236}">
                <a16:creationId xmlns:a16="http://schemas.microsoft.com/office/drawing/2014/main" id="{F7D83407-272E-4700-A309-A90C95D856C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8947" name="Notes Placeholder 2">
            <a:extLst>
              <a:ext uri="{FF2B5EF4-FFF2-40B4-BE49-F238E27FC236}">
                <a16:creationId xmlns:a16="http://schemas.microsoft.com/office/drawing/2014/main" id="{369940C3-1C64-4D9B-A8DA-BB8E792A02B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Fifty years ago lead poisoning was relatively common. Physicians were taught to recognize discoloration of gums, bluish stippling in blood cells, and the sight of neurotoxic damage caused by lead. Lead was added to paint to give it luster and strength, but children would pick at flaking paint, eat the flakes, and become poisoned by the lead content. Gasoline contained lead to augment its properties with resultant increased atmospheric lead that could be inhaled and therefore poison the populace. Recognition of the cause of a problem often leads to a resolution, as in the now ubiquitous production of </a:t>
            </a:r>
            <a:r>
              <a:rPr lang="en-US" altLang="fr-FR" b="1"/>
              <a:t>lead-free gasoline.</a:t>
            </a:r>
          </a:p>
          <a:p>
            <a:pPr eaLnBrk="1" hangingPunct="1">
              <a:spcBef>
                <a:spcPct val="0"/>
              </a:spcBef>
            </a:pPr>
            <a:endParaRPr lang="en-US" altLang="fr-FR"/>
          </a:p>
        </p:txBody>
      </p:sp>
      <p:sp>
        <p:nvSpPr>
          <p:cNvPr id="338948" name="Slide Number Placeholder 3">
            <a:extLst>
              <a:ext uri="{FF2B5EF4-FFF2-40B4-BE49-F238E27FC236}">
                <a16:creationId xmlns:a16="http://schemas.microsoft.com/office/drawing/2014/main" id="{15E01FE6-1159-461B-8406-721379712B5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A02D2F37-0A05-4383-8B6A-F2D0CB2D3BE9}" type="slidenum">
              <a:rPr lang="en-US" altLang="fr-FR">
                <a:latin typeface="Calibri" panose="020F0502020204030204" pitchFamily="34" charset="0"/>
                <a:ea typeface="MS PGothic" panose="020B0600070205080204" pitchFamily="34" charset="-128"/>
              </a:rPr>
              <a:pPr/>
              <a:t>5</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Slide Image Placeholder 1">
            <a:extLst>
              <a:ext uri="{FF2B5EF4-FFF2-40B4-BE49-F238E27FC236}">
                <a16:creationId xmlns:a16="http://schemas.microsoft.com/office/drawing/2014/main" id="{6AB6BE22-D5F8-4A6E-BCD3-315EA87105E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0995" name="Notes Placeholder 2">
            <a:extLst>
              <a:ext uri="{FF2B5EF4-FFF2-40B4-BE49-F238E27FC236}">
                <a16:creationId xmlns:a16="http://schemas.microsoft.com/office/drawing/2014/main" id="{3E115298-1A4B-4E05-B0C2-F6C82AC57C9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A little pollution here, destruction of a few trees there, the dumping of some raw sewage into a river somewhere—all these may seem of small impact. When such isolated acts are multiplied by millions, however, they begin to have a major destructive effect.</a:t>
            </a:r>
          </a:p>
        </p:txBody>
      </p:sp>
      <p:sp>
        <p:nvSpPr>
          <p:cNvPr id="340996" name="Slide Number Placeholder 3">
            <a:extLst>
              <a:ext uri="{FF2B5EF4-FFF2-40B4-BE49-F238E27FC236}">
                <a16:creationId xmlns:a16="http://schemas.microsoft.com/office/drawing/2014/main" id="{EB088CB9-3895-4072-ACC2-97A0074F9B7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843A1DE0-07BB-49BF-8F56-8DDEDE294895}" type="slidenum">
              <a:rPr lang="en-US" altLang="fr-FR">
                <a:latin typeface="Calibri" panose="020F0502020204030204" pitchFamily="34" charset="0"/>
                <a:ea typeface="MS PGothic" panose="020B0600070205080204" pitchFamily="34" charset="-128"/>
              </a:rPr>
              <a:pPr/>
              <a:t>6</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Slide Image Placeholder 1">
            <a:extLst>
              <a:ext uri="{FF2B5EF4-FFF2-40B4-BE49-F238E27FC236}">
                <a16:creationId xmlns:a16="http://schemas.microsoft.com/office/drawing/2014/main" id="{9BFD91C7-9905-4826-8BED-D9B9A6DF0F0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3043" name="Notes Placeholder 2">
            <a:extLst>
              <a:ext uri="{FF2B5EF4-FFF2-40B4-BE49-F238E27FC236}">
                <a16:creationId xmlns:a16="http://schemas.microsoft.com/office/drawing/2014/main" id="{19C5D5CB-3117-4C4F-9525-16D7ECD7E68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It</a:t>
            </a:r>
            <a:r>
              <a:rPr lang="en-US" altLang="en-US"/>
              <a:t>’</a:t>
            </a:r>
            <a:r>
              <a:rPr lang="en-US" altLang="fr-FR"/>
              <a:t>s for this reason that many people are beginning to voice what has sometimes been labeled a </a:t>
            </a:r>
            <a:r>
              <a:rPr lang="en-US" altLang="en-US"/>
              <a:t>“</a:t>
            </a:r>
            <a:r>
              <a:rPr lang="en-US" altLang="fr-FR"/>
              <a:t>politically incorrect</a:t>
            </a:r>
            <a:r>
              <a:rPr lang="en-US" altLang="en-US"/>
              <a:t>”</a:t>
            </a:r>
            <a:r>
              <a:rPr lang="en-US" altLang="fr-FR"/>
              <a:t> viewpoint: that overpopulation is the worst environmental threat we are faced with today.</a:t>
            </a:r>
          </a:p>
          <a:p>
            <a:pPr eaLnBrk="1" hangingPunct="1">
              <a:spcBef>
                <a:spcPct val="0"/>
              </a:spcBef>
            </a:pPr>
            <a:endParaRPr lang="en-US" altLang="fr-FR"/>
          </a:p>
        </p:txBody>
      </p:sp>
      <p:sp>
        <p:nvSpPr>
          <p:cNvPr id="343044" name="Slide Number Placeholder 3">
            <a:extLst>
              <a:ext uri="{FF2B5EF4-FFF2-40B4-BE49-F238E27FC236}">
                <a16:creationId xmlns:a16="http://schemas.microsoft.com/office/drawing/2014/main" id="{1DFB7E54-D278-40FE-B1CD-296D0110174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F2816FF1-59C1-464C-9B5B-466B94E21825}" type="slidenum">
              <a:rPr lang="en-US" altLang="fr-FR">
                <a:latin typeface="Calibri" panose="020F0502020204030204" pitchFamily="34" charset="0"/>
                <a:ea typeface="MS PGothic" panose="020B0600070205080204" pitchFamily="34" charset="-128"/>
              </a:rPr>
              <a:pPr/>
              <a:t>7</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Slide Image Placeholder 1">
            <a:extLst>
              <a:ext uri="{FF2B5EF4-FFF2-40B4-BE49-F238E27FC236}">
                <a16:creationId xmlns:a16="http://schemas.microsoft.com/office/drawing/2014/main" id="{534FC866-33A8-4F21-B8C4-10EC6450E63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5091" name="Notes Placeholder 2">
            <a:extLst>
              <a:ext uri="{FF2B5EF4-FFF2-40B4-BE49-F238E27FC236}">
                <a16:creationId xmlns:a16="http://schemas.microsoft.com/office/drawing/2014/main" id="{C134C1C8-8DFD-4CD2-B15B-FA983895BF5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A single automobile may emit what would be insignificant pollutants if it were the only vehicle in the world; but as the world</a:t>
            </a:r>
            <a:r>
              <a:rPr lang="en-US" altLang="en-US"/>
              <a:t>’</a:t>
            </a:r>
            <a:r>
              <a:rPr lang="en-US" altLang="fr-FR"/>
              <a:t>s population burgeons, the number of automobiles rockets, too.</a:t>
            </a:r>
          </a:p>
          <a:p>
            <a:pPr eaLnBrk="1" hangingPunct="1">
              <a:spcBef>
                <a:spcPct val="0"/>
              </a:spcBef>
            </a:pPr>
            <a:endParaRPr lang="en-US" altLang="fr-FR"/>
          </a:p>
        </p:txBody>
      </p:sp>
      <p:sp>
        <p:nvSpPr>
          <p:cNvPr id="345092" name="Slide Number Placeholder 3">
            <a:extLst>
              <a:ext uri="{FF2B5EF4-FFF2-40B4-BE49-F238E27FC236}">
                <a16:creationId xmlns:a16="http://schemas.microsoft.com/office/drawing/2014/main" id="{C350BB67-87AC-4461-A68F-29C89165DC4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1BEDBC5E-0F93-46B7-A66B-C20085110F35}" type="slidenum">
              <a:rPr lang="en-US" altLang="fr-FR">
                <a:latin typeface="Calibri" panose="020F0502020204030204" pitchFamily="34" charset="0"/>
                <a:ea typeface="MS PGothic" panose="020B0600070205080204" pitchFamily="34" charset="-128"/>
              </a:rPr>
              <a:pPr/>
              <a:t>8</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Slide Image Placeholder 1">
            <a:extLst>
              <a:ext uri="{FF2B5EF4-FFF2-40B4-BE49-F238E27FC236}">
                <a16:creationId xmlns:a16="http://schemas.microsoft.com/office/drawing/2014/main" id="{1B7F3817-0D2D-4598-BF05-ECEBE39CA0F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7139" name="Notes Placeholder 2">
            <a:extLst>
              <a:ext uri="{FF2B5EF4-FFF2-40B4-BE49-F238E27FC236}">
                <a16:creationId xmlns:a16="http://schemas.microsoft.com/office/drawing/2014/main" id="{B0725AF4-B3E2-4D2F-863E-27558F4A2F5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Current projections—</a:t>
            </a:r>
            <a:r>
              <a:rPr lang="en-US" altLang="fr-FR" b="1"/>
              <a:t>incorporating projected declines in growth rates</a:t>
            </a:r>
            <a:r>
              <a:rPr lang="en-US" altLang="fr-FR"/>
              <a:t>—still predict a global population somewhere between 8 and 10.5 billion by the year 2050.¹ The effects of overpopulation depend on the ratio of population to sustainable resources, as well as on the distribution of such resources, including clean water, clean air, food, shelter, and appropriate climatic conditions. </a:t>
            </a:r>
          </a:p>
          <a:p>
            <a:pPr eaLnBrk="1" hangingPunct="1">
              <a:spcBef>
                <a:spcPct val="0"/>
              </a:spcBef>
            </a:pPr>
            <a:endParaRPr lang="en-US" altLang="fr-FR"/>
          </a:p>
        </p:txBody>
      </p:sp>
      <p:sp>
        <p:nvSpPr>
          <p:cNvPr id="347140" name="Slide Number Placeholder 3">
            <a:extLst>
              <a:ext uri="{FF2B5EF4-FFF2-40B4-BE49-F238E27FC236}">
                <a16:creationId xmlns:a16="http://schemas.microsoft.com/office/drawing/2014/main" id="{FF7B66B7-BB96-4208-B987-DF22BAEF7C2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BBDD4473-496C-4589-ACD1-A1DFC26CFC80}" type="slidenum">
              <a:rPr lang="en-US" altLang="fr-FR">
                <a:latin typeface="Calibri" panose="020F0502020204030204" pitchFamily="34" charset="0"/>
                <a:ea typeface="MS PGothic" panose="020B0600070205080204" pitchFamily="34" charset="-128"/>
              </a:rPr>
              <a:pPr/>
              <a:t>9</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Slide Image Placeholder 1">
            <a:extLst>
              <a:ext uri="{FF2B5EF4-FFF2-40B4-BE49-F238E27FC236}">
                <a16:creationId xmlns:a16="http://schemas.microsoft.com/office/drawing/2014/main" id="{53730FE6-E768-4188-B033-F7E3C1B5BC1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9187" name="Notes Placeholder 2">
            <a:extLst>
              <a:ext uri="{FF2B5EF4-FFF2-40B4-BE49-F238E27FC236}">
                <a16:creationId xmlns:a16="http://schemas.microsoft.com/office/drawing/2014/main" id="{87D05223-C1E0-4B91-AAF8-441F3286007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Overpopulation often damages a nation</a:t>
            </a:r>
            <a:r>
              <a:rPr lang="en-US" altLang="en-US"/>
              <a:t>’</a:t>
            </a:r>
            <a:r>
              <a:rPr lang="en-US" altLang="fr-FR"/>
              <a:t>s economy. When a country is unable to feed its population, it consequently has to purchase and import food. People take up space needed for farms and forests; their waste pollutes the water, land, and air. Destruction of forests results in loss of animal habitats as well as loss of plant species and their capacity to remove carbon dioxide and produce oxygen. Overpopulation presents serious difficulties to effective governance and stress; consequently, strife and turmoil often ensue.</a:t>
            </a:r>
          </a:p>
          <a:p>
            <a:pPr eaLnBrk="1" hangingPunct="1">
              <a:spcBef>
                <a:spcPct val="0"/>
              </a:spcBef>
            </a:pPr>
            <a:endParaRPr lang="en-US" altLang="fr-FR"/>
          </a:p>
        </p:txBody>
      </p:sp>
      <p:sp>
        <p:nvSpPr>
          <p:cNvPr id="349188" name="Slide Number Placeholder 3">
            <a:extLst>
              <a:ext uri="{FF2B5EF4-FFF2-40B4-BE49-F238E27FC236}">
                <a16:creationId xmlns:a16="http://schemas.microsoft.com/office/drawing/2014/main" id="{F9B43682-7AC5-4290-816E-B397FCABD5E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A0F3672A-AE5A-4011-8882-1B4209B7DC05}" type="slidenum">
              <a:rPr lang="en-US" altLang="fr-FR">
                <a:latin typeface="Calibri" panose="020F0502020204030204" pitchFamily="34" charset="0"/>
                <a:ea typeface="MS PGothic" panose="020B0600070205080204" pitchFamily="34" charset="-128"/>
              </a:rPr>
              <a:pPr/>
              <a:t>10</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Slide Image Placeholder 1">
            <a:extLst>
              <a:ext uri="{FF2B5EF4-FFF2-40B4-BE49-F238E27FC236}">
                <a16:creationId xmlns:a16="http://schemas.microsoft.com/office/drawing/2014/main" id="{48E8EF28-FDC3-4529-96AF-44DA42A21AB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1235" name="Notes Placeholder 2">
            <a:extLst>
              <a:ext uri="{FF2B5EF4-FFF2-40B4-BE49-F238E27FC236}">
                <a16:creationId xmlns:a16="http://schemas.microsoft.com/office/drawing/2014/main" id="{D141466C-4C49-4B75-8D60-601B065944E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Between 1950 and 2005, the number of children born per woman decreased from 5.02 to 2.65, though even at this rate the global population continues to expand. By continent, the numbers (for 1950 to 2005) are seen in the table:² Even at a single child per couple the population is calculated to reach 10 billion before it would begin to decline.</a:t>
            </a:r>
          </a:p>
          <a:p>
            <a:pPr eaLnBrk="1" hangingPunct="1">
              <a:spcBef>
                <a:spcPct val="0"/>
              </a:spcBef>
            </a:pPr>
            <a:endParaRPr lang="en-US" altLang="fr-FR"/>
          </a:p>
          <a:p>
            <a:pPr eaLnBrk="1" hangingPunct="1">
              <a:spcBef>
                <a:spcPct val="0"/>
              </a:spcBef>
            </a:pPr>
            <a:endParaRPr lang="en-US" altLang="fr-FR"/>
          </a:p>
        </p:txBody>
      </p:sp>
      <p:sp>
        <p:nvSpPr>
          <p:cNvPr id="351236" name="Slide Number Placeholder 3">
            <a:extLst>
              <a:ext uri="{FF2B5EF4-FFF2-40B4-BE49-F238E27FC236}">
                <a16:creationId xmlns:a16="http://schemas.microsoft.com/office/drawing/2014/main" id="{F124DBB6-C707-47E9-99C8-DD62D0BE39A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1EDFF356-6EB1-4C84-958D-E40B12C9E789}" type="slidenum">
              <a:rPr lang="en-US" altLang="fr-FR">
                <a:latin typeface="Calibri" panose="020F0502020204030204" pitchFamily="34" charset="0"/>
                <a:ea typeface="MS PGothic" panose="020B0600070205080204" pitchFamily="34" charset="-128"/>
              </a:rPr>
              <a:pPr/>
              <a:t>11</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Slide Image Placeholder 1">
            <a:extLst>
              <a:ext uri="{FF2B5EF4-FFF2-40B4-BE49-F238E27FC236}">
                <a16:creationId xmlns:a16="http://schemas.microsoft.com/office/drawing/2014/main" id="{73F912A2-9252-4D8C-8031-831C7414F76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3283" name="Notes Placeholder 2">
            <a:extLst>
              <a:ext uri="{FF2B5EF4-FFF2-40B4-BE49-F238E27FC236}">
                <a16:creationId xmlns:a16="http://schemas.microsoft.com/office/drawing/2014/main" id="{6E28B0C7-0BEC-43E5-88A9-4FC22699513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Closely related to overpopulation is the issue of </a:t>
            </a:r>
            <a:r>
              <a:rPr lang="en-US" altLang="fr-FR" b="1"/>
              <a:t>sustainable agriculture. </a:t>
            </a:r>
            <a:r>
              <a:rPr lang="en-US" altLang="fr-FR"/>
              <a:t>Improvements in agricultural technology have led to enormous increases in yields of produce per acre of land utilized. Such improvements, however, </a:t>
            </a:r>
            <a:r>
              <a:rPr lang="en-US" altLang="fr-FR" b="1"/>
              <a:t>do not come without an environmental cost. </a:t>
            </a:r>
            <a:r>
              <a:rPr lang="en-US" altLang="fr-FR"/>
              <a:t>Further changes in agricultural priorities are needed to balance the utilization of land.</a:t>
            </a:r>
          </a:p>
          <a:p>
            <a:pPr eaLnBrk="1" hangingPunct="1">
              <a:spcBef>
                <a:spcPct val="0"/>
              </a:spcBef>
            </a:pPr>
            <a:endParaRPr lang="en-US" altLang="fr-FR"/>
          </a:p>
        </p:txBody>
      </p:sp>
      <p:sp>
        <p:nvSpPr>
          <p:cNvPr id="353284" name="Slide Number Placeholder 3">
            <a:extLst>
              <a:ext uri="{FF2B5EF4-FFF2-40B4-BE49-F238E27FC236}">
                <a16:creationId xmlns:a16="http://schemas.microsoft.com/office/drawing/2014/main" id="{D903F74F-9DC4-46CF-ABCB-B72735ED1F5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D26ABB10-36B7-47FE-B979-CB0F8D070869}" type="slidenum">
              <a:rPr lang="en-US" altLang="fr-FR">
                <a:latin typeface="Calibri" panose="020F0502020204030204" pitchFamily="34" charset="0"/>
                <a:ea typeface="MS PGothic" panose="020B0600070205080204" pitchFamily="34" charset="-128"/>
              </a:rPr>
              <a:pPr/>
              <a:t>12</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Slide Image Placeholder 1">
            <a:extLst>
              <a:ext uri="{FF2B5EF4-FFF2-40B4-BE49-F238E27FC236}">
                <a16:creationId xmlns:a16="http://schemas.microsoft.com/office/drawing/2014/main" id="{B0FE1CD6-7107-4D34-A289-65D43600441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5331" name="Notes Placeholder 2">
            <a:extLst>
              <a:ext uri="{FF2B5EF4-FFF2-40B4-BE49-F238E27FC236}">
                <a16:creationId xmlns:a16="http://schemas.microsoft.com/office/drawing/2014/main" id="{08E0CE74-49AE-4E36-B90C-98597AE2FB3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Deforestation on a massive scale often results in </a:t>
            </a:r>
            <a:r>
              <a:rPr lang="en-US" altLang="fr-FR" b="1"/>
              <a:t>damage to the quality of the land. </a:t>
            </a:r>
            <a:r>
              <a:rPr lang="en-US" altLang="fr-FR"/>
              <a:t>Although some 30 percent of the earth</a:t>
            </a:r>
            <a:r>
              <a:rPr lang="en-US" altLang="en-US"/>
              <a:t>’</a:t>
            </a:r>
            <a:r>
              <a:rPr lang="en-US" altLang="fr-FR"/>
              <a:t>s surface is still covered by forest, large tracts of land are lost annually to deforestation.</a:t>
            </a:r>
          </a:p>
        </p:txBody>
      </p:sp>
      <p:sp>
        <p:nvSpPr>
          <p:cNvPr id="355332" name="Slide Number Placeholder 3">
            <a:extLst>
              <a:ext uri="{FF2B5EF4-FFF2-40B4-BE49-F238E27FC236}">
                <a16:creationId xmlns:a16="http://schemas.microsoft.com/office/drawing/2014/main" id="{F7F00F27-FF51-4256-8524-20B2C6ACD1A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D1B2DC0B-50A4-4773-81B6-60399EA6CB62}" type="slidenum">
              <a:rPr lang="en-US" altLang="fr-FR">
                <a:latin typeface="Calibri" panose="020F0502020204030204" pitchFamily="34" charset="0"/>
                <a:ea typeface="MS PGothic" panose="020B0600070205080204" pitchFamily="34" charset="-128"/>
              </a:rPr>
              <a:pPr/>
              <a:t>13</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Slide Image Placeholder 1">
            <a:extLst>
              <a:ext uri="{FF2B5EF4-FFF2-40B4-BE49-F238E27FC236}">
                <a16:creationId xmlns:a16="http://schemas.microsoft.com/office/drawing/2014/main" id="{39BAA42A-F99D-468C-9D99-98D531DF304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7379" name="Notes Placeholder 2">
            <a:extLst>
              <a:ext uri="{FF2B5EF4-FFF2-40B4-BE49-F238E27FC236}">
                <a16:creationId xmlns:a16="http://schemas.microsoft.com/office/drawing/2014/main" id="{51CF24FD-232B-422D-B7D1-34A7362A623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b="1"/>
              <a:t>The balance between our need for forests and our need for food relates to the pressures of overpopulation.</a:t>
            </a:r>
            <a:r>
              <a:rPr lang="en-US" altLang="fr-FR"/>
              <a:t> Deforestation contributes to climate change. Moist forest soils quickly dry out without the shade of a forest canopy. Forest lands can quickly become deserts. The role played by forests in absorbing greenhouse gases is a central one.³</a:t>
            </a:r>
          </a:p>
          <a:p>
            <a:pPr eaLnBrk="1" hangingPunct="1">
              <a:spcBef>
                <a:spcPct val="0"/>
              </a:spcBef>
            </a:pPr>
            <a:endParaRPr lang="en-US" altLang="fr-FR"/>
          </a:p>
        </p:txBody>
      </p:sp>
      <p:sp>
        <p:nvSpPr>
          <p:cNvPr id="357380" name="Slide Number Placeholder 3">
            <a:extLst>
              <a:ext uri="{FF2B5EF4-FFF2-40B4-BE49-F238E27FC236}">
                <a16:creationId xmlns:a16="http://schemas.microsoft.com/office/drawing/2014/main" id="{5EA8EA3E-3286-4E6A-92AF-4996C47CD45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253C921C-5C46-41C0-9F34-01C43DF3EFF8}" type="slidenum">
              <a:rPr lang="en-US" altLang="fr-FR">
                <a:latin typeface="Calibri" panose="020F0502020204030204" pitchFamily="34" charset="0"/>
                <a:ea typeface="MS PGothic" panose="020B0600070205080204" pitchFamily="34" charset="-128"/>
              </a:rPr>
              <a:pPr/>
              <a:t>14</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Slide Image Placeholder 1">
            <a:extLst>
              <a:ext uri="{FF2B5EF4-FFF2-40B4-BE49-F238E27FC236}">
                <a16:creationId xmlns:a16="http://schemas.microsoft.com/office/drawing/2014/main" id="{9B1251F0-501A-44EA-8834-315115F6775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9427" name="Notes Placeholder 2">
            <a:extLst>
              <a:ext uri="{FF2B5EF4-FFF2-40B4-BE49-F238E27FC236}">
                <a16:creationId xmlns:a16="http://schemas.microsoft.com/office/drawing/2014/main" id="{3E636FEA-C27C-4B97-AB05-8410B28FDEB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The uneven development of the world means that </a:t>
            </a:r>
            <a:r>
              <a:rPr lang="en-US" altLang="fr-FR" b="1"/>
              <a:t>although current food production is sufficient for the global population, food is not freely available to all. </a:t>
            </a:r>
            <a:r>
              <a:rPr lang="en-US" altLang="fr-FR"/>
              <a:t>Poverty and the impact of climate change are felt much more acutely where drought and desertification are taking place. Many undeveloped countries have an inadequate infrastructure to permit the proper distribution of food.</a:t>
            </a:r>
          </a:p>
          <a:p>
            <a:pPr eaLnBrk="1" hangingPunct="1">
              <a:spcBef>
                <a:spcPct val="0"/>
              </a:spcBef>
            </a:pPr>
            <a:endParaRPr lang="en-US" altLang="fr-FR"/>
          </a:p>
        </p:txBody>
      </p:sp>
      <p:sp>
        <p:nvSpPr>
          <p:cNvPr id="359428" name="Slide Number Placeholder 3">
            <a:extLst>
              <a:ext uri="{FF2B5EF4-FFF2-40B4-BE49-F238E27FC236}">
                <a16:creationId xmlns:a16="http://schemas.microsoft.com/office/drawing/2014/main" id="{D8660BFA-2DD2-4243-8074-EF8363974EF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D40B8E51-1D60-4ED4-B0FE-0E49511F95E6}" type="slidenum">
              <a:rPr lang="en-US" altLang="fr-FR">
                <a:latin typeface="Calibri" panose="020F0502020204030204" pitchFamily="34" charset="0"/>
                <a:ea typeface="MS PGothic" panose="020B0600070205080204" pitchFamily="34" charset="-128"/>
              </a:rPr>
              <a:pPr/>
              <a:t>15</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Slide Image Placeholder 1">
            <a:extLst>
              <a:ext uri="{FF2B5EF4-FFF2-40B4-BE49-F238E27FC236}">
                <a16:creationId xmlns:a16="http://schemas.microsoft.com/office/drawing/2014/main" id="{4C947908-3AE1-4C68-AEBE-E0416212CA5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1475" name="Notes Placeholder 2">
            <a:extLst>
              <a:ext uri="{FF2B5EF4-FFF2-40B4-BE49-F238E27FC236}">
                <a16:creationId xmlns:a16="http://schemas.microsoft.com/office/drawing/2014/main" id="{62FA04C2-D502-452E-AEE6-1DF15BDF62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Most scientists agree that there have been significant warming changes during the last 100 years, though opinions differ as to why. </a:t>
            </a:r>
          </a:p>
          <a:p>
            <a:pPr eaLnBrk="1" hangingPunct="1">
              <a:spcBef>
                <a:spcPct val="0"/>
              </a:spcBef>
            </a:pPr>
            <a:endParaRPr lang="en-US" altLang="fr-FR"/>
          </a:p>
          <a:p>
            <a:pPr eaLnBrk="1" hangingPunct="1">
              <a:spcBef>
                <a:spcPct val="0"/>
              </a:spcBef>
            </a:pPr>
            <a:r>
              <a:rPr lang="en-US" altLang="fr-FR"/>
              <a:t>Climate change may influence food production. Yields of grain have been shown in many situations to vary with temperatures. For example, the International Rice Research Institute in the Philippines⁴ found that rice production declined by 10 percent for each 1-degree-centigrade increase in growing season nighttime-minimum temperature. </a:t>
            </a:r>
          </a:p>
          <a:p>
            <a:pPr eaLnBrk="1" hangingPunct="1">
              <a:spcBef>
                <a:spcPct val="0"/>
              </a:spcBef>
            </a:pPr>
            <a:endParaRPr lang="en-US" altLang="fr-FR"/>
          </a:p>
          <a:p>
            <a:pPr eaLnBrk="1" hangingPunct="1">
              <a:spcBef>
                <a:spcPct val="0"/>
              </a:spcBef>
            </a:pPr>
            <a:r>
              <a:rPr lang="en-US" altLang="fr-FR"/>
              <a:t>Researchers Lobell and Field⁵ reported that climate changes since 1981 have resulted in annual losses of wheat, maize, and barley, representing roughly a combined loss of $5 billion per year as of 2002. This is not a sizable amount, however, relative to the value of improved yields resulting from technological change. </a:t>
            </a:r>
          </a:p>
          <a:p>
            <a:pPr eaLnBrk="1" hangingPunct="1">
              <a:spcBef>
                <a:spcPct val="0"/>
              </a:spcBef>
            </a:pPr>
            <a:endParaRPr lang="en-US" altLang="fr-FR"/>
          </a:p>
          <a:p>
            <a:pPr eaLnBrk="1" hangingPunct="1">
              <a:spcBef>
                <a:spcPct val="0"/>
              </a:spcBef>
            </a:pPr>
            <a:endParaRPr lang="en-US" altLang="fr-FR"/>
          </a:p>
        </p:txBody>
      </p:sp>
      <p:sp>
        <p:nvSpPr>
          <p:cNvPr id="361476" name="Slide Number Placeholder 3">
            <a:extLst>
              <a:ext uri="{FF2B5EF4-FFF2-40B4-BE49-F238E27FC236}">
                <a16:creationId xmlns:a16="http://schemas.microsoft.com/office/drawing/2014/main" id="{FEC884F6-79E2-4EF8-A487-121359DF632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371D5579-96A1-47CF-91E2-E98CD2BF73CE}" type="slidenum">
              <a:rPr lang="en-US" altLang="fr-FR">
                <a:latin typeface="Calibri" panose="020F0502020204030204" pitchFamily="34" charset="0"/>
                <a:ea typeface="MS PGothic" panose="020B0600070205080204" pitchFamily="34" charset="-128"/>
              </a:rPr>
              <a:pPr/>
              <a:t>16</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Slide Image Placeholder 1">
            <a:extLst>
              <a:ext uri="{FF2B5EF4-FFF2-40B4-BE49-F238E27FC236}">
                <a16:creationId xmlns:a16="http://schemas.microsoft.com/office/drawing/2014/main" id="{AFB32B1B-7977-46A3-A1E1-B99DCF8AB81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3523" name="Notes Placeholder 2">
            <a:extLst>
              <a:ext uri="{FF2B5EF4-FFF2-40B4-BE49-F238E27FC236}">
                <a16:creationId xmlns:a16="http://schemas.microsoft.com/office/drawing/2014/main" id="{5696345E-2FDB-4600-B666-3A5C5549E6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Reliance upon fossil fuels has characterized much of the energy utilization during the past century. It</a:t>
            </a:r>
            <a:r>
              <a:rPr lang="en-US" altLang="en-US"/>
              <a:t>’</a:t>
            </a:r>
            <a:r>
              <a:rPr lang="en-US" altLang="fr-FR"/>
              <a:t>s likely that the increased cost of such energy will drive the move to alternate energy sources. </a:t>
            </a:r>
            <a:r>
              <a:rPr lang="en-US" altLang="fr-FR" b="1"/>
              <a:t>Regardless of cost issues, energy conservation is an important part of environment preservation. </a:t>
            </a:r>
          </a:p>
          <a:p>
            <a:pPr eaLnBrk="1" hangingPunct="1">
              <a:spcBef>
                <a:spcPct val="0"/>
              </a:spcBef>
            </a:pPr>
            <a:endParaRPr lang="en-US" altLang="fr-FR"/>
          </a:p>
        </p:txBody>
      </p:sp>
      <p:sp>
        <p:nvSpPr>
          <p:cNvPr id="363524" name="Slide Number Placeholder 3">
            <a:extLst>
              <a:ext uri="{FF2B5EF4-FFF2-40B4-BE49-F238E27FC236}">
                <a16:creationId xmlns:a16="http://schemas.microsoft.com/office/drawing/2014/main" id="{83F25CA1-D179-46BC-89F1-0E4F79F2198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1D3454E0-9F91-40EB-AAA2-CB19E71F695C}" type="slidenum">
              <a:rPr lang="en-US" altLang="fr-FR">
                <a:latin typeface="Calibri" panose="020F0502020204030204" pitchFamily="34" charset="0"/>
                <a:ea typeface="MS PGothic" panose="020B0600070205080204" pitchFamily="34" charset="-128"/>
              </a:rPr>
              <a:pPr/>
              <a:t>17</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Slide Image Placeholder 1">
            <a:extLst>
              <a:ext uri="{FF2B5EF4-FFF2-40B4-BE49-F238E27FC236}">
                <a16:creationId xmlns:a16="http://schemas.microsoft.com/office/drawing/2014/main" id="{B696AAE9-F0D9-490E-B37F-C3356EC99BF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5571" name="Notes Placeholder 2">
            <a:extLst>
              <a:ext uri="{FF2B5EF4-FFF2-40B4-BE49-F238E27FC236}">
                <a16:creationId xmlns:a16="http://schemas.microsoft.com/office/drawing/2014/main" id="{26A36293-B3C3-4B04-886B-1AA5EF56B03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Two areas of pollution that are particularly concerning are water and air pollution.</a:t>
            </a:r>
          </a:p>
          <a:p>
            <a:pPr eaLnBrk="1" hangingPunct="1">
              <a:spcBef>
                <a:spcPct val="0"/>
              </a:spcBef>
            </a:pPr>
            <a:endParaRPr lang="en-US" altLang="fr-FR"/>
          </a:p>
          <a:p>
            <a:pPr eaLnBrk="1" hangingPunct="1">
              <a:spcBef>
                <a:spcPct val="0"/>
              </a:spcBef>
            </a:pPr>
            <a:r>
              <a:rPr lang="en-US" altLang="fr-FR"/>
              <a:t>Industrialization has produced massive amounts of collateral waste material. The seriousness of environment contamination by pollutants varies with the elements involved. Plastics are derivatives of petroleum-type products, and while extremely useful, they do not naturally degrade easily. It</a:t>
            </a:r>
            <a:r>
              <a:rPr lang="en-US" altLang="en-US"/>
              <a:t>’</a:t>
            </a:r>
            <a:r>
              <a:rPr lang="en-US" altLang="fr-FR"/>
              <a:t>s been shown that plastic can persist for multiple decades. Even when mixed with cellulose to produce so-called </a:t>
            </a:r>
            <a:r>
              <a:rPr lang="en-US" altLang="en-US"/>
              <a:t>“</a:t>
            </a:r>
            <a:r>
              <a:rPr lang="en-US" altLang="fr-FR"/>
              <a:t>biodegradable plastic,</a:t>
            </a:r>
            <a:r>
              <a:rPr lang="en-US" altLang="en-US"/>
              <a:t>”</a:t>
            </a:r>
            <a:r>
              <a:rPr lang="en-US" altLang="fr-FR"/>
              <a:t> the actual plastic particles remain much longer than the cellulose, which degrades. Remaining plastic particles, if small enough, may be subject to bacterial degradation. In practice, such </a:t>
            </a:r>
            <a:r>
              <a:rPr lang="en-US" altLang="fr-FR" b="1"/>
              <a:t>degradation does not always occur as predicted. </a:t>
            </a:r>
            <a:r>
              <a:rPr lang="en-US" altLang="fr-FR"/>
              <a:t>The state of California sued a plastic bottle maker—ENSO Plastics, Aquamantra and Balance Water—for false claims.⁶</a:t>
            </a:r>
          </a:p>
          <a:p>
            <a:pPr eaLnBrk="1" hangingPunct="1">
              <a:spcBef>
                <a:spcPct val="0"/>
              </a:spcBef>
            </a:pPr>
            <a:endParaRPr lang="en-US" altLang="fr-FR"/>
          </a:p>
        </p:txBody>
      </p:sp>
      <p:sp>
        <p:nvSpPr>
          <p:cNvPr id="365572" name="Slide Number Placeholder 3">
            <a:extLst>
              <a:ext uri="{FF2B5EF4-FFF2-40B4-BE49-F238E27FC236}">
                <a16:creationId xmlns:a16="http://schemas.microsoft.com/office/drawing/2014/main" id="{ACDA63A2-AE59-42EA-BA57-59DD3898700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96385AD9-63BD-4A1E-8EF2-277BE0735CAA}" type="slidenum">
              <a:rPr lang="en-US" altLang="fr-FR">
                <a:latin typeface="Calibri" panose="020F0502020204030204" pitchFamily="34" charset="0"/>
                <a:ea typeface="MS PGothic" panose="020B0600070205080204" pitchFamily="34" charset="-128"/>
              </a:rPr>
              <a:pPr/>
              <a:t>18</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Slide Image Placeholder 1">
            <a:extLst>
              <a:ext uri="{FF2B5EF4-FFF2-40B4-BE49-F238E27FC236}">
                <a16:creationId xmlns:a16="http://schemas.microsoft.com/office/drawing/2014/main" id="{093E94C5-1334-470C-B763-B76E4268EB7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7619" name="Notes Placeholder 2">
            <a:extLst>
              <a:ext uri="{FF2B5EF4-FFF2-40B4-BE49-F238E27FC236}">
                <a16:creationId xmlns:a16="http://schemas.microsoft.com/office/drawing/2014/main" id="{AF568733-D228-4724-9F8F-A5CB1F9B299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Sun, wind, and wave action merely fragment plastic, but eventually most of it finds its way into the ocean. Scientists have discovered plastic particulate matter at a depth of 15 to 30 feet in the Pacific Ocean. These particles, called </a:t>
            </a:r>
            <a:r>
              <a:rPr lang="en-US" altLang="en-US"/>
              <a:t>“</a:t>
            </a:r>
            <a:r>
              <a:rPr lang="en-US" altLang="ja-JP"/>
              <a:t>nurdles,</a:t>
            </a:r>
            <a:r>
              <a:rPr lang="en-US" altLang="en-US"/>
              <a:t>”</a:t>
            </a:r>
            <a:r>
              <a:rPr lang="en-US" altLang="ja-JP"/>
              <a:t> have been found in the digestive tracts of krill, which are the ocean</a:t>
            </a:r>
            <a:r>
              <a:rPr lang="en-US" altLang="en-US"/>
              <a:t>’</a:t>
            </a:r>
            <a:r>
              <a:rPr lang="en-US" altLang="ja-JP"/>
              <a:t>s basic food source for most marine life. Our addiction to disposable plastic water bottles may pose a huge threat to the planet.⁷ </a:t>
            </a:r>
          </a:p>
          <a:p>
            <a:pPr eaLnBrk="1" hangingPunct="1">
              <a:spcBef>
                <a:spcPct val="0"/>
              </a:spcBef>
            </a:pPr>
            <a:endParaRPr lang="en-US" altLang="fr-FR"/>
          </a:p>
          <a:p>
            <a:pPr eaLnBrk="1" hangingPunct="1">
              <a:spcBef>
                <a:spcPct val="0"/>
              </a:spcBef>
            </a:pPr>
            <a:r>
              <a:rPr lang="en-US" altLang="fr-FR"/>
              <a:t>Industrial waste—which includes heavy metals such as lead, mercury, and cadmium, as well as the toxic dioxin compounds—can be particularly dangerous and is contaminating the underground water. The radioactive contamination following the 2011 earthquake and massive tsunami off the coast of Japan will likely render the Fukushima area uninhabitable for decades, if not centuries. The Chernobyl disaster in Ukraine in 1986 resulted in increases in thyroid and other cancers. Radioactive isotopes leached into the water are a form of silent yet lethal pollution.</a:t>
            </a:r>
          </a:p>
          <a:p>
            <a:pPr eaLnBrk="1" hangingPunct="1">
              <a:spcBef>
                <a:spcPct val="0"/>
              </a:spcBef>
            </a:pPr>
            <a:endParaRPr lang="en-US" altLang="fr-FR"/>
          </a:p>
          <a:p>
            <a:pPr eaLnBrk="1" hangingPunct="1">
              <a:spcBef>
                <a:spcPct val="0"/>
              </a:spcBef>
            </a:pPr>
            <a:endParaRPr lang="en-US" altLang="fr-FR"/>
          </a:p>
        </p:txBody>
      </p:sp>
      <p:sp>
        <p:nvSpPr>
          <p:cNvPr id="367620" name="Slide Number Placeholder 3">
            <a:extLst>
              <a:ext uri="{FF2B5EF4-FFF2-40B4-BE49-F238E27FC236}">
                <a16:creationId xmlns:a16="http://schemas.microsoft.com/office/drawing/2014/main" id="{7FC190E1-84E7-44FC-96C6-66F9556F223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0222DA0F-5E8A-47F7-B24D-8EEF31343B57}" type="slidenum">
              <a:rPr lang="en-US" altLang="fr-FR">
                <a:latin typeface="Calibri" panose="020F0502020204030204" pitchFamily="34" charset="0"/>
                <a:ea typeface="MS PGothic" panose="020B0600070205080204" pitchFamily="34" charset="-128"/>
              </a:rPr>
              <a:pPr/>
              <a:t>19</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Slide Image Placeholder 1">
            <a:extLst>
              <a:ext uri="{FF2B5EF4-FFF2-40B4-BE49-F238E27FC236}">
                <a16:creationId xmlns:a16="http://schemas.microsoft.com/office/drawing/2014/main" id="{7CE08A87-9386-45E9-AA72-A9AB4BF7334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9667" name="Notes Placeholder 2">
            <a:extLst>
              <a:ext uri="{FF2B5EF4-FFF2-40B4-BE49-F238E27FC236}">
                <a16:creationId xmlns:a16="http://schemas.microsoft.com/office/drawing/2014/main" id="{7A76C372-0FF6-4CB8-B98B-ED102B0C157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Outbreaks of disease frequently are related to viral and bacterial contamination by human and animal waste. </a:t>
            </a:r>
            <a:r>
              <a:rPr lang="en-US" altLang="fr-FR" b="1"/>
              <a:t>Hygiene is a fundamental health principle.</a:t>
            </a:r>
          </a:p>
          <a:p>
            <a:pPr eaLnBrk="1" hangingPunct="1">
              <a:spcBef>
                <a:spcPct val="0"/>
              </a:spcBef>
            </a:pPr>
            <a:endParaRPr lang="en-US" altLang="fr-FR"/>
          </a:p>
          <a:p>
            <a:pPr eaLnBrk="1" hangingPunct="1">
              <a:spcBef>
                <a:spcPct val="0"/>
              </a:spcBef>
            </a:pPr>
            <a:endParaRPr lang="en-US" altLang="fr-FR"/>
          </a:p>
          <a:p>
            <a:pPr eaLnBrk="1" hangingPunct="1">
              <a:spcBef>
                <a:spcPct val="0"/>
              </a:spcBef>
            </a:pPr>
            <a:endParaRPr lang="en-US" altLang="fr-FR"/>
          </a:p>
        </p:txBody>
      </p:sp>
      <p:sp>
        <p:nvSpPr>
          <p:cNvPr id="369668" name="Slide Number Placeholder 3">
            <a:extLst>
              <a:ext uri="{FF2B5EF4-FFF2-40B4-BE49-F238E27FC236}">
                <a16:creationId xmlns:a16="http://schemas.microsoft.com/office/drawing/2014/main" id="{5F6ABC68-C32E-4781-B65C-57F1D4EDEEA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9440F011-076A-479B-B77F-527238EFBA8D}" type="slidenum">
              <a:rPr lang="en-US" altLang="fr-FR">
                <a:latin typeface="Calibri" panose="020F0502020204030204" pitchFamily="34" charset="0"/>
                <a:ea typeface="MS PGothic" panose="020B0600070205080204" pitchFamily="34" charset="-128"/>
              </a:rPr>
              <a:pPr/>
              <a:t>20</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Slide Image Placeholder 1">
            <a:extLst>
              <a:ext uri="{FF2B5EF4-FFF2-40B4-BE49-F238E27FC236}">
                <a16:creationId xmlns:a16="http://schemas.microsoft.com/office/drawing/2014/main" id="{C8FB830E-8C84-43A6-8221-BE618B00C28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1715" name="Notes Placeholder 2">
            <a:extLst>
              <a:ext uri="{FF2B5EF4-FFF2-40B4-BE49-F238E27FC236}">
                <a16:creationId xmlns:a16="http://schemas.microsoft.com/office/drawing/2014/main" id="{D3EDE264-4F72-4E77-894F-B1382D6D36A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The Blacksmith Institutes Technical Advisory Board⁸ reports that </a:t>
            </a:r>
            <a:r>
              <a:rPr lang="en-US" altLang="fr-FR" b="1"/>
              <a:t>persons living in polluted regions may not have immediate health problems, but may later develop </a:t>
            </a:r>
            <a:r>
              <a:rPr lang="en-US" altLang="fr-FR"/>
              <a:t>cancers, lung infections, and mental retardation.</a:t>
            </a:r>
          </a:p>
          <a:p>
            <a:pPr eaLnBrk="1" hangingPunct="1">
              <a:spcBef>
                <a:spcPct val="0"/>
              </a:spcBef>
            </a:pPr>
            <a:endParaRPr lang="en-US" altLang="fr-FR"/>
          </a:p>
          <a:p>
            <a:pPr eaLnBrk="1" hangingPunct="1">
              <a:spcBef>
                <a:spcPct val="0"/>
              </a:spcBef>
            </a:pPr>
            <a:endParaRPr lang="en-US" altLang="fr-FR"/>
          </a:p>
        </p:txBody>
      </p:sp>
      <p:sp>
        <p:nvSpPr>
          <p:cNvPr id="371716" name="Slide Number Placeholder 3">
            <a:extLst>
              <a:ext uri="{FF2B5EF4-FFF2-40B4-BE49-F238E27FC236}">
                <a16:creationId xmlns:a16="http://schemas.microsoft.com/office/drawing/2014/main" id="{5F0FA477-19D3-45A6-8CAE-ACE207B143A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970107B8-A625-42E8-AB61-A067C94694E4}" type="slidenum">
              <a:rPr lang="en-US" altLang="fr-FR">
                <a:latin typeface="Calibri" panose="020F0502020204030204" pitchFamily="34" charset="0"/>
                <a:ea typeface="MS PGothic" panose="020B0600070205080204" pitchFamily="34" charset="-128"/>
              </a:rPr>
              <a:pPr/>
              <a:t>21</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Slide Image Placeholder 1">
            <a:extLst>
              <a:ext uri="{FF2B5EF4-FFF2-40B4-BE49-F238E27FC236}">
                <a16:creationId xmlns:a16="http://schemas.microsoft.com/office/drawing/2014/main" id="{DA70747D-BF67-4613-AD53-C592C30ADDA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3763" name="Notes Placeholder 2">
            <a:extLst>
              <a:ext uri="{FF2B5EF4-FFF2-40B4-BE49-F238E27FC236}">
                <a16:creationId xmlns:a16="http://schemas.microsoft.com/office/drawing/2014/main" id="{57F0C5B6-A83D-4BF8-9EC1-42BC4735B3F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There are towns in various parts of the world where life expectancy currently approaches low medieval rates, and where birth defects are the norm rather than the exception. In other places, children</a:t>
            </a:r>
            <a:r>
              <a:rPr lang="en-US" altLang="en-US"/>
              <a:t>’</a:t>
            </a:r>
            <a:r>
              <a:rPr lang="en-US" altLang="fr-FR"/>
              <a:t>s asthma rates have been measured above 90 percent. In these regions, life expectancy may be half that of the richest nations. </a:t>
            </a:r>
            <a:r>
              <a:rPr lang="en-US" altLang="fr-FR" b="1"/>
              <a:t>In North America, it</a:t>
            </a:r>
            <a:r>
              <a:rPr lang="en-US" altLang="en-US" b="1"/>
              <a:t>’</a:t>
            </a:r>
            <a:r>
              <a:rPr lang="en-US" altLang="fr-FR" b="1"/>
              <a:t>s estimated that half the population is affected by some form of dangerous pollution levels. </a:t>
            </a:r>
          </a:p>
          <a:p>
            <a:pPr eaLnBrk="1" hangingPunct="1">
              <a:spcBef>
                <a:spcPct val="0"/>
              </a:spcBef>
            </a:pPr>
            <a:endParaRPr lang="en-US" altLang="fr-FR"/>
          </a:p>
          <a:p>
            <a:pPr eaLnBrk="1" hangingPunct="1">
              <a:spcBef>
                <a:spcPct val="0"/>
              </a:spcBef>
            </a:pPr>
            <a:r>
              <a:rPr lang="en-US" altLang="fr-FR"/>
              <a:t>The American Lung Association⁹ estimates that roughly 50 percent of Americans live in counties that have unhealthful levels of either ozone or pesticide pollution. The University of Southern California¹° has studied residents in 12 communities within a 200-mile radius of Los Angeles. They have followed three groups of children within these communities and quite convincingly have shown interference with lung growth in those who live in more polluted atmospheric conditions. Such children are at increased risk of bronchial and pulmonary disease. </a:t>
            </a:r>
            <a:r>
              <a:rPr lang="en-US" altLang="fr-FR" b="1"/>
              <a:t>Follow-up studies have confirmed these findings.</a:t>
            </a:r>
          </a:p>
          <a:p>
            <a:pPr eaLnBrk="1" hangingPunct="1">
              <a:spcBef>
                <a:spcPct val="0"/>
              </a:spcBef>
            </a:pPr>
            <a:endParaRPr lang="en-US" altLang="fr-FR"/>
          </a:p>
          <a:p>
            <a:pPr eaLnBrk="1" hangingPunct="1">
              <a:spcBef>
                <a:spcPct val="0"/>
              </a:spcBef>
            </a:pPr>
            <a:endParaRPr lang="en-US" altLang="fr-FR"/>
          </a:p>
        </p:txBody>
      </p:sp>
      <p:sp>
        <p:nvSpPr>
          <p:cNvPr id="373764" name="Slide Number Placeholder 3">
            <a:extLst>
              <a:ext uri="{FF2B5EF4-FFF2-40B4-BE49-F238E27FC236}">
                <a16:creationId xmlns:a16="http://schemas.microsoft.com/office/drawing/2014/main" id="{C3FE9AEB-C346-4022-ACC0-0EC5C774531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FC43607C-0D60-4B73-A0A3-EE151DFE0A55}" type="slidenum">
              <a:rPr lang="en-US" altLang="fr-FR">
                <a:latin typeface="Calibri" panose="020F0502020204030204" pitchFamily="34" charset="0"/>
                <a:ea typeface="MS PGothic" panose="020B0600070205080204" pitchFamily="34" charset="-128"/>
              </a:rPr>
              <a:pPr/>
              <a:t>22</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Slide Image Placeholder 1">
            <a:extLst>
              <a:ext uri="{FF2B5EF4-FFF2-40B4-BE49-F238E27FC236}">
                <a16:creationId xmlns:a16="http://schemas.microsoft.com/office/drawing/2014/main" id="{23A6BC7F-4CC0-4B4E-B45E-00BE4828119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5811" name="Notes Placeholder 2">
            <a:extLst>
              <a:ext uri="{FF2B5EF4-FFF2-40B4-BE49-F238E27FC236}">
                <a16:creationId xmlns:a16="http://schemas.microsoft.com/office/drawing/2014/main" id="{0AEABB3E-B7AD-44FA-B9DE-AA7C2D00514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The sun is central to the provision of energy to our planet. Much of its radiation is important to well-being, but overexposure to ultraviolet radiation can be harmful. Such radiation may be stronger should the ozone layers of the upper atmosphere be depleted.</a:t>
            </a:r>
          </a:p>
          <a:p>
            <a:pPr eaLnBrk="1" hangingPunct="1">
              <a:spcBef>
                <a:spcPct val="0"/>
              </a:spcBef>
            </a:pPr>
            <a:endParaRPr lang="en-US" altLang="fr-FR"/>
          </a:p>
          <a:p>
            <a:pPr eaLnBrk="1" hangingPunct="1">
              <a:spcBef>
                <a:spcPct val="0"/>
              </a:spcBef>
            </a:pPr>
            <a:r>
              <a:rPr lang="en-US" altLang="fr-FR"/>
              <a:t>Sunshine maintains the ambient temperature of the earth; it promotes photosynthesis, which is the fundamental food-producing mechanism. Sunlight powers the recycling of water through evaporation of water into the clouds, and its distillation as rain.</a:t>
            </a:r>
          </a:p>
          <a:p>
            <a:pPr eaLnBrk="1" hangingPunct="1">
              <a:spcBef>
                <a:spcPct val="0"/>
              </a:spcBef>
            </a:pPr>
            <a:endParaRPr lang="en-US" altLang="fr-FR"/>
          </a:p>
        </p:txBody>
      </p:sp>
      <p:sp>
        <p:nvSpPr>
          <p:cNvPr id="375812" name="Slide Number Placeholder 3">
            <a:extLst>
              <a:ext uri="{FF2B5EF4-FFF2-40B4-BE49-F238E27FC236}">
                <a16:creationId xmlns:a16="http://schemas.microsoft.com/office/drawing/2014/main" id="{CCC74357-8421-496E-BF72-BA166E59A33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D8D5B332-F9F4-4CF4-AB94-3FBD31922249}" type="slidenum">
              <a:rPr lang="en-US" altLang="fr-FR">
                <a:latin typeface="Calibri" panose="020F0502020204030204" pitchFamily="34" charset="0"/>
                <a:ea typeface="MS PGothic" panose="020B0600070205080204" pitchFamily="34" charset="-128"/>
              </a:rPr>
              <a:pPr/>
              <a:t>23</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Slide Image Placeholder 1">
            <a:extLst>
              <a:ext uri="{FF2B5EF4-FFF2-40B4-BE49-F238E27FC236}">
                <a16:creationId xmlns:a16="http://schemas.microsoft.com/office/drawing/2014/main" id="{ADEC4A5C-7383-4A11-AE7D-39CD3B6F807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7859" name="Notes Placeholder 2">
            <a:extLst>
              <a:ext uri="{FF2B5EF4-FFF2-40B4-BE49-F238E27FC236}">
                <a16:creationId xmlns:a16="http://schemas.microsoft.com/office/drawing/2014/main" id="{A81226DB-7F82-40E9-8163-FB2D850D882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Sunshine also converts an inactive form of vitamin D called cholecalciferol into the active form of vitamin D we need for so many bodily functions. While some of us live in situations of adequate sunlight, many of us work indoors and do not get sufficient exposure to the sun. Darkly pigmented skin does not permit the effect of sunlight to the same extent as pale skin, so vitamin D levels may be lower in such people, especially when they live in extreme northern or southern climes.</a:t>
            </a:r>
          </a:p>
          <a:p>
            <a:pPr eaLnBrk="1" hangingPunct="1">
              <a:spcBef>
                <a:spcPct val="0"/>
              </a:spcBef>
            </a:pPr>
            <a:endParaRPr lang="en-US" altLang="fr-FR"/>
          </a:p>
          <a:p>
            <a:pPr eaLnBrk="1" hangingPunct="1">
              <a:spcBef>
                <a:spcPct val="0"/>
              </a:spcBef>
            </a:pPr>
            <a:r>
              <a:rPr lang="en-US" altLang="fr-FR"/>
              <a:t>Dermatologists have noted the association between sunburn and skin cancer, and advocate the avoidance of overexposure. An appropriate amount depends on the pigmentation of our skin, our geographic location, and the season. </a:t>
            </a:r>
          </a:p>
          <a:p>
            <a:pPr eaLnBrk="1" hangingPunct="1">
              <a:spcBef>
                <a:spcPct val="0"/>
              </a:spcBef>
            </a:pPr>
            <a:endParaRPr lang="en-US" altLang="fr-FR"/>
          </a:p>
        </p:txBody>
      </p:sp>
      <p:sp>
        <p:nvSpPr>
          <p:cNvPr id="377860" name="Slide Number Placeholder 3">
            <a:extLst>
              <a:ext uri="{FF2B5EF4-FFF2-40B4-BE49-F238E27FC236}">
                <a16:creationId xmlns:a16="http://schemas.microsoft.com/office/drawing/2014/main" id="{D7D005F8-3D4F-4005-9ABF-81E65AB9A37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6829CBBD-3547-45BC-8571-F05DEA1D4930}" type="slidenum">
              <a:rPr lang="en-US" altLang="fr-FR">
                <a:latin typeface="Calibri" panose="020F0502020204030204" pitchFamily="34" charset="0"/>
                <a:ea typeface="MS PGothic" panose="020B0600070205080204" pitchFamily="34" charset="-128"/>
              </a:rPr>
              <a:pPr/>
              <a:t>24</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Slide Image Placeholder 1">
            <a:extLst>
              <a:ext uri="{FF2B5EF4-FFF2-40B4-BE49-F238E27FC236}">
                <a16:creationId xmlns:a16="http://schemas.microsoft.com/office/drawing/2014/main" id="{FD5F126A-F817-4BBF-AAE0-747AE650488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9907" name="Notes Placeholder 2">
            <a:extLst>
              <a:ext uri="{FF2B5EF4-FFF2-40B4-BE49-F238E27FC236}">
                <a16:creationId xmlns:a16="http://schemas.microsoft.com/office/drawing/2014/main" id="{326420C8-FE22-4271-8A8D-A956BA6A1E3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On the other hand, vitamin D is probably an important factor in controlling the growth of other cancers, such as prostate cancer. Sunlight exposure, therefore, in an appropriate amount, is essential to health.¹¹ It kills many bacteria, and it</a:t>
            </a:r>
            <a:r>
              <a:rPr lang="en-US" altLang="en-US"/>
              <a:t>’</a:t>
            </a:r>
            <a:r>
              <a:rPr lang="en-US" altLang="fr-FR"/>
              <a:t>s a healthful practice to let the sunlight stream into our homes.</a:t>
            </a:r>
          </a:p>
          <a:p>
            <a:pPr eaLnBrk="1" hangingPunct="1">
              <a:spcBef>
                <a:spcPct val="0"/>
              </a:spcBef>
            </a:pPr>
            <a:endParaRPr lang="en-US" altLang="fr-FR"/>
          </a:p>
          <a:p>
            <a:pPr eaLnBrk="1" hangingPunct="1">
              <a:spcBef>
                <a:spcPct val="0"/>
              </a:spcBef>
            </a:pPr>
            <a:r>
              <a:rPr lang="en-US" altLang="fr-FR"/>
              <a:t>Sunlight also stimulates the production of serotonin. This is an example of the </a:t>
            </a:r>
            <a:r>
              <a:rPr lang="en-US" altLang="en-US"/>
              <a:t>“</a:t>
            </a:r>
            <a:r>
              <a:rPr lang="en-US" altLang="fr-FR"/>
              <a:t>external</a:t>
            </a:r>
            <a:r>
              <a:rPr lang="en-US" altLang="en-US"/>
              <a:t>”</a:t>
            </a:r>
            <a:r>
              <a:rPr lang="en-US" altLang="fr-FR"/>
              <a:t> environment influencing our </a:t>
            </a:r>
            <a:r>
              <a:rPr lang="en-US" altLang="en-US"/>
              <a:t>“</a:t>
            </a:r>
            <a:r>
              <a:rPr lang="en-US" altLang="fr-FR"/>
              <a:t>internal</a:t>
            </a:r>
            <a:r>
              <a:rPr lang="en-US" altLang="en-US"/>
              <a:t>”</a:t>
            </a:r>
            <a:r>
              <a:rPr lang="en-US" altLang="fr-FR"/>
              <a:t> environment. The Seasonal Affective Disorder (SAD) first described in 1984 by Dr. Norman Rosenthal, a neuropsychiatrist at the National Institute of Mental Health, affects many during the winter months when light is diminished. Such people suffer a loss of energy, alteration in appetite, somnolence (drowsiness), irritability, and depression.¹² They will benefit by exposure to bright light.</a:t>
            </a:r>
          </a:p>
          <a:p>
            <a:pPr eaLnBrk="1" hangingPunct="1">
              <a:spcBef>
                <a:spcPct val="0"/>
              </a:spcBef>
            </a:pPr>
            <a:endParaRPr lang="en-US" altLang="fr-FR"/>
          </a:p>
        </p:txBody>
      </p:sp>
      <p:sp>
        <p:nvSpPr>
          <p:cNvPr id="379908" name="Slide Number Placeholder 3">
            <a:extLst>
              <a:ext uri="{FF2B5EF4-FFF2-40B4-BE49-F238E27FC236}">
                <a16:creationId xmlns:a16="http://schemas.microsoft.com/office/drawing/2014/main" id="{1B98E574-EDF0-4FED-A136-C4595D888AB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8E6E6A83-4807-43F2-A953-2582E54021EB}" type="slidenum">
              <a:rPr lang="en-US" altLang="fr-FR">
                <a:latin typeface="Calibri" panose="020F0502020204030204" pitchFamily="34" charset="0"/>
                <a:ea typeface="MS PGothic" panose="020B0600070205080204" pitchFamily="34" charset="-128"/>
              </a:rPr>
              <a:pPr/>
              <a:t>25</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Slide Image Placeholder 1">
            <a:extLst>
              <a:ext uri="{FF2B5EF4-FFF2-40B4-BE49-F238E27FC236}">
                <a16:creationId xmlns:a16="http://schemas.microsoft.com/office/drawing/2014/main" id="{8E641EBC-7593-4282-B666-048757B2EEE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1955" name="Notes Placeholder 2">
            <a:extLst>
              <a:ext uri="{FF2B5EF4-FFF2-40B4-BE49-F238E27FC236}">
                <a16:creationId xmlns:a16="http://schemas.microsoft.com/office/drawing/2014/main" id="{930EC6FF-3745-47E8-AE2C-FC6EDC9FD27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Although we live in an external environment, our metabolic processes take place in an internal environment.</a:t>
            </a:r>
          </a:p>
          <a:p>
            <a:pPr eaLnBrk="1" hangingPunct="1">
              <a:spcBef>
                <a:spcPct val="0"/>
              </a:spcBef>
            </a:pPr>
            <a:endParaRPr lang="en-US" altLang="fr-FR"/>
          </a:p>
          <a:p>
            <a:pPr eaLnBrk="1" hangingPunct="1">
              <a:spcBef>
                <a:spcPct val="0"/>
              </a:spcBef>
            </a:pPr>
            <a:r>
              <a:rPr lang="en-US" altLang="fr-FR"/>
              <a:t>Our bodies maintain a precise balance—or equilibrium—through the processes of homeostasis. We best support homeostasis by a life that includes daily physical activity and a healthful diet rich in unrefined plant foods.</a:t>
            </a:r>
          </a:p>
          <a:p>
            <a:pPr eaLnBrk="1" hangingPunct="1">
              <a:spcBef>
                <a:spcPct val="0"/>
              </a:spcBef>
            </a:pPr>
            <a:endParaRPr lang="en-US" altLang="fr-FR"/>
          </a:p>
          <a:p>
            <a:pPr eaLnBrk="1" hangingPunct="1">
              <a:spcBef>
                <a:spcPct val="0"/>
              </a:spcBef>
            </a:pPr>
            <a:endParaRPr lang="en-US" altLang="fr-FR"/>
          </a:p>
        </p:txBody>
      </p:sp>
      <p:sp>
        <p:nvSpPr>
          <p:cNvPr id="381956" name="Slide Number Placeholder 3">
            <a:extLst>
              <a:ext uri="{FF2B5EF4-FFF2-40B4-BE49-F238E27FC236}">
                <a16:creationId xmlns:a16="http://schemas.microsoft.com/office/drawing/2014/main" id="{47311F9F-3DDB-4B67-B5E9-5CE3294E5E0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24A3BC4F-72BB-40F9-9058-E62CA9376503}" type="slidenum">
              <a:rPr lang="en-US" altLang="fr-FR">
                <a:latin typeface="Calibri" panose="020F0502020204030204" pitchFamily="34" charset="0"/>
                <a:ea typeface="MS PGothic" panose="020B0600070205080204" pitchFamily="34" charset="-128"/>
              </a:rPr>
              <a:pPr/>
              <a:t>26</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Slide Image Placeholder 1">
            <a:extLst>
              <a:ext uri="{FF2B5EF4-FFF2-40B4-BE49-F238E27FC236}">
                <a16:creationId xmlns:a16="http://schemas.microsoft.com/office/drawing/2014/main" id="{068BDDA3-1715-4616-85A9-7ACDAE91A8A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4003" name="Notes Placeholder 2">
            <a:extLst>
              <a:ext uri="{FF2B5EF4-FFF2-40B4-BE49-F238E27FC236}">
                <a16:creationId xmlns:a16="http://schemas.microsoft.com/office/drawing/2014/main" id="{4F098BF1-E543-44EF-BA9C-D6A9B93C106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We must be extremely careful not to introduce toxins of overt and dangerous action into our bodies</a:t>
            </a:r>
            <a:r>
              <a:rPr lang="en-US" altLang="en-US"/>
              <a:t>’</a:t>
            </a:r>
            <a:r>
              <a:rPr lang="en-US" altLang="fr-FR"/>
              <a:t> internal environment. Tobacco smoke, with its hundreds of chemicals, is a prime example. Alcohol also is a potent toxin. The use of psychotropic drugs (medications that affect the central nervous system and can cause changes in behavior or perception) as </a:t>
            </a:r>
            <a:r>
              <a:rPr lang="en-US" altLang="en-US"/>
              <a:t>“</a:t>
            </a:r>
            <a:r>
              <a:rPr lang="en-US" altLang="fr-FR"/>
              <a:t>recreational</a:t>
            </a:r>
            <a:r>
              <a:rPr lang="en-US" altLang="en-US"/>
              <a:t>”</a:t>
            </a:r>
            <a:r>
              <a:rPr lang="en-US" altLang="fr-FR"/>
              <a:t> substances intoxicates our internal environment, as well.</a:t>
            </a:r>
          </a:p>
          <a:p>
            <a:pPr eaLnBrk="1" hangingPunct="1">
              <a:spcBef>
                <a:spcPct val="0"/>
              </a:spcBef>
            </a:pPr>
            <a:endParaRPr lang="en-US" altLang="fr-FR"/>
          </a:p>
          <a:p>
            <a:pPr eaLnBrk="1" hangingPunct="1">
              <a:spcBef>
                <a:spcPct val="0"/>
              </a:spcBef>
            </a:pPr>
            <a:r>
              <a:rPr lang="en-US" altLang="fr-FR"/>
              <a:t>Many substances have never been tested or properly evaluated, yet are touted as being good for one or another condition. Without evidence, we use them in a vacuum of knowledge. Many so-called </a:t>
            </a:r>
            <a:r>
              <a:rPr lang="en-US" altLang="en-US"/>
              <a:t>“</a:t>
            </a:r>
            <a:r>
              <a:rPr lang="en-US" altLang="fr-FR"/>
              <a:t>natural</a:t>
            </a:r>
            <a:r>
              <a:rPr lang="en-US" altLang="en-US"/>
              <a:t>”</a:t>
            </a:r>
            <a:r>
              <a:rPr lang="en-US" altLang="fr-FR"/>
              <a:t> substances of herbal or plant origin fall into such categories and are best avoided. </a:t>
            </a:r>
          </a:p>
          <a:p>
            <a:pPr eaLnBrk="1" hangingPunct="1">
              <a:spcBef>
                <a:spcPct val="0"/>
              </a:spcBef>
            </a:pPr>
            <a:endParaRPr lang="en-US" altLang="fr-FR"/>
          </a:p>
          <a:p>
            <a:pPr eaLnBrk="1" hangingPunct="1">
              <a:spcBef>
                <a:spcPct val="0"/>
              </a:spcBef>
            </a:pPr>
            <a:endParaRPr lang="en-US" altLang="fr-FR"/>
          </a:p>
        </p:txBody>
      </p:sp>
      <p:sp>
        <p:nvSpPr>
          <p:cNvPr id="384004" name="Slide Number Placeholder 3">
            <a:extLst>
              <a:ext uri="{FF2B5EF4-FFF2-40B4-BE49-F238E27FC236}">
                <a16:creationId xmlns:a16="http://schemas.microsoft.com/office/drawing/2014/main" id="{B130F419-A8AB-46BC-8F16-6C69975C01D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B2EB369A-C01C-4B6A-A010-0C47041A0418}" type="slidenum">
              <a:rPr lang="en-US" altLang="fr-FR">
                <a:latin typeface="Calibri" panose="020F0502020204030204" pitchFamily="34" charset="0"/>
                <a:ea typeface="MS PGothic" panose="020B0600070205080204" pitchFamily="34" charset="-128"/>
              </a:rPr>
              <a:pPr/>
              <a:t>27</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Slide Image Placeholder 1">
            <a:extLst>
              <a:ext uri="{FF2B5EF4-FFF2-40B4-BE49-F238E27FC236}">
                <a16:creationId xmlns:a16="http://schemas.microsoft.com/office/drawing/2014/main" id="{8B626C79-4E69-4CE1-9C06-8D02FEBED1F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6051" name="Notes Placeholder 2">
            <a:extLst>
              <a:ext uri="{FF2B5EF4-FFF2-40B4-BE49-F238E27FC236}">
                <a16:creationId xmlns:a16="http://schemas.microsoft.com/office/drawing/2014/main" id="{A7F53B3B-48F2-4566-9D75-C47E3653F46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Health, God</a:t>
            </a:r>
            <a:r>
              <a:rPr lang="en-US" altLang="en-US"/>
              <a:t>’</a:t>
            </a:r>
            <a:r>
              <a:rPr lang="en-US" altLang="fr-FR"/>
              <a:t>s gift to us, is best maintained in the most natural state of unpolluted and hygienic purity. We are stewards of the earth, responsible for managing the earth</a:t>
            </a:r>
            <a:r>
              <a:rPr lang="en-US" altLang="en-US"/>
              <a:t>’</a:t>
            </a:r>
            <a:r>
              <a:rPr lang="en-US" altLang="fr-FR"/>
              <a:t>s resources and the environment of our bodies.</a:t>
            </a:r>
          </a:p>
          <a:p>
            <a:pPr eaLnBrk="1" hangingPunct="1">
              <a:spcBef>
                <a:spcPct val="0"/>
              </a:spcBef>
            </a:pPr>
            <a:endParaRPr lang="en-US" altLang="fr-FR"/>
          </a:p>
        </p:txBody>
      </p:sp>
      <p:sp>
        <p:nvSpPr>
          <p:cNvPr id="386052" name="Slide Number Placeholder 3">
            <a:extLst>
              <a:ext uri="{FF2B5EF4-FFF2-40B4-BE49-F238E27FC236}">
                <a16:creationId xmlns:a16="http://schemas.microsoft.com/office/drawing/2014/main" id="{07675F93-EDEC-4BC6-A6A4-06FE55F8689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C08EA2E7-CE90-4146-97C7-FFA654F80442}" type="slidenum">
              <a:rPr lang="en-US" altLang="fr-FR">
                <a:latin typeface="Calibri" panose="020F0502020204030204" pitchFamily="34" charset="0"/>
                <a:ea typeface="MS PGothic" panose="020B0600070205080204" pitchFamily="34" charset="-128"/>
              </a:rPr>
              <a:pPr/>
              <a:t>28</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Slide Image Placeholder 1">
            <a:extLst>
              <a:ext uri="{FF2B5EF4-FFF2-40B4-BE49-F238E27FC236}">
                <a16:creationId xmlns:a16="http://schemas.microsoft.com/office/drawing/2014/main" id="{5290BA27-D9D9-4480-944D-D563C8B045C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8099" name="Notes Placeholder 2">
            <a:extLst>
              <a:ext uri="{FF2B5EF4-FFF2-40B4-BE49-F238E27FC236}">
                <a16:creationId xmlns:a16="http://schemas.microsoft.com/office/drawing/2014/main" id="{70E6F54A-9F38-44E3-9F57-6C74961C696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Because we are more than mere physical beings and possess intellectual, emotional, and spiritual dimensions, we also need to consider the emotional and spiritual environments in which we live. Too many homes are places of tension and distrust. Anger and violence in the home will take an enormous toll on the health of our children and ourselves.</a:t>
            </a:r>
          </a:p>
          <a:p>
            <a:pPr eaLnBrk="1" hangingPunct="1">
              <a:spcBef>
                <a:spcPct val="0"/>
              </a:spcBef>
            </a:pPr>
            <a:endParaRPr lang="en-US" altLang="fr-FR"/>
          </a:p>
          <a:p>
            <a:pPr eaLnBrk="1" hangingPunct="1">
              <a:spcBef>
                <a:spcPct val="0"/>
              </a:spcBef>
            </a:pPr>
            <a:r>
              <a:rPr lang="en-US" altLang="fr-FR"/>
              <a:t>Domestic violence affects many of our homes; verbal abuse also is common. Our homes should provide an oasis of security in a world of turmoil. Kind and supportive attitudes will nurture the emotional health of the family.</a:t>
            </a:r>
          </a:p>
          <a:p>
            <a:pPr eaLnBrk="1" hangingPunct="1">
              <a:spcBef>
                <a:spcPct val="0"/>
              </a:spcBef>
            </a:pPr>
            <a:endParaRPr lang="en-US" altLang="fr-FR"/>
          </a:p>
        </p:txBody>
      </p:sp>
      <p:sp>
        <p:nvSpPr>
          <p:cNvPr id="388100" name="Slide Number Placeholder 3">
            <a:extLst>
              <a:ext uri="{FF2B5EF4-FFF2-40B4-BE49-F238E27FC236}">
                <a16:creationId xmlns:a16="http://schemas.microsoft.com/office/drawing/2014/main" id="{744A6A16-01D1-4DD8-BFF3-1A20D723707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3F2B5C55-042D-476A-B599-FD2DCAFBC9E8}" type="slidenum">
              <a:rPr lang="en-US" altLang="fr-FR">
                <a:latin typeface="Calibri" panose="020F0502020204030204" pitchFamily="34" charset="0"/>
                <a:ea typeface="MS PGothic" panose="020B0600070205080204" pitchFamily="34" charset="-128"/>
              </a:rPr>
              <a:pPr/>
              <a:t>29</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Slide Image Placeholder 1">
            <a:extLst>
              <a:ext uri="{FF2B5EF4-FFF2-40B4-BE49-F238E27FC236}">
                <a16:creationId xmlns:a16="http://schemas.microsoft.com/office/drawing/2014/main" id="{CE85A695-BFE3-4A9E-999C-90604D1DE2E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0147" name="Notes Placeholder 2">
            <a:extLst>
              <a:ext uri="{FF2B5EF4-FFF2-40B4-BE49-F238E27FC236}">
                <a16:creationId xmlns:a16="http://schemas.microsoft.com/office/drawing/2014/main" id="{8EC26930-EB38-443B-8D3E-6BDE32D3459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The spiritual environment of the home affects the environment of our minds. Our homes should be calm, comforting, and supportive places. Values are taught and come from a basis of belief and trust. We place our trust in a loving God. We are secure in His care and teach our children to seek this spiritual relationship with Him. We urge them to be loving and nonjudgmental of others. God admonishes us to love our enemies, and to do good to those who might mistreat us.¹³ </a:t>
            </a:r>
          </a:p>
          <a:p>
            <a:pPr eaLnBrk="1" hangingPunct="1">
              <a:spcBef>
                <a:spcPct val="0"/>
              </a:spcBef>
            </a:pPr>
            <a:endParaRPr lang="en-US" altLang="fr-FR"/>
          </a:p>
          <a:p>
            <a:pPr eaLnBrk="1" hangingPunct="1">
              <a:spcBef>
                <a:spcPct val="0"/>
              </a:spcBef>
            </a:pPr>
            <a:r>
              <a:rPr lang="en-US" altLang="fr-FR"/>
              <a:t>If we live in an atmosphere of tolerance and peace, our spiritual environment will also be conducive to health. We will, as it were, drink at a fountain of life. The atmosphere of heaven will comfort our souls. We will be secure as we ground ourselves in the certainty of God</a:t>
            </a:r>
            <a:r>
              <a:rPr lang="en-US" altLang="en-US"/>
              <a:t>’</a:t>
            </a:r>
            <a:r>
              <a:rPr lang="en-US" altLang="fr-FR"/>
              <a:t>s love.</a:t>
            </a:r>
          </a:p>
          <a:p>
            <a:pPr eaLnBrk="1" hangingPunct="1">
              <a:spcBef>
                <a:spcPct val="0"/>
              </a:spcBef>
            </a:pPr>
            <a:endParaRPr lang="en-US" altLang="fr-FR"/>
          </a:p>
        </p:txBody>
      </p:sp>
      <p:sp>
        <p:nvSpPr>
          <p:cNvPr id="390148" name="Slide Number Placeholder 3">
            <a:extLst>
              <a:ext uri="{FF2B5EF4-FFF2-40B4-BE49-F238E27FC236}">
                <a16:creationId xmlns:a16="http://schemas.microsoft.com/office/drawing/2014/main" id="{B2352E8E-03BC-4437-AEE4-5A6749C4F7A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AFEC40E4-2612-4F41-B891-402E3E977AF8}" type="slidenum">
              <a:rPr lang="en-US" altLang="fr-FR">
                <a:latin typeface="Calibri" panose="020F0502020204030204" pitchFamily="34" charset="0"/>
                <a:ea typeface="MS PGothic" panose="020B0600070205080204" pitchFamily="34" charset="-128"/>
              </a:rPr>
              <a:pPr/>
              <a:t>30</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Slide Image Placeholder 1">
            <a:extLst>
              <a:ext uri="{FF2B5EF4-FFF2-40B4-BE49-F238E27FC236}">
                <a16:creationId xmlns:a16="http://schemas.microsoft.com/office/drawing/2014/main" id="{A204AE62-DE23-4E48-BBAB-F3168772B4E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2195" name="Notes Placeholder 2">
            <a:extLst>
              <a:ext uri="{FF2B5EF4-FFF2-40B4-BE49-F238E27FC236}">
                <a16:creationId xmlns:a16="http://schemas.microsoft.com/office/drawing/2014/main" id="{13924E8E-64CD-46E7-B498-5D79764905B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b="1">
                <a:solidFill>
                  <a:schemeClr val="bg1"/>
                </a:solidFill>
              </a:rPr>
              <a:t>LIFE APPLICATION</a:t>
            </a:r>
            <a:br>
              <a:rPr lang="en-US" altLang="fr-FR" b="1">
                <a:solidFill>
                  <a:schemeClr val="bg1"/>
                </a:solidFill>
              </a:rPr>
            </a:br>
            <a:r>
              <a:rPr lang="en-US" altLang="fr-FR" b="1">
                <a:solidFill>
                  <a:schemeClr val="bg1"/>
                </a:solidFill>
              </a:rPr>
              <a:t>QUESTIONS</a:t>
            </a:r>
            <a:endParaRPr lang="en-US" altLang="fr-FR"/>
          </a:p>
        </p:txBody>
      </p:sp>
      <p:sp>
        <p:nvSpPr>
          <p:cNvPr id="392196" name="Slide Number Placeholder 3">
            <a:extLst>
              <a:ext uri="{FF2B5EF4-FFF2-40B4-BE49-F238E27FC236}">
                <a16:creationId xmlns:a16="http://schemas.microsoft.com/office/drawing/2014/main" id="{D66E5B9F-811A-445D-B24D-A89CFCC63FA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EDC3963E-6C50-4F81-8EC1-1E1DAEBB9010}" type="slidenum">
              <a:rPr lang="en-US" altLang="fr-FR">
                <a:latin typeface="Calibri" panose="020F0502020204030204" pitchFamily="34" charset="0"/>
                <a:ea typeface="MS PGothic" panose="020B0600070205080204" pitchFamily="34" charset="-128"/>
              </a:rPr>
              <a:pPr/>
              <a:t>31</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Slide Image Placeholder 1">
            <a:extLst>
              <a:ext uri="{FF2B5EF4-FFF2-40B4-BE49-F238E27FC236}">
                <a16:creationId xmlns:a16="http://schemas.microsoft.com/office/drawing/2014/main" id="{08C06254-5922-4E27-A344-10436F629DC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4243" name="Notes Placeholder 2">
            <a:extLst>
              <a:ext uri="{FF2B5EF4-FFF2-40B4-BE49-F238E27FC236}">
                <a16:creationId xmlns:a16="http://schemas.microsoft.com/office/drawing/2014/main" id="{E07AAD54-E757-4430-A8B6-6D5AC1A2609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Even though I sometimes feel as though one person cannot do much to stop deforestation and industrial pollution, besides financially supporting some protest groups… </a:t>
            </a:r>
          </a:p>
        </p:txBody>
      </p:sp>
      <p:sp>
        <p:nvSpPr>
          <p:cNvPr id="394244" name="Slide Number Placeholder 3">
            <a:extLst>
              <a:ext uri="{FF2B5EF4-FFF2-40B4-BE49-F238E27FC236}">
                <a16:creationId xmlns:a16="http://schemas.microsoft.com/office/drawing/2014/main" id="{31968961-6B4A-491B-A2FB-54003C6971C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DE7E7336-80E7-4CCF-A4AE-3AE0604E5DE4}" type="slidenum">
              <a:rPr lang="en-US" altLang="fr-FR">
                <a:latin typeface="Calibri" panose="020F0502020204030204" pitchFamily="34" charset="0"/>
                <a:ea typeface="MS PGothic" panose="020B0600070205080204" pitchFamily="34" charset="-128"/>
              </a:rPr>
              <a:pPr/>
              <a:t>32</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Slide Image Placeholder 1">
            <a:extLst>
              <a:ext uri="{FF2B5EF4-FFF2-40B4-BE49-F238E27FC236}">
                <a16:creationId xmlns:a16="http://schemas.microsoft.com/office/drawing/2014/main" id="{69CB8FF6-0595-4F7B-BC2B-1833E723CD0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6291" name="Notes Placeholder 2">
            <a:extLst>
              <a:ext uri="{FF2B5EF4-FFF2-40B4-BE49-F238E27FC236}">
                <a16:creationId xmlns:a16="http://schemas.microsoft.com/office/drawing/2014/main" id="{49DCD575-49D7-4A78-AC1C-53542B6A3DF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…what choices can I make, such as the ways I use energy and plastics, that will contribute even in a small way to protecting the environment?</a:t>
            </a:r>
          </a:p>
          <a:p>
            <a:pPr eaLnBrk="1" hangingPunct="1">
              <a:spcBef>
                <a:spcPct val="0"/>
              </a:spcBef>
            </a:pPr>
            <a:endParaRPr lang="en-US" altLang="fr-FR"/>
          </a:p>
        </p:txBody>
      </p:sp>
      <p:sp>
        <p:nvSpPr>
          <p:cNvPr id="396292" name="Slide Number Placeholder 3">
            <a:extLst>
              <a:ext uri="{FF2B5EF4-FFF2-40B4-BE49-F238E27FC236}">
                <a16:creationId xmlns:a16="http://schemas.microsoft.com/office/drawing/2014/main" id="{04D0F77A-0522-4FA4-B2DE-2CAD7AE1438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C6B52684-7B9D-44D0-8A53-23C627AA452B}" type="slidenum">
              <a:rPr lang="en-US" altLang="fr-FR">
                <a:latin typeface="Calibri" panose="020F0502020204030204" pitchFamily="34" charset="0"/>
                <a:ea typeface="MS PGothic" panose="020B0600070205080204" pitchFamily="34" charset="-128"/>
              </a:rPr>
              <a:pPr/>
              <a:t>33</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Slide Image Placeholder 1">
            <a:extLst>
              <a:ext uri="{FF2B5EF4-FFF2-40B4-BE49-F238E27FC236}">
                <a16:creationId xmlns:a16="http://schemas.microsoft.com/office/drawing/2014/main" id="{FFCA4124-7F14-4003-A89D-1E0463EE5DF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8339" name="Notes Placeholder 2">
            <a:extLst>
              <a:ext uri="{FF2B5EF4-FFF2-40B4-BE49-F238E27FC236}">
                <a16:creationId xmlns:a16="http://schemas.microsoft.com/office/drawing/2014/main" id="{E7AE28F5-5170-4109-8580-9AAD3BAAA38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Shawn has a </a:t>
            </a:r>
            <a:r>
              <a:rPr lang="en-US" altLang="en-US"/>
              <a:t>“</a:t>
            </a:r>
            <a:r>
              <a:rPr lang="en-US" altLang="fr-FR"/>
              <a:t>green</a:t>
            </a:r>
            <a:r>
              <a:rPr lang="en-US" altLang="en-US"/>
              <a:t>”</a:t>
            </a:r>
            <a:r>
              <a:rPr lang="en-US" altLang="fr-FR"/>
              <a:t> friend who is highly vocal about environmental issues, but she</a:t>
            </a:r>
            <a:r>
              <a:rPr lang="en-US" altLang="en-US"/>
              <a:t>’</a:t>
            </a:r>
            <a:r>
              <a:rPr lang="en-US" altLang="fr-FR"/>
              <a:t>s skeptical of Shawn</a:t>
            </a:r>
            <a:r>
              <a:rPr lang="en-US" altLang="en-US"/>
              <a:t>’</a:t>
            </a:r>
            <a:r>
              <a:rPr lang="en-US" altLang="fr-FR"/>
              <a:t>s choice to be a vegetarian. </a:t>
            </a:r>
          </a:p>
        </p:txBody>
      </p:sp>
      <p:sp>
        <p:nvSpPr>
          <p:cNvPr id="398340" name="Slide Number Placeholder 3">
            <a:extLst>
              <a:ext uri="{FF2B5EF4-FFF2-40B4-BE49-F238E27FC236}">
                <a16:creationId xmlns:a16="http://schemas.microsoft.com/office/drawing/2014/main" id="{44D0FA5B-DAC0-46C7-AC1C-356FE5033C6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9CEB7211-1D71-456C-98FB-A36F9E4E8C69}" type="slidenum">
              <a:rPr lang="en-US" altLang="fr-FR">
                <a:latin typeface="Calibri" panose="020F0502020204030204" pitchFamily="34" charset="0"/>
                <a:ea typeface="MS PGothic" panose="020B0600070205080204" pitchFamily="34" charset="-128"/>
              </a:rPr>
              <a:pPr/>
              <a:t>34</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Slide Image Placeholder 1">
            <a:extLst>
              <a:ext uri="{FF2B5EF4-FFF2-40B4-BE49-F238E27FC236}">
                <a16:creationId xmlns:a16="http://schemas.microsoft.com/office/drawing/2014/main" id="{2E10D58F-EFEB-4607-BF6D-82FAEEC252C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0387" name="Notes Placeholder 2">
            <a:extLst>
              <a:ext uri="{FF2B5EF4-FFF2-40B4-BE49-F238E27FC236}">
                <a16:creationId xmlns:a16="http://schemas.microsoft.com/office/drawing/2014/main" id="{17C7A18E-DFF8-4035-B67E-176356C8342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Which advantages of a vegetarian diet could Shawn point out that would meet with her friend</a:t>
            </a:r>
            <a:r>
              <a:rPr lang="en-US" altLang="en-US"/>
              <a:t>’</a:t>
            </a:r>
            <a:r>
              <a:rPr lang="en-US" altLang="fr-FR"/>
              <a:t>s approval as an environmentalist?</a:t>
            </a:r>
          </a:p>
          <a:p>
            <a:pPr eaLnBrk="1" hangingPunct="1">
              <a:spcBef>
                <a:spcPct val="0"/>
              </a:spcBef>
            </a:pPr>
            <a:endParaRPr lang="en-US" altLang="fr-FR"/>
          </a:p>
        </p:txBody>
      </p:sp>
      <p:sp>
        <p:nvSpPr>
          <p:cNvPr id="400388" name="Slide Number Placeholder 3">
            <a:extLst>
              <a:ext uri="{FF2B5EF4-FFF2-40B4-BE49-F238E27FC236}">
                <a16:creationId xmlns:a16="http://schemas.microsoft.com/office/drawing/2014/main" id="{E98AA8F0-4FF7-4E00-AEDE-4020DDC67D6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2002F64A-D5C7-499E-B396-89DF3CBD535D}" type="slidenum">
              <a:rPr lang="en-US" altLang="fr-FR">
                <a:latin typeface="Calibri" panose="020F0502020204030204" pitchFamily="34" charset="0"/>
                <a:ea typeface="MS PGothic" panose="020B0600070205080204" pitchFamily="34" charset="-128"/>
              </a:rPr>
              <a:pPr/>
              <a:t>35</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Slide Image Placeholder 1">
            <a:extLst>
              <a:ext uri="{FF2B5EF4-FFF2-40B4-BE49-F238E27FC236}">
                <a16:creationId xmlns:a16="http://schemas.microsoft.com/office/drawing/2014/main" id="{7E633D10-8366-4399-8A5C-4C2B4F26CC4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2435" name="Notes Placeholder 2">
            <a:extLst>
              <a:ext uri="{FF2B5EF4-FFF2-40B4-BE49-F238E27FC236}">
                <a16:creationId xmlns:a16="http://schemas.microsoft.com/office/drawing/2014/main" id="{FD17E4B4-A60B-4FB2-B115-43324A46C49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Education can often lead to more informed choices about family size population growth and better quality of life and health to all. </a:t>
            </a:r>
          </a:p>
          <a:p>
            <a:pPr eaLnBrk="1" hangingPunct="1">
              <a:spcBef>
                <a:spcPct val="0"/>
              </a:spcBef>
            </a:pPr>
            <a:endParaRPr lang="en-US" altLang="fr-FR"/>
          </a:p>
        </p:txBody>
      </p:sp>
      <p:sp>
        <p:nvSpPr>
          <p:cNvPr id="402436" name="Slide Number Placeholder 3">
            <a:extLst>
              <a:ext uri="{FF2B5EF4-FFF2-40B4-BE49-F238E27FC236}">
                <a16:creationId xmlns:a16="http://schemas.microsoft.com/office/drawing/2014/main" id="{2FB172CA-69EF-42C5-8DA6-09AD8DA5548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A03C443D-B1D7-4CCD-B10C-F43D9007AFAF}" type="slidenum">
              <a:rPr lang="en-US" altLang="fr-FR">
                <a:latin typeface="Calibri" panose="020F0502020204030204" pitchFamily="34" charset="0"/>
                <a:ea typeface="MS PGothic" panose="020B0600070205080204" pitchFamily="34" charset="-128"/>
              </a:rPr>
              <a:pPr/>
              <a:t>36</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Slide Image Placeholder 1">
            <a:extLst>
              <a:ext uri="{FF2B5EF4-FFF2-40B4-BE49-F238E27FC236}">
                <a16:creationId xmlns:a16="http://schemas.microsoft.com/office/drawing/2014/main" id="{73CF2BEC-74AF-42CE-9E68-BC8C3AC86DB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4483" name="Notes Placeholder 2">
            <a:extLst>
              <a:ext uri="{FF2B5EF4-FFF2-40B4-BE49-F238E27FC236}">
                <a16:creationId xmlns:a16="http://schemas.microsoft.com/office/drawing/2014/main" id="{CA50FC73-4E2D-43E0-A046-40BB176E289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What can I do to support the efforts of groups that run educational institutions and programs in countries where poverty drastically reduces the quality of life for many families?</a:t>
            </a:r>
          </a:p>
          <a:p>
            <a:pPr eaLnBrk="1" hangingPunct="1">
              <a:spcBef>
                <a:spcPct val="0"/>
              </a:spcBef>
            </a:pPr>
            <a:endParaRPr lang="en-US" altLang="fr-FR"/>
          </a:p>
        </p:txBody>
      </p:sp>
      <p:sp>
        <p:nvSpPr>
          <p:cNvPr id="404484" name="Slide Number Placeholder 3">
            <a:extLst>
              <a:ext uri="{FF2B5EF4-FFF2-40B4-BE49-F238E27FC236}">
                <a16:creationId xmlns:a16="http://schemas.microsoft.com/office/drawing/2014/main" id="{778BBA98-9C6D-4BD3-AA8F-9EEAAE959ED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8C79D477-A0DC-4ECE-82CD-6632FB5AE967}" type="slidenum">
              <a:rPr lang="en-US" altLang="fr-FR">
                <a:latin typeface="Calibri" panose="020F0502020204030204" pitchFamily="34" charset="0"/>
                <a:ea typeface="MS PGothic" panose="020B0600070205080204" pitchFamily="34" charset="-128"/>
              </a:rPr>
              <a:pPr/>
              <a:t>37</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Slide Image Placeholder 1">
            <a:extLst>
              <a:ext uri="{FF2B5EF4-FFF2-40B4-BE49-F238E27FC236}">
                <a16:creationId xmlns:a16="http://schemas.microsoft.com/office/drawing/2014/main" id="{0F2EA57D-0CA5-4BA7-B489-D11B16506A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6531" name="Notes Placeholder 2">
            <a:extLst>
              <a:ext uri="{FF2B5EF4-FFF2-40B4-BE49-F238E27FC236}">
                <a16:creationId xmlns:a16="http://schemas.microsoft.com/office/drawing/2014/main" id="{A0D40C74-E23D-4CDA-B8DC-7D45BB47E0C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Have I experienced any of the Seasonal Affective Disorder (SAD) symptoms, such as depression and irritability in the winter months, or when spending time indoors? </a:t>
            </a:r>
          </a:p>
        </p:txBody>
      </p:sp>
      <p:sp>
        <p:nvSpPr>
          <p:cNvPr id="406532" name="Slide Number Placeholder 3">
            <a:extLst>
              <a:ext uri="{FF2B5EF4-FFF2-40B4-BE49-F238E27FC236}">
                <a16:creationId xmlns:a16="http://schemas.microsoft.com/office/drawing/2014/main" id="{57A4113F-6E7A-4310-AED0-257EDFB2141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E5659045-B6BE-47DD-80C7-3D5450666246}" type="slidenum">
              <a:rPr lang="en-US" altLang="fr-FR">
                <a:latin typeface="Calibri" panose="020F0502020204030204" pitchFamily="34" charset="0"/>
                <a:ea typeface="MS PGothic" panose="020B0600070205080204" pitchFamily="34" charset="-128"/>
              </a:rPr>
              <a:pPr/>
              <a:t>38</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Slide Image Placeholder 1">
            <a:extLst>
              <a:ext uri="{FF2B5EF4-FFF2-40B4-BE49-F238E27FC236}">
                <a16:creationId xmlns:a16="http://schemas.microsoft.com/office/drawing/2014/main" id="{C0673383-63FE-4A66-AE86-75D726FA632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8579" name="Notes Placeholder 2">
            <a:extLst>
              <a:ext uri="{FF2B5EF4-FFF2-40B4-BE49-F238E27FC236}">
                <a16:creationId xmlns:a16="http://schemas.microsoft.com/office/drawing/2014/main" id="{BD6AF557-1CB2-4C37-8982-96DADD00ACE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How can I change my program in order to spend a carefully regulated amount of time in the sunshine? </a:t>
            </a:r>
          </a:p>
        </p:txBody>
      </p:sp>
      <p:sp>
        <p:nvSpPr>
          <p:cNvPr id="408580" name="Slide Number Placeholder 3">
            <a:extLst>
              <a:ext uri="{FF2B5EF4-FFF2-40B4-BE49-F238E27FC236}">
                <a16:creationId xmlns:a16="http://schemas.microsoft.com/office/drawing/2014/main" id="{27E3D73D-4265-474E-A006-2BEE68C8B0F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CB229C92-9A77-480B-A7BB-B700EC089AFA}" type="slidenum">
              <a:rPr lang="en-US" altLang="fr-FR">
                <a:latin typeface="Calibri" panose="020F0502020204030204" pitchFamily="34" charset="0"/>
                <a:ea typeface="MS PGothic" panose="020B0600070205080204" pitchFamily="34" charset="-128"/>
              </a:rPr>
              <a:pPr/>
              <a:t>39</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Slide Image Placeholder 1">
            <a:extLst>
              <a:ext uri="{FF2B5EF4-FFF2-40B4-BE49-F238E27FC236}">
                <a16:creationId xmlns:a16="http://schemas.microsoft.com/office/drawing/2014/main" id="{F8AD6C2C-A96F-4E30-9CEC-C7DB652C063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627" name="Notes Placeholder 2">
            <a:extLst>
              <a:ext uri="{FF2B5EF4-FFF2-40B4-BE49-F238E27FC236}">
                <a16:creationId xmlns:a16="http://schemas.microsoft.com/office/drawing/2014/main" id="{ED3498A9-9FDD-4309-8B82-ED7D4A767BE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Are there children in my community or family that need encouragement to spend time outdoors, or who need caution to limit their exposure to too much sunshine?</a:t>
            </a:r>
          </a:p>
        </p:txBody>
      </p:sp>
      <p:sp>
        <p:nvSpPr>
          <p:cNvPr id="410628" name="Slide Number Placeholder 3">
            <a:extLst>
              <a:ext uri="{FF2B5EF4-FFF2-40B4-BE49-F238E27FC236}">
                <a16:creationId xmlns:a16="http://schemas.microsoft.com/office/drawing/2014/main" id="{71B37345-5532-4B81-BC5F-2CA8FC94208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F9FDAE97-2EC8-4019-A49F-6AB2EC8D8978}" type="slidenum">
              <a:rPr lang="en-US" altLang="fr-FR">
                <a:latin typeface="Calibri" panose="020F0502020204030204" pitchFamily="34" charset="0"/>
                <a:ea typeface="MS PGothic" panose="020B0600070205080204" pitchFamily="34" charset="-128"/>
              </a:rPr>
              <a:pPr/>
              <a:t>40</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Slide Image Placeholder 1">
            <a:extLst>
              <a:ext uri="{FF2B5EF4-FFF2-40B4-BE49-F238E27FC236}">
                <a16:creationId xmlns:a16="http://schemas.microsoft.com/office/drawing/2014/main" id="{8C01D028-DB7C-4990-88C7-048858D77F0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2675" name="Notes Placeholder 2">
            <a:extLst>
              <a:ext uri="{FF2B5EF4-FFF2-40B4-BE49-F238E27FC236}">
                <a16:creationId xmlns:a16="http://schemas.microsoft.com/office/drawing/2014/main" id="{687D7089-4564-41C6-8F8A-08E94E11A5D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Which pollutants are my body being exposed to? Which of these can I limit or eliminate altogether? </a:t>
            </a:r>
          </a:p>
        </p:txBody>
      </p:sp>
      <p:sp>
        <p:nvSpPr>
          <p:cNvPr id="412676" name="Slide Number Placeholder 3">
            <a:extLst>
              <a:ext uri="{FF2B5EF4-FFF2-40B4-BE49-F238E27FC236}">
                <a16:creationId xmlns:a16="http://schemas.microsoft.com/office/drawing/2014/main" id="{6C9C7201-AA7F-4B84-9687-FA450146BD8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A7717FA4-0672-4C55-8FC6-530170731E1F}" type="slidenum">
              <a:rPr lang="en-US" altLang="fr-FR">
                <a:latin typeface="Calibri" panose="020F0502020204030204" pitchFamily="34" charset="0"/>
                <a:ea typeface="MS PGothic" panose="020B0600070205080204" pitchFamily="34" charset="-128"/>
              </a:rPr>
              <a:pPr/>
              <a:t>41</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Slide Image Placeholder 1">
            <a:extLst>
              <a:ext uri="{FF2B5EF4-FFF2-40B4-BE49-F238E27FC236}">
                <a16:creationId xmlns:a16="http://schemas.microsoft.com/office/drawing/2014/main" id="{E5234823-010A-4329-B487-432BB08418B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4723" name="Notes Placeholder 2">
            <a:extLst>
              <a:ext uri="{FF2B5EF4-FFF2-40B4-BE49-F238E27FC236}">
                <a16:creationId xmlns:a16="http://schemas.microsoft.com/office/drawing/2014/main" id="{ECCB2CAF-47A3-48E6-9AC8-702D49551AD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Are some of my choices exposing me to chemicals or substances that might give me passing gratification but have harmful effects in the long-term?</a:t>
            </a:r>
          </a:p>
          <a:p>
            <a:pPr eaLnBrk="1" hangingPunct="1">
              <a:spcBef>
                <a:spcPct val="0"/>
              </a:spcBef>
            </a:pPr>
            <a:endParaRPr lang="en-US" altLang="fr-FR"/>
          </a:p>
        </p:txBody>
      </p:sp>
      <p:sp>
        <p:nvSpPr>
          <p:cNvPr id="414724" name="Slide Number Placeholder 3">
            <a:extLst>
              <a:ext uri="{FF2B5EF4-FFF2-40B4-BE49-F238E27FC236}">
                <a16:creationId xmlns:a16="http://schemas.microsoft.com/office/drawing/2014/main" id="{8038F2B9-DE40-491F-8E07-F57CEF1667B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602580D9-58AA-4FF3-8826-992A0B31D6BB}" type="slidenum">
              <a:rPr lang="en-US" altLang="fr-FR">
                <a:latin typeface="Calibri" panose="020F0502020204030204" pitchFamily="34" charset="0"/>
                <a:ea typeface="MS PGothic" panose="020B0600070205080204" pitchFamily="34" charset="-128"/>
              </a:rPr>
              <a:pPr/>
              <a:t>42</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Slide Image Placeholder 1">
            <a:extLst>
              <a:ext uri="{FF2B5EF4-FFF2-40B4-BE49-F238E27FC236}">
                <a16:creationId xmlns:a16="http://schemas.microsoft.com/office/drawing/2014/main" id="{24E4E10F-35EF-4C6A-B15E-1DB97D0D400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6771" name="Notes Placeholder 2">
            <a:extLst>
              <a:ext uri="{FF2B5EF4-FFF2-40B4-BE49-F238E27FC236}">
                <a16:creationId xmlns:a16="http://schemas.microsoft.com/office/drawing/2014/main" id="{4B76CEC9-AB72-499A-B1D8-9CE85386409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How am I contributing emotionally and spiritually to the following environments: home, work, school, church, community? What type of contribution am I making? </a:t>
            </a:r>
          </a:p>
        </p:txBody>
      </p:sp>
      <p:sp>
        <p:nvSpPr>
          <p:cNvPr id="416772" name="Slide Number Placeholder 3">
            <a:extLst>
              <a:ext uri="{FF2B5EF4-FFF2-40B4-BE49-F238E27FC236}">
                <a16:creationId xmlns:a16="http://schemas.microsoft.com/office/drawing/2014/main" id="{5B0A6517-A050-4C8B-8AA2-EC103FBE71E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7CBF2FAB-718F-4C5D-8229-FD7E829CC12B}" type="slidenum">
              <a:rPr lang="en-US" altLang="fr-FR">
                <a:latin typeface="Calibri" panose="020F0502020204030204" pitchFamily="34" charset="0"/>
                <a:ea typeface="MS PGothic" panose="020B0600070205080204" pitchFamily="34" charset="-128"/>
              </a:rPr>
              <a:pPr/>
              <a:t>43</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Slide Image Placeholder 1">
            <a:extLst>
              <a:ext uri="{FF2B5EF4-FFF2-40B4-BE49-F238E27FC236}">
                <a16:creationId xmlns:a16="http://schemas.microsoft.com/office/drawing/2014/main" id="{7D5BE329-D7DC-4D45-A063-8DD1089BEB4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8819" name="Notes Placeholder 2">
            <a:extLst>
              <a:ext uri="{FF2B5EF4-FFF2-40B4-BE49-F238E27FC236}">
                <a16:creationId xmlns:a16="http://schemas.microsoft.com/office/drawing/2014/main" id="{204634D0-A4EC-4023-B1AB-E7F1D3AFBC8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Is it causing pollution or peace, strife or sanctuary? What choices can I make, and where can I receive the help I need to stick to my decision to improve and protect my environment?</a:t>
            </a:r>
          </a:p>
          <a:p>
            <a:pPr eaLnBrk="1" hangingPunct="1">
              <a:spcBef>
                <a:spcPct val="0"/>
              </a:spcBef>
            </a:pPr>
            <a:endParaRPr lang="en-US" altLang="fr-FR"/>
          </a:p>
        </p:txBody>
      </p:sp>
      <p:sp>
        <p:nvSpPr>
          <p:cNvPr id="418820" name="Slide Number Placeholder 3">
            <a:extLst>
              <a:ext uri="{FF2B5EF4-FFF2-40B4-BE49-F238E27FC236}">
                <a16:creationId xmlns:a16="http://schemas.microsoft.com/office/drawing/2014/main" id="{4D1577D8-2867-45A3-9D39-D542E311619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B0138247-10C6-4B9E-B281-56CC2D28E949}" type="slidenum">
              <a:rPr lang="en-US" altLang="fr-FR">
                <a:latin typeface="Calibri" panose="020F0502020204030204" pitchFamily="34" charset="0"/>
                <a:ea typeface="MS PGothic" panose="020B0600070205080204" pitchFamily="34" charset="-128"/>
              </a:rPr>
              <a:pPr/>
              <a:t>44</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4FD5CD-85B5-4AA4-943E-30D8F7A6299D}"/>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BE"/>
          </a:p>
        </p:txBody>
      </p:sp>
      <p:sp>
        <p:nvSpPr>
          <p:cNvPr id="3" name="Sous-titre 2">
            <a:extLst>
              <a:ext uri="{FF2B5EF4-FFF2-40B4-BE49-F238E27FC236}">
                <a16:creationId xmlns:a16="http://schemas.microsoft.com/office/drawing/2014/main" id="{16D0A92C-7D07-4606-86AA-21D603C4F2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BE"/>
          </a:p>
        </p:txBody>
      </p:sp>
      <p:sp>
        <p:nvSpPr>
          <p:cNvPr id="4" name="Espace réservé de la date 3">
            <a:extLst>
              <a:ext uri="{FF2B5EF4-FFF2-40B4-BE49-F238E27FC236}">
                <a16:creationId xmlns:a16="http://schemas.microsoft.com/office/drawing/2014/main" id="{C0BDACEB-BD4F-4F36-BEF5-19985493864C}"/>
              </a:ext>
            </a:extLst>
          </p:cNvPr>
          <p:cNvSpPr>
            <a:spLocks noGrp="1"/>
          </p:cNvSpPr>
          <p:nvPr>
            <p:ph type="dt" sz="half" idx="10"/>
          </p:nvPr>
        </p:nvSpPr>
        <p:spPr/>
        <p:txBody>
          <a:bodyPr/>
          <a:lstStyle/>
          <a:p>
            <a:fld id="{25EA5C90-0BB4-4B76-A4D6-CF755B119141}" type="datetimeFigureOut">
              <a:rPr lang="fr-BE" smtClean="0"/>
              <a:t>24-08-20</a:t>
            </a:fld>
            <a:endParaRPr lang="fr-BE"/>
          </a:p>
        </p:txBody>
      </p:sp>
      <p:sp>
        <p:nvSpPr>
          <p:cNvPr id="5" name="Espace réservé du pied de page 4">
            <a:extLst>
              <a:ext uri="{FF2B5EF4-FFF2-40B4-BE49-F238E27FC236}">
                <a16:creationId xmlns:a16="http://schemas.microsoft.com/office/drawing/2014/main" id="{0B3EDF09-CFAC-4CDC-8A33-89E6C4A385D6}"/>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EA78B277-271B-44C3-B8F8-899DBDADC669}"/>
              </a:ext>
            </a:extLst>
          </p:cNvPr>
          <p:cNvSpPr>
            <a:spLocks noGrp="1"/>
          </p:cNvSpPr>
          <p:nvPr>
            <p:ph type="sldNum" sz="quarter" idx="12"/>
          </p:nvPr>
        </p:nvSpPr>
        <p:spPr/>
        <p:txBody>
          <a:bodyPr/>
          <a:lstStyle/>
          <a:p>
            <a:fld id="{02D7BBED-6672-4BDC-BFF9-9B0BC5DACD90}" type="slidenum">
              <a:rPr lang="fr-BE" smtClean="0"/>
              <a:t>‹#›</a:t>
            </a:fld>
            <a:endParaRPr lang="fr-BE"/>
          </a:p>
        </p:txBody>
      </p:sp>
    </p:spTree>
    <p:extLst>
      <p:ext uri="{BB962C8B-B14F-4D97-AF65-F5344CB8AC3E}">
        <p14:creationId xmlns:p14="http://schemas.microsoft.com/office/powerpoint/2010/main" val="3363712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BA451B-6923-4C93-BADB-354F6E977A22}"/>
              </a:ext>
            </a:extLst>
          </p:cNvPr>
          <p:cNvSpPr>
            <a:spLocks noGrp="1"/>
          </p:cNvSpPr>
          <p:nvPr>
            <p:ph type="title"/>
          </p:nvPr>
        </p:nvSpPr>
        <p:spPr/>
        <p:txBody>
          <a:bodyPr/>
          <a:lstStyle/>
          <a:p>
            <a:r>
              <a:rPr lang="fr-FR"/>
              <a:t>Modifiez le style du titre</a:t>
            </a:r>
            <a:endParaRPr lang="fr-BE"/>
          </a:p>
        </p:txBody>
      </p:sp>
      <p:sp>
        <p:nvSpPr>
          <p:cNvPr id="3" name="Espace réservé du contenu 2">
            <a:extLst>
              <a:ext uri="{FF2B5EF4-FFF2-40B4-BE49-F238E27FC236}">
                <a16:creationId xmlns:a16="http://schemas.microsoft.com/office/drawing/2014/main" id="{01D26A15-5397-4682-8FBB-51AD8FEC766C}"/>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3B41521C-299F-49FA-9E2D-A6C42B3DA90F}"/>
              </a:ext>
            </a:extLst>
          </p:cNvPr>
          <p:cNvSpPr>
            <a:spLocks noGrp="1"/>
          </p:cNvSpPr>
          <p:nvPr>
            <p:ph type="dt" sz="half" idx="10"/>
          </p:nvPr>
        </p:nvSpPr>
        <p:spPr/>
        <p:txBody>
          <a:bodyPr/>
          <a:lstStyle/>
          <a:p>
            <a:fld id="{25EA5C90-0BB4-4B76-A4D6-CF755B119141}" type="datetimeFigureOut">
              <a:rPr lang="fr-BE" smtClean="0"/>
              <a:t>24-08-20</a:t>
            </a:fld>
            <a:endParaRPr lang="fr-BE"/>
          </a:p>
        </p:txBody>
      </p:sp>
      <p:sp>
        <p:nvSpPr>
          <p:cNvPr id="5" name="Espace réservé du pied de page 4">
            <a:extLst>
              <a:ext uri="{FF2B5EF4-FFF2-40B4-BE49-F238E27FC236}">
                <a16:creationId xmlns:a16="http://schemas.microsoft.com/office/drawing/2014/main" id="{F82B9CB0-8E37-440F-8F97-579086475599}"/>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A4B04509-47D3-41FA-834B-3358DA250794}"/>
              </a:ext>
            </a:extLst>
          </p:cNvPr>
          <p:cNvSpPr>
            <a:spLocks noGrp="1"/>
          </p:cNvSpPr>
          <p:nvPr>
            <p:ph type="sldNum" sz="quarter" idx="12"/>
          </p:nvPr>
        </p:nvSpPr>
        <p:spPr/>
        <p:txBody>
          <a:bodyPr/>
          <a:lstStyle/>
          <a:p>
            <a:fld id="{02D7BBED-6672-4BDC-BFF9-9B0BC5DACD90}" type="slidenum">
              <a:rPr lang="fr-BE" smtClean="0"/>
              <a:t>‹#›</a:t>
            </a:fld>
            <a:endParaRPr lang="fr-BE"/>
          </a:p>
        </p:txBody>
      </p:sp>
    </p:spTree>
    <p:extLst>
      <p:ext uri="{BB962C8B-B14F-4D97-AF65-F5344CB8AC3E}">
        <p14:creationId xmlns:p14="http://schemas.microsoft.com/office/powerpoint/2010/main" val="1177824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771F90-F4F6-45CE-93B7-45BF56C5F9EF}"/>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BE"/>
          </a:p>
        </p:txBody>
      </p:sp>
      <p:sp>
        <p:nvSpPr>
          <p:cNvPr id="3" name="Espace réservé du texte 2">
            <a:extLst>
              <a:ext uri="{FF2B5EF4-FFF2-40B4-BE49-F238E27FC236}">
                <a16:creationId xmlns:a16="http://schemas.microsoft.com/office/drawing/2014/main" id="{2CD89CF8-B9A4-40B5-89AC-756B599620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16B11991-A6AD-4CAE-B2CF-62E105C3C958}"/>
              </a:ext>
            </a:extLst>
          </p:cNvPr>
          <p:cNvSpPr>
            <a:spLocks noGrp="1"/>
          </p:cNvSpPr>
          <p:nvPr>
            <p:ph type="dt" sz="half" idx="10"/>
          </p:nvPr>
        </p:nvSpPr>
        <p:spPr/>
        <p:txBody>
          <a:bodyPr/>
          <a:lstStyle/>
          <a:p>
            <a:fld id="{25EA5C90-0BB4-4B76-A4D6-CF755B119141}" type="datetimeFigureOut">
              <a:rPr lang="fr-BE" smtClean="0"/>
              <a:t>24-08-20</a:t>
            </a:fld>
            <a:endParaRPr lang="fr-BE"/>
          </a:p>
        </p:txBody>
      </p:sp>
      <p:sp>
        <p:nvSpPr>
          <p:cNvPr id="5" name="Espace réservé du pied de page 4">
            <a:extLst>
              <a:ext uri="{FF2B5EF4-FFF2-40B4-BE49-F238E27FC236}">
                <a16:creationId xmlns:a16="http://schemas.microsoft.com/office/drawing/2014/main" id="{C74C9AF9-62FC-46B1-B59C-1441054BB297}"/>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3D33A31E-366B-4F99-B854-8FC24A1AE8A2}"/>
              </a:ext>
            </a:extLst>
          </p:cNvPr>
          <p:cNvSpPr>
            <a:spLocks noGrp="1"/>
          </p:cNvSpPr>
          <p:nvPr>
            <p:ph type="sldNum" sz="quarter" idx="12"/>
          </p:nvPr>
        </p:nvSpPr>
        <p:spPr/>
        <p:txBody>
          <a:bodyPr/>
          <a:lstStyle/>
          <a:p>
            <a:fld id="{02D7BBED-6672-4BDC-BFF9-9B0BC5DACD90}" type="slidenum">
              <a:rPr lang="fr-BE" smtClean="0"/>
              <a:t>‹#›</a:t>
            </a:fld>
            <a:endParaRPr lang="fr-BE"/>
          </a:p>
        </p:txBody>
      </p:sp>
    </p:spTree>
    <p:extLst>
      <p:ext uri="{BB962C8B-B14F-4D97-AF65-F5344CB8AC3E}">
        <p14:creationId xmlns:p14="http://schemas.microsoft.com/office/powerpoint/2010/main" val="3059294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510F64-3A2E-49F4-9AF9-F8CFE95770C7}"/>
              </a:ext>
            </a:extLst>
          </p:cNvPr>
          <p:cNvSpPr>
            <a:spLocks noGrp="1"/>
          </p:cNvSpPr>
          <p:nvPr>
            <p:ph type="title"/>
          </p:nvPr>
        </p:nvSpPr>
        <p:spPr/>
        <p:txBody>
          <a:bodyPr/>
          <a:lstStyle/>
          <a:p>
            <a:r>
              <a:rPr lang="fr-FR"/>
              <a:t>Modifiez le style du titre</a:t>
            </a:r>
            <a:endParaRPr lang="fr-BE"/>
          </a:p>
        </p:txBody>
      </p:sp>
      <p:sp>
        <p:nvSpPr>
          <p:cNvPr id="3" name="Espace réservé du contenu 2">
            <a:extLst>
              <a:ext uri="{FF2B5EF4-FFF2-40B4-BE49-F238E27FC236}">
                <a16:creationId xmlns:a16="http://schemas.microsoft.com/office/drawing/2014/main" id="{68ED5620-2E0F-48D4-A776-F03F70F369E9}"/>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contenu 3">
            <a:extLst>
              <a:ext uri="{FF2B5EF4-FFF2-40B4-BE49-F238E27FC236}">
                <a16:creationId xmlns:a16="http://schemas.microsoft.com/office/drawing/2014/main" id="{5CA614C9-F033-4BBA-8C02-2CE793535DF7}"/>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e la date 4">
            <a:extLst>
              <a:ext uri="{FF2B5EF4-FFF2-40B4-BE49-F238E27FC236}">
                <a16:creationId xmlns:a16="http://schemas.microsoft.com/office/drawing/2014/main" id="{9B697259-30FF-4C63-A62E-057D7D91A52A}"/>
              </a:ext>
            </a:extLst>
          </p:cNvPr>
          <p:cNvSpPr>
            <a:spLocks noGrp="1"/>
          </p:cNvSpPr>
          <p:nvPr>
            <p:ph type="dt" sz="half" idx="10"/>
          </p:nvPr>
        </p:nvSpPr>
        <p:spPr/>
        <p:txBody>
          <a:bodyPr/>
          <a:lstStyle/>
          <a:p>
            <a:fld id="{25EA5C90-0BB4-4B76-A4D6-CF755B119141}" type="datetimeFigureOut">
              <a:rPr lang="fr-BE" smtClean="0"/>
              <a:t>24-08-20</a:t>
            </a:fld>
            <a:endParaRPr lang="fr-BE"/>
          </a:p>
        </p:txBody>
      </p:sp>
      <p:sp>
        <p:nvSpPr>
          <p:cNvPr id="6" name="Espace réservé du pied de page 5">
            <a:extLst>
              <a:ext uri="{FF2B5EF4-FFF2-40B4-BE49-F238E27FC236}">
                <a16:creationId xmlns:a16="http://schemas.microsoft.com/office/drawing/2014/main" id="{EB656405-D1BC-462E-9F93-9978E294A3F7}"/>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id="{C2978430-5EF5-433D-99FF-320C27E369E0}"/>
              </a:ext>
            </a:extLst>
          </p:cNvPr>
          <p:cNvSpPr>
            <a:spLocks noGrp="1"/>
          </p:cNvSpPr>
          <p:nvPr>
            <p:ph type="sldNum" sz="quarter" idx="12"/>
          </p:nvPr>
        </p:nvSpPr>
        <p:spPr/>
        <p:txBody>
          <a:bodyPr/>
          <a:lstStyle/>
          <a:p>
            <a:fld id="{02D7BBED-6672-4BDC-BFF9-9B0BC5DACD90}" type="slidenum">
              <a:rPr lang="fr-BE" smtClean="0"/>
              <a:t>‹#›</a:t>
            </a:fld>
            <a:endParaRPr lang="fr-BE"/>
          </a:p>
        </p:txBody>
      </p:sp>
    </p:spTree>
    <p:extLst>
      <p:ext uri="{BB962C8B-B14F-4D97-AF65-F5344CB8AC3E}">
        <p14:creationId xmlns:p14="http://schemas.microsoft.com/office/powerpoint/2010/main" val="1067130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5F47123-33EF-4DB5-ACC1-306197DDCC19}"/>
              </a:ext>
            </a:extLst>
          </p:cNvPr>
          <p:cNvSpPr>
            <a:spLocks noGrp="1"/>
          </p:cNvSpPr>
          <p:nvPr>
            <p:ph type="title"/>
          </p:nvPr>
        </p:nvSpPr>
        <p:spPr>
          <a:xfrm>
            <a:off x="839788" y="365125"/>
            <a:ext cx="10515600" cy="1325563"/>
          </a:xfrm>
        </p:spPr>
        <p:txBody>
          <a:bodyPr/>
          <a:lstStyle/>
          <a:p>
            <a:r>
              <a:rPr lang="fr-FR"/>
              <a:t>Modifiez le style du titre</a:t>
            </a:r>
            <a:endParaRPr lang="fr-BE"/>
          </a:p>
        </p:txBody>
      </p:sp>
      <p:sp>
        <p:nvSpPr>
          <p:cNvPr id="3" name="Espace réservé du texte 2">
            <a:extLst>
              <a:ext uri="{FF2B5EF4-FFF2-40B4-BE49-F238E27FC236}">
                <a16:creationId xmlns:a16="http://schemas.microsoft.com/office/drawing/2014/main" id="{4861D83E-1C88-46A5-B566-773F68034D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4183483E-9428-4D1D-AFE9-E39B2854662D}"/>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u texte 4">
            <a:extLst>
              <a:ext uri="{FF2B5EF4-FFF2-40B4-BE49-F238E27FC236}">
                <a16:creationId xmlns:a16="http://schemas.microsoft.com/office/drawing/2014/main" id="{53F0E59D-5972-4449-BAF2-94C9EC261C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93B79EED-CD9A-4587-9F1E-E373EBABC71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7" name="Espace réservé de la date 6">
            <a:extLst>
              <a:ext uri="{FF2B5EF4-FFF2-40B4-BE49-F238E27FC236}">
                <a16:creationId xmlns:a16="http://schemas.microsoft.com/office/drawing/2014/main" id="{FD3151CA-FFDB-40FD-9FA5-881DABAAF253}"/>
              </a:ext>
            </a:extLst>
          </p:cNvPr>
          <p:cNvSpPr>
            <a:spLocks noGrp="1"/>
          </p:cNvSpPr>
          <p:nvPr>
            <p:ph type="dt" sz="half" idx="10"/>
          </p:nvPr>
        </p:nvSpPr>
        <p:spPr/>
        <p:txBody>
          <a:bodyPr/>
          <a:lstStyle/>
          <a:p>
            <a:fld id="{25EA5C90-0BB4-4B76-A4D6-CF755B119141}" type="datetimeFigureOut">
              <a:rPr lang="fr-BE" smtClean="0"/>
              <a:t>24-08-20</a:t>
            </a:fld>
            <a:endParaRPr lang="fr-BE"/>
          </a:p>
        </p:txBody>
      </p:sp>
      <p:sp>
        <p:nvSpPr>
          <p:cNvPr id="8" name="Espace réservé du pied de page 7">
            <a:extLst>
              <a:ext uri="{FF2B5EF4-FFF2-40B4-BE49-F238E27FC236}">
                <a16:creationId xmlns:a16="http://schemas.microsoft.com/office/drawing/2014/main" id="{A5D8735D-B722-464D-ACC1-D984B7D146F2}"/>
              </a:ext>
            </a:extLst>
          </p:cNvPr>
          <p:cNvSpPr>
            <a:spLocks noGrp="1"/>
          </p:cNvSpPr>
          <p:nvPr>
            <p:ph type="ftr" sz="quarter" idx="11"/>
          </p:nvPr>
        </p:nvSpPr>
        <p:spPr/>
        <p:txBody>
          <a:bodyPr/>
          <a:lstStyle/>
          <a:p>
            <a:endParaRPr lang="fr-BE"/>
          </a:p>
        </p:txBody>
      </p:sp>
      <p:sp>
        <p:nvSpPr>
          <p:cNvPr id="9" name="Espace réservé du numéro de diapositive 8">
            <a:extLst>
              <a:ext uri="{FF2B5EF4-FFF2-40B4-BE49-F238E27FC236}">
                <a16:creationId xmlns:a16="http://schemas.microsoft.com/office/drawing/2014/main" id="{4AF9D44D-BCF1-4E8B-AE24-424D483B0B5C}"/>
              </a:ext>
            </a:extLst>
          </p:cNvPr>
          <p:cNvSpPr>
            <a:spLocks noGrp="1"/>
          </p:cNvSpPr>
          <p:nvPr>
            <p:ph type="sldNum" sz="quarter" idx="12"/>
          </p:nvPr>
        </p:nvSpPr>
        <p:spPr/>
        <p:txBody>
          <a:bodyPr/>
          <a:lstStyle/>
          <a:p>
            <a:fld id="{02D7BBED-6672-4BDC-BFF9-9B0BC5DACD90}" type="slidenum">
              <a:rPr lang="fr-BE" smtClean="0"/>
              <a:t>‹#›</a:t>
            </a:fld>
            <a:endParaRPr lang="fr-BE"/>
          </a:p>
        </p:txBody>
      </p:sp>
    </p:spTree>
    <p:extLst>
      <p:ext uri="{BB962C8B-B14F-4D97-AF65-F5344CB8AC3E}">
        <p14:creationId xmlns:p14="http://schemas.microsoft.com/office/powerpoint/2010/main" val="2676884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3B752B-CF77-4A76-AB9D-991F50C2E9D1}"/>
              </a:ext>
            </a:extLst>
          </p:cNvPr>
          <p:cNvSpPr>
            <a:spLocks noGrp="1"/>
          </p:cNvSpPr>
          <p:nvPr>
            <p:ph type="title"/>
          </p:nvPr>
        </p:nvSpPr>
        <p:spPr/>
        <p:txBody>
          <a:bodyPr/>
          <a:lstStyle/>
          <a:p>
            <a:r>
              <a:rPr lang="fr-FR"/>
              <a:t>Modifiez le style du titre</a:t>
            </a:r>
            <a:endParaRPr lang="fr-BE"/>
          </a:p>
        </p:txBody>
      </p:sp>
      <p:sp>
        <p:nvSpPr>
          <p:cNvPr id="3" name="Espace réservé de la date 2">
            <a:extLst>
              <a:ext uri="{FF2B5EF4-FFF2-40B4-BE49-F238E27FC236}">
                <a16:creationId xmlns:a16="http://schemas.microsoft.com/office/drawing/2014/main" id="{20F3A3BB-D914-45CC-BE68-09442BEDD353}"/>
              </a:ext>
            </a:extLst>
          </p:cNvPr>
          <p:cNvSpPr>
            <a:spLocks noGrp="1"/>
          </p:cNvSpPr>
          <p:nvPr>
            <p:ph type="dt" sz="half" idx="10"/>
          </p:nvPr>
        </p:nvSpPr>
        <p:spPr/>
        <p:txBody>
          <a:bodyPr/>
          <a:lstStyle/>
          <a:p>
            <a:fld id="{25EA5C90-0BB4-4B76-A4D6-CF755B119141}" type="datetimeFigureOut">
              <a:rPr lang="fr-BE" smtClean="0"/>
              <a:t>24-08-20</a:t>
            </a:fld>
            <a:endParaRPr lang="fr-BE"/>
          </a:p>
        </p:txBody>
      </p:sp>
      <p:sp>
        <p:nvSpPr>
          <p:cNvPr id="4" name="Espace réservé du pied de page 3">
            <a:extLst>
              <a:ext uri="{FF2B5EF4-FFF2-40B4-BE49-F238E27FC236}">
                <a16:creationId xmlns:a16="http://schemas.microsoft.com/office/drawing/2014/main" id="{78FF11CC-CC8F-4FC7-AA83-15F21E82254A}"/>
              </a:ext>
            </a:extLst>
          </p:cNvPr>
          <p:cNvSpPr>
            <a:spLocks noGrp="1"/>
          </p:cNvSpPr>
          <p:nvPr>
            <p:ph type="ftr" sz="quarter" idx="11"/>
          </p:nvPr>
        </p:nvSpPr>
        <p:spPr/>
        <p:txBody>
          <a:bodyPr/>
          <a:lstStyle/>
          <a:p>
            <a:endParaRPr lang="fr-BE"/>
          </a:p>
        </p:txBody>
      </p:sp>
      <p:sp>
        <p:nvSpPr>
          <p:cNvPr id="5" name="Espace réservé du numéro de diapositive 4">
            <a:extLst>
              <a:ext uri="{FF2B5EF4-FFF2-40B4-BE49-F238E27FC236}">
                <a16:creationId xmlns:a16="http://schemas.microsoft.com/office/drawing/2014/main" id="{5E6AF0B8-6ED7-4A38-B909-688F874D80F8}"/>
              </a:ext>
            </a:extLst>
          </p:cNvPr>
          <p:cNvSpPr>
            <a:spLocks noGrp="1"/>
          </p:cNvSpPr>
          <p:nvPr>
            <p:ph type="sldNum" sz="quarter" idx="12"/>
          </p:nvPr>
        </p:nvSpPr>
        <p:spPr/>
        <p:txBody>
          <a:bodyPr/>
          <a:lstStyle/>
          <a:p>
            <a:fld id="{02D7BBED-6672-4BDC-BFF9-9B0BC5DACD90}" type="slidenum">
              <a:rPr lang="fr-BE" smtClean="0"/>
              <a:t>‹#›</a:t>
            </a:fld>
            <a:endParaRPr lang="fr-BE"/>
          </a:p>
        </p:txBody>
      </p:sp>
    </p:spTree>
    <p:extLst>
      <p:ext uri="{BB962C8B-B14F-4D97-AF65-F5344CB8AC3E}">
        <p14:creationId xmlns:p14="http://schemas.microsoft.com/office/powerpoint/2010/main" val="3792861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D7537EA-21D0-4EE6-8C29-7B1258E3B42C}"/>
              </a:ext>
            </a:extLst>
          </p:cNvPr>
          <p:cNvSpPr>
            <a:spLocks noGrp="1"/>
          </p:cNvSpPr>
          <p:nvPr>
            <p:ph type="dt" sz="half" idx="10"/>
          </p:nvPr>
        </p:nvSpPr>
        <p:spPr/>
        <p:txBody>
          <a:bodyPr/>
          <a:lstStyle/>
          <a:p>
            <a:fld id="{25EA5C90-0BB4-4B76-A4D6-CF755B119141}" type="datetimeFigureOut">
              <a:rPr lang="fr-BE" smtClean="0"/>
              <a:t>24-08-20</a:t>
            </a:fld>
            <a:endParaRPr lang="fr-BE"/>
          </a:p>
        </p:txBody>
      </p:sp>
      <p:sp>
        <p:nvSpPr>
          <p:cNvPr id="3" name="Espace réservé du pied de page 2">
            <a:extLst>
              <a:ext uri="{FF2B5EF4-FFF2-40B4-BE49-F238E27FC236}">
                <a16:creationId xmlns:a16="http://schemas.microsoft.com/office/drawing/2014/main" id="{E116D491-FF32-4B57-A282-4595F65C6616}"/>
              </a:ext>
            </a:extLst>
          </p:cNvPr>
          <p:cNvSpPr>
            <a:spLocks noGrp="1"/>
          </p:cNvSpPr>
          <p:nvPr>
            <p:ph type="ftr" sz="quarter" idx="11"/>
          </p:nvPr>
        </p:nvSpPr>
        <p:spPr/>
        <p:txBody>
          <a:bodyPr/>
          <a:lstStyle/>
          <a:p>
            <a:endParaRPr lang="fr-BE"/>
          </a:p>
        </p:txBody>
      </p:sp>
      <p:sp>
        <p:nvSpPr>
          <p:cNvPr id="4" name="Espace réservé du numéro de diapositive 3">
            <a:extLst>
              <a:ext uri="{FF2B5EF4-FFF2-40B4-BE49-F238E27FC236}">
                <a16:creationId xmlns:a16="http://schemas.microsoft.com/office/drawing/2014/main" id="{149891D6-AAA7-4E54-93D8-685232B773AB}"/>
              </a:ext>
            </a:extLst>
          </p:cNvPr>
          <p:cNvSpPr>
            <a:spLocks noGrp="1"/>
          </p:cNvSpPr>
          <p:nvPr>
            <p:ph type="sldNum" sz="quarter" idx="12"/>
          </p:nvPr>
        </p:nvSpPr>
        <p:spPr/>
        <p:txBody>
          <a:bodyPr/>
          <a:lstStyle/>
          <a:p>
            <a:fld id="{02D7BBED-6672-4BDC-BFF9-9B0BC5DACD90}" type="slidenum">
              <a:rPr lang="fr-BE" smtClean="0"/>
              <a:t>‹#›</a:t>
            </a:fld>
            <a:endParaRPr lang="fr-BE"/>
          </a:p>
        </p:txBody>
      </p:sp>
    </p:spTree>
    <p:extLst>
      <p:ext uri="{BB962C8B-B14F-4D97-AF65-F5344CB8AC3E}">
        <p14:creationId xmlns:p14="http://schemas.microsoft.com/office/powerpoint/2010/main" val="2516827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7CBAEA7-4B99-40B5-ACB2-614A8D1B529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E"/>
          </a:p>
        </p:txBody>
      </p:sp>
      <p:sp>
        <p:nvSpPr>
          <p:cNvPr id="3" name="Espace réservé du contenu 2">
            <a:extLst>
              <a:ext uri="{FF2B5EF4-FFF2-40B4-BE49-F238E27FC236}">
                <a16:creationId xmlns:a16="http://schemas.microsoft.com/office/drawing/2014/main" id="{358E9BE0-08BA-4B0E-B6DF-1DD2D264F7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texte 3">
            <a:extLst>
              <a:ext uri="{FF2B5EF4-FFF2-40B4-BE49-F238E27FC236}">
                <a16:creationId xmlns:a16="http://schemas.microsoft.com/office/drawing/2014/main" id="{98BB8B71-197E-4F90-A586-2544F51960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5648ABB-0452-4B06-AF86-12DE17D80840}"/>
              </a:ext>
            </a:extLst>
          </p:cNvPr>
          <p:cNvSpPr>
            <a:spLocks noGrp="1"/>
          </p:cNvSpPr>
          <p:nvPr>
            <p:ph type="dt" sz="half" idx="10"/>
          </p:nvPr>
        </p:nvSpPr>
        <p:spPr/>
        <p:txBody>
          <a:bodyPr/>
          <a:lstStyle/>
          <a:p>
            <a:fld id="{25EA5C90-0BB4-4B76-A4D6-CF755B119141}" type="datetimeFigureOut">
              <a:rPr lang="fr-BE" smtClean="0"/>
              <a:t>24-08-20</a:t>
            </a:fld>
            <a:endParaRPr lang="fr-BE"/>
          </a:p>
        </p:txBody>
      </p:sp>
      <p:sp>
        <p:nvSpPr>
          <p:cNvPr id="6" name="Espace réservé du pied de page 5">
            <a:extLst>
              <a:ext uri="{FF2B5EF4-FFF2-40B4-BE49-F238E27FC236}">
                <a16:creationId xmlns:a16="http://schemas.microsoft.com/office/drawing/2014/main" id="{10F1D13C-258D-4BD8-A67E-C57572983DD3}"/>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id="{555106B9-763E-4792-AB88-61A2F377452C}"/>
              </a:ext>
            </a:extLst>
          </p:cNvPr>
          <p:cNvSpPr>
            <a:spLocks noGrp="1"/>
          </p:cNvSpPr>
          <p:nvPr>
            <p:ph type="sldNum" sz="quarter" idx="12"/>
          </p:nvPr>
        </p:nvSpPr>
        <p:spPr/>
        <p:txBody>
          <a:bodyPr/>
          <a:lstStyle/>
          <a:p>
            <a:fld id="{02D7BBED-6672-4BDC-BFF9-9B0BC5DACD90}" type="slidenum">
              <a:rPr lang="fr-BE" smtClean="0"/>
              <a:t>‹#›</a:t>
            </a:fld>
            <a:endParaRPr lang="fr-BE"/>
          </a:p>
        </p:txBody>
      </p:sp>
    </p:spTree>
    <p:extLst>
      <p:ext uri="{BB962C8B-B14F-4D97-AF65-F5344CB8AC3E}">
        <p14:creationId xmlns:p14="http://schemas.microsoft.com/office/powerpoint/2010/main" val="520577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EAD6AD-C8B1-40C8-BB62-52415C026EDE}"/>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E"/>
          </a:p>
        </p:txBody>
      </p:sp>
      <p:sp>
        <p:nvSpPr>
          <p:cNvPr id="3" name="Espace réservé pour une image  2">
            <a:extLst>
              <a:ext uri="{FF2B5EF4-FFF2-40B4-BE49-F238E27FC236}">
                <a16:creationId xmlns:a16="http://schemas.microsoft.com/office/drawing/2014/main" id="{6F943CF8-B19E-4CE7-ACA2-403BEC73DF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E"/>
          </a:p>
        </p:txBody>
      </p:sp>
      <p:sp>
        <p:nvSpPr>
          <p:cNvPr id="4" name="Espace réservé du texte 3">
            <a:extLst>
              <a:ext uri="{FF2B5EF4-FFF2-40B4-BE49-F238E27FC236}">
                <a16:creationId xmlns:a16="http://schemas.microsoft.com/office/drawing/2014/main" id="{DDAD1292-4E20-4051-A89C-DA1119D60E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FF9742C-2E53-4C43-831D-848585391164}"/>
              </a:ext>
            </a:extLst>
          </p:cNvPr>
          <p:cNvSpPr>
            <a:spLocks noGrp="1"/>
          </p:cNvSpPr>
          <p:nvPr>
            <p:ph type="dt" sz="half" idx="10"/>
          </p:nvPr>
        </p:nvSpPr>
        <p:spPr/>
        <p:txBody>
          <a:bodyPr/>
          <a:lstStyle/>
          <a:p>
            <a:fld id="{25EA5C90-0BB4-4B76-A4D6-CF755B119141}" type="datetimeFigureOut">
              <a:rPr lang="fr-BE" smtClean="0"/>
              <a:t>24-08-20</a:t>
            </a:fld>
            <a:endParaRPr lang="fr-BE"/>
          </a:p>
        </p:txBody>
      </p:sp>
      <p:sp>
        <p:nvSpPr>
          <p:cNvPr id="6" name="Espace réservé du pied de page 5">
            <a:extLst>
              <a:ext uri="{FF2B5EF4-FFF2-40B4-BE49-F238E27FC236}">
                <a16:creationId xmlns:a16="http://schemas.microsoft.com/office/drawing/2014/main" id="{27C0FB87-7E12-4F0B-B3CF-919BC28722BC}"/>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id="{E56EE2D0-726A-4C59-A85E-CB1C007333A0}"/>
              </a:ext>
            </a:extLst>
          </p:cNvPr>
          <p:cNvSpPr>
            <a:spLocks noGrp="1"/>
          </p:cNvSpPr>
          <p:nvPr>
            <p:ph type="sldNum" sz="quarter" idx="12"/>
          </p:nvPr>
        </p:nvSpPr>
        <p:spPr/>
        <p:txBody>
          <a:bodyPr/>
          <a:lstStyle/>
          <a:p>
            <a:fld id="{02D7BBED-6672-4BDC-BFF9-9B0BC5DACD90}" type="slidenum">
              <a:rPr lang="fr-BE" smtClean="0"/>
              <a:t>‹#›</a:t>
            </a:fld>
            <a:endParaRPr lang="fr-BE"/>
          </a:p>
        </p:txBody>
      </p:sp>
    </p:spTree>
    <p:extLst>
      <p:ext uri="{BB962C8B-B14F-4D97-AF65-F5344CB8AC3E}">
        <p14:creationId xmlns:p14="http://schemas.microsoft.com/office/powerpoint/2010/main" val="3478937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53CBF6-790E-44CF-AFB9-F229C4D78B83}"/>
              </a:ext>
            </a:extLst>
          </p:cNvPr>
          <p:cNvSpPr>
            <a:spLocks noGrp="1"/>
          </p:cNvSpPr>
          <p:nvPr>
            <p:ph type="title"/>
          </p:nvPr>
        </p:nvSpPr>
        <p:spPr/>
        <p:txBody>
          <a:bodyPr/>
          <a:lstStyle/>
          <a:p>
            <a:r>
              <a:rPr lang="fr-FR"/>
              <a:t>Modifiez le style du titre</a:t>
            </a:r>
            <a:endParaRPr lang="fr-BE"/>
          </a:p>
        </p:txBody>
      </p:sp>
      <p:sp>
        <p:nvSpPr>
          <p:cNvPr id="3" name="Espace réservé du texte vertical 2">
            <a:extLst>
              <a:ext uri="{FF2B5EF4-FFF2-40B4-BE49-F238E27FC236}">
                <a16:creationId xmlns:a16="http://schemas.microsoft.com/office/drawing/2014/main" id="{993FA630-3B85-4DB3-93CA-C0CF979EAB2A}"/>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E3D35F45-32CF-4BD2-8A18-2BCEE1239809}"/>
              </a:ext>
            </a:extLst>
          </p:cNvPr>
          <p:cNvSpPr>
            <a:spLocks noGrp="1"/>
          </p:cNvSpPr>
          <p:nvPr>
            <p:ph type="dt" sz="half" idx="10"/>
          </p:nvPr>
        </p:nvSpPr>
        <p:spPr/>
        <p:txBody>
          <a:bodyPr/>
          <a:lstStyle/>
          <a:p>
            <a:fld id="{25EA5C90-0BB4-4B76-A4D6-CF755B119141}" type="datetimeFigureOut">
              <a:rPr lang="fr-BE" smtClean="0"/>
              <a:t>24-08-20</a:t>
            </a:fld>
            <a:endParaRPr lang="fr-BE"/>
          </a:p>
        </p:txBody>
      </p:sp>
      <p:sp>
        <p:nvSpPr>
          <p:cNvPr id="5" name="Espace réservé du pied de page 4">
            <a:extLst>
              <a:ext uri="{FF2B5EF4-FFF2-40B4-BE49-F238E27FC236}">
                <a16:creationId xmlns:a16="http://schemas.microsoft.com/office/drawing/2014/main" id="{ADD03C2B-488D-455B-A8D8-44C3C2179F9D}"/>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789070C4-895F-44CC-8CAB-F681AC0834F3}"/>
              </a:ext>
            </a:extLst>
          </p:cNvPr>
          <p:cNvSpPr>
            <a:spLocks noGrp="1"/>
          </p:cNvSpPr>
          <p:nvPr>
            <p:ph type="sldNum" sz="quarter" idx="12"/>
          </p:nvPr>
        </p:nvSpPr>
        <p:spPr/>
        <p:txBody>
          <a:bodyPr/>
          <a:lstStyle/>
          <a:p>
            <a:fld id="{02D7BBED-6672-4BDC-BFF9-9B0BC5DACD90}" type="slidenum">
              <a:rPr lang="fr-BE" smtClean="0"/>
              <a:t>‹#›</a:t>
            </a:fld>
            <a:endParaRPr lang="fr-BE"/>
          </a:p>
        </p:txBody>
      </p:sp>
    </p:spTree>
    <p:extLst>
      <p:ext uri="{BB962C8B-B14F-4D97-AF65-F5344CB8AC3E}">
        <p14:creationId xmlns:p14="http://schemas.microsoft.com/office/powerpoint/2010/main" val="138444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D2260283-2BBF-48DD-8910-1B30DCEF6BEB}"/>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BE"/>
          </a:p>
        </p:txBody>
      </p:sp>
      <p:sp>
        <p:nvSpPr>
          <p:cNvPr id="3" name="Espace réservé du texte vertical 2">
            <a:extLst>
              <a:ext uri="{FF2B5EF4-FFF2-40B4-BE49-F238E27FC236}">
                <a16:creationId xmlns:a16="http://schemas.microsoft.com/office/drawing/2014/main" id="{919C8677-F567-486F-8B1E-19A68AE8F001}"/>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53D2534E-85DE-4E7F-A61F-595757F376DE}"/>
              </a:ext>
            </a:extLst>
          </p:cNvPr>
          <p:cNvSpPr>
            <a:spLocks noGrp="1"/>
          </p:cNvSpPr>
          <p:nvPr>
            <p:ph type="dt" sz="half" idx="10"/>
          </p:nvPr>
        </p:nvSpPr>
        <p:spPr/>
        <p:txBody>
          <a:bodyPr/>
          <a:lstStyle/>
          <a:p>
            <a:fld id="{25EA5C90-0BB4-4B76-A4D6-CF755B119141}" type="datetimeFigureOut">
              <a:rPr lang="fr-BE" smtClean="0"/>
              <a:t>24-08-20</a:t>
            </a:fld>
            <a:endParaRPr lang="fr-BE"/>
          </a:p>
        </p:txBody>
      </p:sp>
      <p:sp>
        <p:nvSpPr>
          <p:cNvPr id="5" name="Espace réservé du pied de page 4">
            <a:extLst>
              <a:ext uri="{FF2B5EF4-FFF2-40B4-BE49-F238E27FC236}">
                <a16:creationId xmlns:a16="http://schemas.microsoft.com/office/drawing/2014/main" id="{85147FE5-C793-47B3-80BF-75C465E163BD}"/>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95C06289-8C9B-4AA4-AD98-168F5A23160B}"/>
              </a:ext>
            </a:extLst>
          </p:cNvPr>
          <p:cNvSpPr>
            <a:spLocks noGrp="1"/>
          </p:cNvSpPr>
          <p:nvPr>
            <p:ph type="sldNum" sz="quarter" idx="12"/>
          </p:nvPr>
        </p:nvSpPr>
        <p:spPr/>
        <p:txBody>
          <a:bodyPr/>
          <a:lstStyle/>
          <a:p>
            <a:fld id="{02D7BBED-6672-4BDC-BFF9-9B0BC5DACD90}" type="slidenum">
              <a:rPr lang="fr-BE" smtClean="0"/>
              <a:t>‹#›</a:t>
            </a:fld>
            <a:endParaRPr lang="fr-BE"/>
          </a:p>
        </p:txBody>
      </p:sp>
    </p:spTree>
    <p:extLst>
      <p:ext uri="{BB962C8B-B14F-4D97-AF65-F5344CB8AC3E}">
        <p14:creationId xmlns:p14="http://schemas.microsoft.com/office/powerpoint/2010/main" val="1145021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7AA4A55-0CE4-4682-9AB5-2BC7A78B77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BE"/>
          </a:p>
        </p:txBody>
      </p:sp>
      <p:sp>
        <p:nvSpPr>
          <p:cNvPr id="3" name="Espace réservé du texte 2">
            <a:extLst>
              <a:ext uri="{FF2B5EF4-FFF2-40B4-BE49-F238E27FC236}">
                <a16:creationId xmlns:a16="http://schemas.microsoft.com/office/drawing/2014/main" id="{96F20776-A0AC-431B-B88F-272ECA6BEB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C771DC9D-A5CB-4306-B889-BE2F487E56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EA5C90-0BB4-4B76-A4D6-CF755B119141}" type="datetimeFigureOut">
              <a:rPr lang="fr-BE" smtClean="0"/>
              <a:t>24-08-20</a:t>
            </a:fld>
            <a:endParaRPr lang="fr-BE"/>
          </a:p>
        </p:txBody>
      </p:sp>
      <p:sp>
        <p:nvSpPr>
          <p:cNvPr id="5" name="Espace réservé du pied de page 4">
            <a:extLst>
              <a:ext uri="{FF2B5EF4-FFF2-40B4-BE49-F238E27FC236}">
                <a16:creationId xmlns:a16="http://schemas.microsoft.com/office/drawing/2014/main" id="{B6A9E03E-7E19-4994-80D5-C55BD98C6D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BE"/>
          </a:p>
        </p:txBody>
      </p:sp>
      <p:sp>
        <p:nvSpPr>
          <p:cNvPr id="6" name="Espace réservé du numéro de diapositive 5">
            <a:extLst>
              <a:ext uri="{FF2B5EF4-FFF2-40B4-BE49-F238E27FC236}">
                <a16:creationId xmlns:a16="http://schemas.microsoft.com/office/drawing/2014/main" id="{EAB2B898-90C7-4C2D-8DD1-1BBED1FA22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D7BBED-6672-4BDC-BFF9-9B0BC5DACD90}" type="slidenum">
              <a:rPr lang="fr-BE" smtClean="0"/>
              <a:t>‹#›</a:t>
            </a:fld>
            <a:endParaRPr lang="fr-BE"/>
          </a:p>
        </p:txBody>
      </p:sp>
    </p:spTree>
    <p:extLst>
      <p:ext uri="{BB962C8B-B14F-4D97-AF65-F5344CB8AC3E}">
        <p14:creationId xmlns:p14="http://schemas.microsoft.com/office/powerpoint/2010/main" val="38173911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6.jpeg"/><Relationship Id="rId7"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10" Type="http://schemas.openxmlformats.org/officeDocument/2006/relationships/image" Target="../media/image13.jpeg"/><Relationship Id="rId4" Type="http://schemas.openxmlformats.org/officeDocument/2006/relationships/image" Target="../media/image7.jpeg"/><Relationship Id="rId9"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AAB611-A692-4253-B49D-1C495FD9C26E}"/>
              </a:ext>
            </a:extLst>
          </p:cNvPr>
          <p:cNvSpPr>
            <a:spLocks noGrp="1"/>
          </p:cNvSpPr>
          <p:nvPr>
            <p:ph type="ctrTitle"/>
          </p:nvPr>
        </p:nvSpPr>
        <p:spPr/>
        <p:txBody>
          <a:bodyPr>
            <a:normAutofit/>
          </a:bodyPr>
          <a:lstStyle/>
          <a:p>
            <a:r>
              <a:rPr lang="fr-FR" sz="7200" b="1"/>
              <a:t>ENVIRONMENT</a:t>
            </a:r>
            <a:endParaRPr lang="fr-BE" sz="7200" b="1" dirty="0"/>
          </a:p>
        </p:txBody>
      </p:sp>
      <p:sp>
        <p:nvSpPr>
          <p:cNvPr id="3" name="Sous-titre 2">
            <a:extLst>
              <a:ext uri="{FF2B5EF4-FFF2-40B4-BE49-F238E27FC236}">
                <a16:creationId xmlns:a16="http://schemas.microsoft.com/office/drawing/2014/main" id="{F3670EF5-879D-4D8A-A463-2A7ACC8C140A}"/>
              </a:ext>
            </a:extLst>
          </p:cNvPr>
          <p:cNvSpPr>
            <a:spLocks noGrp="1"/>
          </p:cNvSpPr>
          <p:nvPr>
            <p:ph type="subTitle" idx="1"/>
          </p:nvPr>
        </p:nvSpPr>
        <p:spPr/>
        <p:txBody>
          <a:bodyPr>
            <a:normAutofit/>
          </a:bodyPr>
          <a:lstStyle/>
          <a:p>
            <a:endParaRPr lang="fr-FR" sz="4400" dirty="0"/>
          </a:p>
          <a:p>
            <a:r>
              <a:rPr lang="fr-FR" sz="4400" dirty="0"/>
              <a:t>CHAPITER 4</a:t>
            </a:r>
            <a:endParaRPr lang="fr-BE" sz="4400" dirty="0"/>
          </a:p>
        </p:txBody>
      </p:sp>
    </p:spTree>
    <p:extLst>
      <p:ext uri="{BB962C8B-B14F-4D97-AF65-F5344CB8AC3E}">
        <p14:creationId xmlns:p14="http://schemas.microsoft.com/office/powerpoint/2010/main" val="2932700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Title 1">
            <a:extLst>
              <a:ext uri="{FF2B5EF4-FFF2-40B4-BE49-F238E27FC236}">
                <a16:creationId xmlns:a16="http://schemas.microsoft.com/office/drawing/2014/main" id="{494A3DFB-796C-4400-9334-8CB06AA3F3D0}"/>
              </a:ext>
            </a:extLst>
          </p:cNvPr>
          <p:cNvSpPr>
            <a:spLocks noGrp="1" noChangeArrowheads="1"/>
          </p:cNvSpPr>
          <p:nvPr>
            <p:ph type="title"/>
          </p:nvPr>
        </p:nvSpPr>
        <p:spPr>
          <a:xfrm>
            <a:off x="1981200" y="152400"/>
            <a:ext cx="8229600" cy="1143000"/>
          </a:xfrm>
        </p:spPr>
        <p:txBody>
          <a:bodyPr/>
          <a:lstStyle/>
          <a:p>
            <a:pPr eaLnBrk="1" hangingPunct="1"/>
            <a:r>
              <a:rPr lang="en-US" altLang="fr-FR" sz="3400"/>
              <a:t>Celebrating environment</a:t>
            </a:r>
          </a:p>
        </p:txBody>
      </p:sp>
      <p:sp>
        <p:nvSpPr>
          <p:cNvPr id="331779" name="Footer Placeholder 3">
            <a:extLst>
              <a:ext uri="{FF2B5EF4-FFF2-40B4-BE49-F238E27FC236}">
                <a16:creationId xmlns:a16="http://schemas.microsoft.com/office/drawing/2014/main" id="{793F7A52-5534-4F80-B8C4-DD2F03C62A51}"/>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31780" name="Slide Number Placeholder 4">
            <a:extLst>
              <a:ext uri="{FF2B5EF4-FFF2-40B4-BE49-F238E27FC236}">
                <a16:creationId xmlns:a16="http://schemas.microsoft.com/office/drawing/2014/main" id="{730CF616-EB51-48F5-8E74-E6B85E42A887}"/>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2</a:t>
            </a:r>
          </a:p>
        </p:txBody>
      </p:sp>
      <p:pic>
        <p:nvPicPr>
          <p:cNvPr id="331781" name="Picture 2" descr="C:\Users\thomasn\Pictures\Thinkstock hmpix4\Thinkstock Nancy\scenery, gardens, plants\118546282.jpg">
            <a:extLst>
              <a:ext uri="{FF2B5EF4-FFF2-40B4-BE49-F238E27FC236}">
                <a16:creationId xmlns:a16="http://schemas.microsoft.com/office/drawing/2014/main" id="{8394CC7D-3D5E-4D98-B4D6-A881182E50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4876" y="1219201"/>
            <a:ext cx="7883525" cy="498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Title 1">
            <a:extLst>
              <a:ext uri="{FF2B5EF4-FFF2-40B4-BE49-F238E27FC236}">
                <a16:creationId xmlns:a16="http://schemas.microsoft.com/office/drawing/2014/main" id="{E0216F36-B7A8-4CE7-BB13-C231AB0FC9E6}"/>
              </a:ext>
            </a:extLst>
          </p:cNvPr>
          <p:cNvSpPr>
            <a:spLocks noGrp="1" noChangeArrowheads="1"/>
          </p:cNvSpPr>
          <p:nvPr>
            <p:ph type="title"/>
          </p:nvPr>
        </p:nvSpPr>
        <p:spPr>
          <a:xfrm>
            <a:off x="1981200" y="152400"/>
            <a:ext cx="8229600" cy="1143000"/>
          </a:xfrm>
        </p:spPr>
        <p:txBody>
          <a:bodyPr/>
          <a:lstStyle/>
          <a:p>
            <a:pPr eaLnBrk="1" hangingPunct="1"/>
            <a:r>
              <a:rPr lang="en-US" altLang="fr-FR" sz="3400"/>
              <a:t>Environmental awareness</a:t>
            </a:r>
          </a:p>
        </p:txBody>
      </p:sp>
      <p:sp>
        <p:nvSpPr>
          <p:cNvPr id="333827" name="Footer Placeholder 3">
            <a:extLst>
              <a:ext uri="{FF2B5EF4-FFF2-40B4-BE49-F238E27FC236}">
                <a16:creationId xmlns:a16="http://schemas.microsoft.com/office/drawing/2014/main" id="{B5A2CAD1-019D-42F9-8608-AB88AB261C38}"/>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33828" name="Slide Number Placeholder 4">
            <a:extLst>
              <a:ext uri="{FF2B5EF4-FFF2-40B4-BE49-F238E27FC236}">
                <a16:creationId xmlns:a16="http://schemas.microsoft.com/office/drawing/2014/main" id="{D906A707-8D40-4902-ABCC-DB0E60818FFD}"/>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3</a:t>
            </a:r>
          </a:p>
        </p:txBody>
      </p:sp>
      <p:pic>
        <p:nvPicPr>
          <p:cNvPr id="333829" name="Picture 2" descr="C:\Users\thomasn\Pictures\Thinkstock hmpix4\Thinkstock Nancy\Air\Recycling Concept 99492034.jpg">
            <a:extLst>
              <a:ext uri="{FF2B5EF4-FFF2-40B4-BE49-F238E27FC236}">
                <a16:creationId xmlns:a16="http://schemas.microsoft.com/office/drawing/2014/main" id="{875AB358-DEF4-4702-B661-63B1103A19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295401"/>
            <a:ext cx="8077200" cy="481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Title 1">
            <a:extLst>
              <a:ext uri="{FF2B5EF4-FFF2-40B4-BE49-F238E27FC236}">
                <a16:creationId xmlns:a16="http://schemas.microsoft.com/office/drawing/2014/main" id="{D67DE0B5-E469-4BE3-93D1-EB1DD2B3F663}"/>
              </a:ext>
            </a:extLst>
          </p:cNvPr>
          <p:cNvSpPr>
            <a:spLocks noGrp="1" noChangeArrowheads="1"/>
          </p:cNvSpPr>
          <p:nvPr>
            <p:ph type="title"/>
          </p:nvPr>
        </p:nvSpPr>
        <p:spPr>
          <a:xfrm>
            <a:off x="1981200" y="152400"/>
            <a:ext cx="8229600" cy="1143000"/>
          </a:xfrm>
        </p:spPr>
        <p:txBody>
          <a:bodyPr/>
          <a:lstStyle/>
          <a:p>
            <a:pPr eaLnBrk="1" hangingPunct="1"/>
            <a:r>
              <a:rPr lang="en-US" altLang="fr-FR" sz="3400"/>
              <a:t>Pollution of water</a:t>
            </a:r>
          </a:p>
        </p:txBody>
      </p:sp>
      <p:sp>
        <p:nvSpPr>
          <p:cNvPr id="335875" name="Footer Placeholder 3">
            <a:extLst>
              <a:ext uri="{FF2B5EF4-FFF2-40B4-BE49-F238E27FC236}">
                <a16:creationId xmlns:a16="http://schemas.microsoft.com/office/drawing/2014/main" id="{FBC2C144-5CBB-45CB-8237-0C01A5F976BD}"/>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35876" name="Slide Number Placeholder 4">
            <a:extLst>
              <a:ext uri="{FF2B5EF4-FFF2-40B4-BE49-F238E27FC236}">
                <a16:creationId xmlns:a16="http://schemas.microsoft.com/office/drawing/2014/main" id="{F7CA2ACC-CDAF-458B-9AD1-0EF482F75897}"/>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4</a:t>
            </a:r>
          </a:p>
        </p:txBody>
      </p:sp>
      <p:pic>
        <p:nvPicPr>
          <p:cNvPr id="335877" name="Picture 2" descr="G:\For Merle\Chapter 4 - environment\139539353.jpg">
            <a:extLst>
              <a:ext uri="{FF2B5EF4-FFF2-40B4-BE49-F238E27FC236}">
                <a16:creationId xmlns:a16="http://schemas.microsoft.com/office/drawing/2014/main" id="{27E065EE-2071-4D9B-8D03-E51226410C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4064" y="1120776"/>
            <a:ext cx="8186737" cy="505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Title 1">
            <a:extLst>
              <a:ext uri="{FF2B5EF4-FFF2-40B4-BE49-F238E27FC236}">
                <a16:creationId xmlns:a16="http://schemas.microsoft.com/office/drawing/2014/main" id="{4D8BFA2C-9726-4A5B-ADDE-58CBBCF4AB7A}"/>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Now we use lead-free gasoline</a:t>
            </a:r>
          </a:p>
        </p:txBody>
      </p:sp>
      <p:sp>
        <p:nvSpPr>
          <p:cNvPr id="337923" name="Footer Placeholder 3">
            <a:extLst>
              <a:ext uri="{FF2B5EF4-FFF2-40B4-BE49-F238E27FC236}">
                <a16:creationId xmlns:a16="http://schemas.microsoft.com/office/drawing/2014/main" id="{DE11347B-8DF3-4ACD-A404-926EA1B1BE8A}"/>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37924" name="Slide Number Placeholder 4">
            <a:extLst>
              <a:ext uri="{FF2B5EF4-FFF2-40B4-BE49-F238E27FC236}">
                <a16:creationId xmlns:a16="http://schemas.microsoft.com/office/drawing/2014/main" id="{27B78A39-4D29-420E-A66A-BB6EE136F097}"/>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5</a:t>
            </a:r>
          </a:p>
        </p:txBody>
      </p:sp>
      <p:pic>
        <p:nvPicPr>
          <p:cNvPr id="337925" name="Picture 2" descr="G:\For Merle\Chapter 4 - environment\92791082 - traffic.jpg">
            <a:extLst>
              <a:ext uri="{FF2B5EF4-FFF2-40B4-BE49-F238E27FC236}">
                <a16:creationId xmlns:a16="http://schemas.microsoft.com/office/drawing/2014/main" id="{83C7EDD7-20BF-4915-8B4D-712BBA3122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143000"/>
            <a:ext cx="7924800" cy="509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Title 1">
            <a:extLst>
              <a:ext uri="{FF2B5EF4-FFF2-40B4-BE49-F238E27FC236}">
                <a16:creationId xmlns:a16="http://schemas.microsoft.com/office/drawing/2014/main" id="{F1609D2F-C632-4BE5-8365-F8329D524CD1}"/>
              </a:ext>
            </a:extLst>
          </p:cNvPr>
          <p:cNvSpPr>
            <a:spLocks noGrp="1" noChangeArrowheads="1"/>
          </p:cNvSpPr>
          <p:nvPr>
            <p:ph type="title"/>
          </p:nvPr>
        </p:nvSpPr>
        <p:spPr>
          <a:xfrm>
            <a:off x="1981200" y="457200"/>
            <a:ext cx="8229600" cy="1143000"/>
          </a:xfrm>
        </p:spPr>
        <p:txBody>
          <a:bodyPr/>
          <a:lstStyle/>
          <a:p>
            <a:pPr eaLnBrk="1" hangingPunct="1"/>
            <a:r>
              <a:rPr lang="en-US" altLang="fr-FR" sz="3400"/>
              <a:t>When multiplied by millions, they begin to have a major destructive effect</a:t>
            </a:r>
          </a:p>
        </p:txBody>
      </p:sp>
      <p:sp>
        <p:nvSpPr>
          <p:cNvPr id="339971" name="Footer Placeholder 3">
            <a:extLst>
              <a:ext uri="{FF2B5EF4-FFF2-40B4-BE49-F238E27FC236}">
                <a16:creationId xmlns:a16="http://schemas.microsoft.com/office/drawing/2014/main" id="{E6F1BA7B-877D-451F-AF9A-4A16674894C2}"/>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39972" name="Slide Number Placeholder 4">
            <a:extLst>
              <a:ext uri="{FF2B5EF4-FFF2-40B4-BE49-F238E27FC236}">
                <a16:creationId xmlns:a16="http://schemas.microsoft.com/office/drawing/2014/main" id="{3627804C-EB34-48CC-A4BD-A56ED6B2ECF0}"/>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6</a:t>
            </a:r>
          </a:p>
        </p:txBody>
      </p:sp>
      <p:pic>
        <p:nvPicPr>
          <p:cNvPr id="339973" name="Picture 3" descr="G:\For Merle\Chapter 4 - environment\Low Res\106531563 - internal environment.jpg">
            <a:extLst>
              <a:ext uri="{FF2B5EF4-FFF2-40B4-BE49-F238E27FC236}">
                <a16:creationId xmlns:a16="http://schemas.microsoft.com/office/drawing/2014/main" id="{AD8F2867-D98D-4401-9E97-32DEB04CFB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1905001"/>
            <a:ext cx="6248400" cy="416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Title 1">
            <a:extLst>
              <a:ext uri="{FF2B5EF4-FFF2-40B4-BE49-F238E27FC236}">
                <a16:creationId xmlns:a16="http://schemas.microsoft.com/office/drawing/2014/main" id="{AD6A6CA0-7035-4944-990D-6205BD635A3F}"/>
              </a:ext>
            </a:extLst>
          </p:cNvPr>
          <p:cNvSpPr>
            <a:spLocks noGrp="1" noChangeArrowheads="1"/>
          </p:cNvSpPr>
          <p:nvPr>
            <p:ph type="title"/>
          </p:nvPr>
        </p:nvSpPr>
        <p:spPr/>
        <p:txBody>
          <a:bodyPr/>
          <a:lstStyle/>
          <a:p>
            <a:pPr eaLnBrk="1" hangingPunct="1"/>
            <a:r>
              <a:rPr lang="en-US" altLang="fr-FR" sz="3400"/>
              <a:t>Overpopulation: an environmental concern?</a:t>
            </a:r>
          </a:p>
        </p:txBody>
      </p:sp>
      <p:sp>
        <p:nvSpPr>
          <p:cNvPr id="342019" name="Footer Placeholder 3">
            <a:extLst>
              <a:ext uri="{FF2B5EF4-FFF2-40B4-BE49-F238E27FC236}">
                <a16:creationId xmlns:a16="http://schemas.microsoft.com/office/drawing/2014/main" id="{08BB7C56-E727-4760-869B-E05799A789F1}"/>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42020" name="Slide Number Placeholder 4">
            <a:extLst>
              <a:ext uri="{FF2B5EF4-FFF2-40B4-BE49-F238E27FC236}">
                <a16:creationId xmlns:a16="http://schemas.microsoft.com/office/drawing/2014/main" id="{7CF6EDCF-BEA2-40A9-9282-A147B4FCDA1A}"/>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7</a:t>
            </a:r>
          </a:p>
        </p:txBody>
      </p:sp>
      <p:grpSp>
        <p:nvGrpSpPr>
          <p:cNvPr id="342021" name="Group 5">
            <a:extLst>
              <a:ext uri="{FF2B5EF4-FFF2-40B4-BE49-F238E27FC236}">
                <a16:creationId xmlns:a16="http://schemas.microsoft.com/office/drawing/2014/main" id="{AEA4DFE2-239F-4DB1-9E8E-C12EB875B1C5}"/>
              </a:ext>
            </a:extLst>
          </p:cNvPr>
          <p:cNvGrpSpPr>
            <a:grpSpLocks/>
          </p:cNvGrpSpPr>
          <p:nvPr/>
        </p:nvGrpSpPr>
        <p:grpSpPr bwMode="auto">
          <a:xfrm>
            <a:off x="1966914" y="1828800"/>
            <a:ext cx="8243887" cy="4038600"/>
            <a:chOff x="408555" y="1828800"/>
            <a:chExt cx="8243962" cy="4038600"/>
          </a:xfrm>
        </p:grpSpPr>
        <p:pic>
          <p:nvPicPr>
            <p:cNvPr id="342022" name="Picture 6">
              <a:extLst>
                <a:ext uri="{FF2B5EF4-FFF2-40B4-BE49-F238E27FC236}">
                  <a16:creationId xmlns:a16="http://schemas.microsoft.com/office/drawing/2014/main" id="{EDFF10AB-58DC-4F21-96CE-4FF72AEBD8F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94440" y="3913239"/>
              <a:ext cx="1958077" cy="1954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2023" name="Picture 7">
              <a:extLst>
                <a:ext uri="{FF2B5EF4-FFF2-40B4-BE49-F238E27FC236}">
                  <a16:creationId xmlns:a16="http://schemas.microsoft.com/office/drawing/2014/main" id="{1A6EC074-757B-4318-9C1C-5C9F487D6E5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505150" y="3913239"/>
              <a:ext cx="1950260" cy="1954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2024" name="Picture 8">
              <a:extLst>
                <a:ext uri="{FF2B5EF4-FFF2-40B4-BE49-F238E27FC236}">
                  <a16:creationId xmlns:a16="http://schemas.microsoft.com/office/drawing/2014/main" id="{BCA44FB4-ABE2-4E2E-A1F1-F98578BD604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08555" y="1828800"/>
              <a:ext cx="1954161" cy="1954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2025" name="Picture 9">
              <a:extLst>
                <a:ext uri="{FF2B5EF4-FFF2-40B4-BE49-F238E27FC236}">
                  <a16:creationId xmlns:a16="http://schemas.microsoft.com/office/drawing/2014/main" id="{9F3C7595-B0C6-4E0A-9CCF-86D705FC19DB}"/>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08555" y="3913239"/>
              <a:ext cx="1954161" cy="1954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2026" name="Picture 10">
              <a:extLst>
                <a:ext uri="{FF2B5EF4-FFF2-40B4-BE49-F238E27FC236}">
                  <a16:creationId xmlns:a16="http://schemas.microsoft.com/office/drawing/2014/main" id="{BDDB0964-D270-4EA7-933B-9FA6402C5D3C}"/>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2505155" y="1828800"/>
              <a:ext cx="1954161" cy="1954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2027" name="Picture 11">
              <a:extLst>
                <a:ext uri="{FF2B5EF4-FFF2-40B4-BE49-F238E27FC236}">
                  <a16:creationId xmlns:a16="http://schemas.microsoft.com/office/drawing/2014/main" id="{E76E3E7B-516C-4154-8FFE-48D974913A4D}"/>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4597844" y="3913239"/>
              <a:ext cx="1954161" cy="1954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2028" name="Picture 12">
              <a:extLst>
                <a:ext uri="{FF2B5EF4-FFF2-40B4-BE49-F238E27FC236}">
                  <a16:creationId xmlns:a16="http://schemas.microsoft.com/office/drawing/2014/main" id="{45B4BC29-9573-425B-B4F9-84BFDC31506A}"/>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4601755" y="1828800"/>
              <a:ext cx="1954161" cy="1954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2029" name="Picture 13">
              <a:extLst>
                <a:ext uri="{FF2B5EF4-FFF2-40B4-BE49-F238E27FC236}">
                  <a16:creationId xmlns:a16="http://schemas.microsoft.com/office/drawing/2014/main" id="{978D94E1-7A93-49F5-A68B-838A51101352}"/>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6698356" y="1828800"/>
              <a:ext cx="1954161" cy="1954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Title 1">
            <a:extLst>
              <a:ext uri="{FF2B5EF4-FFF2-40B4-BE49-F238E27FC236}">
                <a16:creationId xmlns:a16="http://schemas.microsoft.com/office/drawing/2014/main" id="{ACA188FD-77E0-460F-BD42-7C450A630973}"/>
              </a:ext>
            </a:extLst>
          </p:cNvPr>
          <p:cNvSpPr>
            <a:spLocks noGrp="1" noChangeArrowheads="1"/>
          </p:cNvSpPr>
          <p:nvPr>
            <p:ph type="title"/>
          </p:nvPr>
        </p:nvSpPr>
        <p:spPr/>
        <p:txBody>
          <a:bodyPr/>
          <a:lstStyle/>
          <a:p>
            <a:pPr eaLnBrk="1" hangingPunct="1"/>
            <a:r>
              <a:rPr lang="en-US" altLang="fr-FR" sz="3400"/>
              <a:t>A single automobile may emit</a:t>
            </a:r>
            <a:br>
              <a:rPr lang="en-US" altLang="fr-FR" sz="3400"/>
            </a:br>
            <a:r>
              <a:rPr lang="en-US" altLang="fr-FR" sz="3400"/>
              <a:t> insignificant pollutants</a:t>
            </a:r>
          </a:p>
        </p:txBody>
      </p:sp>
      <p:sp>
        <p:nvSpPr>
          <p:cNvPr id="344067" name="Footer Placeholder 3">
            <a:extLst>
              <a:ext uri="{FF2B5EF4-FFF2-40B4-BE49-F238E27FC236}">
                <a16:creationId xmlns:a16="http://schemas.microsoft.com/office/drawing/2014/main" id="{377A530E-098C-4E23-81E9-AE255C762AF9}"/>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44068" name="Slide Number Placeholder 4">
            <a:extLst>
              <a:ext uri="{FF2B5EF4-FFF2-40B4-BE49-F238E27FC236}">
                <a16:creationId xmlns:a16="http://schemas.microsoft.com/office/drawing/2014/main" id="{EC69A445-18E9-448D-ADD2-2C67AFC47FA8}"/>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8</a:t>
            </a:r>
          </a:p>
        </p:txBody>
      </p:sp>
      <p:pic>
        <p:nvPicPr>
          <p:cNvPr id="344069" name="Picture 2" descr="C:\Users\thomasn\Downloads\90885412.jpg">
            <a:extLst>
              <a:ext uri="{FF2B5EF4-FFF2-40B4-BE49-F238E27FC236}">
                <a16:creationId xmlns:a16="http://schemas.microsoft.com/office/drawing/2014/main" id="{2B6A1DFD-8803-4F2F-B691-EF779F428D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3789" y="1612900"/>
            <a:ext cx="7464425" cy="463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Title 1">
            <a:extLst>
              <a:ext uri="{FF2B5EF4-FFF2-40B4-BE49-F238E27FC236}">
                <a16:creationId xmlns:a16="http://schemas.microsoft.com/office/drawing/2014/main" id="{74271AF9-38D4-4AF2-8FB6-DF0CDAC91CDC}"/>
              </a:ext>
            </a:extLst>
          </p:cNvPr>
          <p:cNvSpPr>
            <a:spLocks noGrp="1" noChangeArrowheads="1"/>
          </p:cNvSpPr>
          <p:nvPr>
            <p:ph type="title"/>
          </p:nvPr>
        </p:nvSpPr>
        <p:spPr>
          <a:xfrm>
            <a:off x="1981200" y="457200"/>
            <a:ext cx="8229600" cy="1143000"/>
          </a:xfrm>
        </p:spPr>
        <p:txBody>
          <a:bodyPr/>
          <a:lstStyle/>
          <a:p>
            <a:pPr eaLnBrk="1" hangingPunct="1"/>
            <a:r>
              <a:rPr lang="en-US" altLang="fr-FR" sz="3400"/>
              <a:t>The effects of overpopulation depend on the ratio of population to sustainable resources</a:t>
            </a:r>
          </a:p>
        </p:txBody>
      </p:sp>
      <p:sp>
        <p:nvSpPr>
          <p:cNvPr id="346115" name="Footer Placeholder 3">
            <a:extLst>
              <a:ext uri="{FF2B5EF4-FFF2-40B4-BE49-F238E27FC236}">
                <a16:creationId xmlns:a16="http://schemas.microsoft.com/office/drawing/2014/main" id="{C8B28F3B-3E79-4717-86E4-79BF0624D811}"/>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46116" name="Slide Number Placeholder 4">
            <a:extLst>
              <a:ext uri="{FF2B5EF4-FFF2-40B4-BE49-F238E27FC236}">
                <a16:creationId xmlns:a16="http://schemas.microsoft.com/office/drawing/2014/main" id="{22178EAC-1A15-40A9-BBCB-391C9EE28A82}"/>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9</a:t>
            </a:r>
          </a:p>
        </p:txBody>
      </p:sp>
      <p:pic>
        <p:nvPicPr>
          <p:cNvPr id="346117" name="Picture 2" descr="G:\For Merle\57340440.jpg">
            <a:extLst>
              <a:ext uri="{FF2B5EF4-FFF2-40B4-BE49-F238E27FC236}">
                <a16:creationId xmlns:a16="http://schemas.microsoft.com/office/drawing/2014/main" id="{7DB90B7C-EFEB-441F-9481-ADE29E72FF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5250" y="1905001"/>
            <a:ext cx="4552950" cy="442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Title 1">
            <a:extLst>
              <a:ext uri="{FF2B5EF4-FFF2-40B4-BE49-F238E27FC236}">
                <a16:creationId xmlns:a16="http://schemas.microsoft.com/office/drawing/2014/main" id="{0D6C4D4C-4BDF-40EC-9737-0F3CC3B12AE5}"/>
              </a:ext>
            </a:extLst>
          </p:cNvPr>
          <p:cNvSpPr>
            <a:spLocks noGrp="1" noChangeArrowheads="1"/>
          </p:cNvSpPr>
          <p:nvPr>
            <p:ph type="title"/>
          </p:nvPr>
        </p:nvSpPr>
        <p:spPr>
          <a:xfrm>
            <a:off x="1981200" y="381000"/>
            <a:ext cx="8229600" cy="1143000"/>
          </a:xfrm>
        </p:spPr>
        <p:txBody>
          <a:bodyPr/>
          <a:lstStyle/>
          <a:p>
            <a:pPr eaLnBrk="1" hangingPunct="1"/>
            <a:r>
              <a:rPr lang="en-US" altLang="fr-FR" sz="3400"/>
              <a:t>Overpopulation often damages</a:t>
            </a:r>
            <a:br>
              <a:rPr lang="en-US" altLang="fr-FR" sz="3400"/>
            </a:br>
            <a:r>
              <a:rPr lang="en-US" altLang="fr-FR" sz="3400"/>
              <a:t> a nation</a:t>
            </a:r>
            <a:r>
              <a:rPr lang="en-US" altLang="en-US" sz="3400"/>
              <a:t>’</a:t>
            </a:r>
            <a:r>
              <a:rPr lang="en-US" altLang="fr-FR" sz="3400"/>
              <a:t>s economy</a:t>
            </a:r>
          </a:p>
        </p:txBody>
      </p:sp>
      <p:sp>
        <p:nvSpPr>
          <p:cNvPr id="348163" name="Footer Placeholder 3">
            <a:extLst>
              <a:ext uri="{FF2B5EF4-FFF2-40B4-BE49-F238E27FC236}">
                <a16:creationId xmlns:a16="http://schemas.microsoft.com/office/drawing/2014/main" id="{26ABE034-EE45-4EDA-8AED-8C07E21E4E4A}"/>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48164" name="Slide Number Placeholder 4">
            <a:extLst>
              <a:ext uri="{FF2B5EF4-FFF2-40B4-BE49-F238E27FC236}">
                <a16:creationId xmlns:a16="http://schemas.microsoft.com/office/drawing/2014/main" id="{53286A36-3DD6-4E3A-96BD-5EAB19D03742}"/>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10</a:t>
            </a:r>
          </a:p>
        </p:txBody>
      </p:sp>
      <p:pic>
        <p:nvPicPr>
          <p:cNvPr id="348165" name="Picture 2" descr="C:\Users\thomasn\Downloads\92399985.jpg">
            <a:extLst>
              <a:ext uri="{FF2B5EF4-FFF2-40B4-BE49-F238E27FC236}">
                <a16:creationId xmlns:a16="http://schemas.microsoft.com/office/drawing/2014/main" id="{1AC682AA-BC18-40CB-B2ED-422AF2FE5C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1" y="1752600"/>
            <a:ext cx="4906963"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F587B80E-077F-4005-92CA-F8889129FB71}"/>
              </a:ext>
            </a:extLst>
          </p:cNvPr>
          <p:cNvGraphicFramePr>
            <a:graphicFrameLocks noGrp="1"/>
          </p:cNvGraphicFramePr>
          <p:nvPr>
            <p:ph idx="1"/>
          </p:nvPr>
        </p:nvGraphicFramePr>
        <p:xfrm>
          <a:off x="1981200" y="990600"/>
          <a:ext cx="8229600" cy="5400648"/>
        </p:xfrm>
        <a:graphic>
          <a:graphicData uri="http://schemas.openxmlformats.org/drawingml/2006/table">
            <a:tbl>
              <a:tblPr firstRow="1" bandRow="1">
                <a:tableStyleId>{69C7853C-536D-4A76-A0AE-DD22124D55A5}</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571224">
                <a:tc>
                  <a:txBody>
                    <a:bodyPr/>
                    <a:lstStyle/>
                    <a:p>
                      <a:r>
                        <a:rPr lang="en-US" sz="2800" dirty="0">
                          <a:solidFill>
                            <a:schemeClr val="bg1"/>
                          </a:solidFill>
                        </a:rPr>
                        <a:t>Continent/Region</a:t>
                      </a:r>
                    </a:p>
                  </a:txBody>
                  <a:tcPr/>
                </a:tc>
                <a:tc>
                  <a:txBody>
                    <a:bodyPr/>
                    <a:lstStyle/>
                    <a:p>
                      <a:r>
                        <a:rPr lang="en-US" sz="2800" dirty="0">
                          <a:solidFill>
                            <a:schemeClr val="bg1"/>
                          </a:solidFill>
                        </a:rPr>
                        <a:t>Numbers</a:t>
                      </a:r>
                    </a:p>
                  </a:txBody>
                  <a:tcPr/>
                </a:tc>
                <a:extLst>
                  <a:ext uri="{0D108BD9-81ED-4DB2-BD59-A6C34878D82A}">
                    <a16:rowId xmlns:a16="http://schemas.microsoft.com/office/drawing/2014/main" val="10000"/>
                  </a:ext>
                </a:extLst>
              </a:tr>
              <a:tr h="591570">
                <a:tc>
                  <a:txBody>
                    <a:bodyPr/>
                    <a:lstStyle/>
                    <a:p>
                      <a:r>
                        <a:rPr lang="en-US" sz="2000" dirty="0">
                          <a:solidFill>
                            <a:schemeClr val="bg1"/>
                          </a:solidFill>
                        </a:rPr>
                        <a:t>Europe</a:t>
                      </a:r>
                    </a:p>
                  </a:txBody>
                  <a:tcPr/>
                </a:tc>
                <a:tc>
                  <a:txBody>
                    <a:bodyPr/>
                    <a:lstStyle/>
                    <a:p>
                      <a:r>
                        <a:rPr lang="en-US" sz="2000" dirty="0">
                          <a:solidFill>
                            <a:schemeClr val="bg1"/>
                          </a:solidFill>
                        </a:rPr>
                        <a:t>2.66 to 1.41</a:t>
                      </a:r>
                    </a:p>
                    <a:p>
                      <a:endParaRPr lang="en-US" sz="2000" dirty="0">
                        <a:solidFill>
                          <a:schemeClr val="bg1"/>
                        </a:solidFill>
                      </a:endParaRPr>
                    </a:p>
                  </a:txBody>
                  <a:tcPr/>
                </a:tc>
                <a:extLst>
                  <a:ext uri="{0D108BD9-81ED-4DB2-BD59-A6C34878D82A}">
                    <a16:rowId xmlns:a16="http://schemas.microsoft.com/office/drawing/2014/main" val="10001"/>
                  </a:ext>
                </a:extLst>
              </a:tr>
              <a:tr h="571224">
                <a:tc>
                  <a:txBody>
                    <a:bodyPr/>
                    <a:lstStyle/>
                    <a:p>
                      <a:r>
                        <a:rPr lang="en-US" sz="2000" dirty="0">
                          <a:solidFill>
                            <a:schemeClr val="bg1"/>
                          </a:solidFill>
                        </a:rPr>
                        <a:t>North America</a:t>
                      </a:r>
                    </a:p>
                  </a:txBody>
                  <a:tcPr/>
                </a:tc>
                <a:tc>
                  <a:txBody>
                    <a:bodyPr/>
                    <a:lstStyle/>
                    <a:p>
                      <a:r>
                        <a:rPr lang="en-US" sz="2000" dirty="0">
                          <a:solidFill>
                            <a:schemeClr val="bg1"/>
                          </a:solidFill>
                        </a:rPr>
                        <a:t>3.47 to 1.99</a:t>
                      </a:r>
                    </a:p>
                  </a:txBody>
                  <a:tcPr/>
                </a:tc>
                <a:extLst>
                  <a:ext uri="{0D108BD9-81ED-4DB2-BD59-A6C34878D82A}">
                    <a16:rowId xmlns:a16="http://schemas.microsoft.com/office/drawing/2014/main" val="10002"/>
                  </a:ext>
                </a:extLst>
              </a:tr>
              <a:tr h="571224">
                <a:tc>
                  <a:txBody>
                    <a:bodyPr/>
                    <a:lstStyle/>
                    <a:p>
                      <a:r>
                        <a:rPr lang="en-US" sz="2000" dirty="0">
                          <a:solidFill>
                            <a:schemeClr val="bg1"/>
                          </a:solidFill>
                        </a:rPr>
                        <a:t>Oceania</a:t>
                      </a:r>
                    </a:p>
                  </a:txBody>
                  <a:tcPr/>
                </a:tc>
                <a:tc>
                  <a:txBody>
                    <a:bodyPr/>
                    <a:lstStyle/>
                    <a:p>
                      <a:r>
                        <a:rPr lang="en-US" sz="2000" dirty="0">
                          <a:solidFill>
                            <a:schemeClr val="bg1"/>
                          </a:solidFill>
                        </a:rPr>
                        <a:t>3.87 to 2.30</a:t>
                      </a:r>
                    </a:p>
                  </a:txBody>
                  <a:tcPr/>
                </a:tc>
                <a:extLst>
                  <a:ext uri="{0D108BD9-81ED-4DB2-BD59-A6C34878D82A}">
                    <a16:rowId xmlns:a16="http://schemas.microsoft.com/office/drawing/2014/main" val="10003"/>
                  </a:ext>
                </a:extLst>
              </a:tr>
              <a:tr h="591570">
                <a:tc>
                  <a:txBody>
                    <a:bodyPr/>
                    <a:lstStyle/>
                    <a:p>
                      <a:r>
                        <a:rPr lang="en-US" sz="2000" dirty="0">
                          <a:solidFill>
                            <a:schemeClr val="bg1"/>
                          </a:solidFill>
                        </a:rPr>
                        <a:t>Central America</a:t>
                      </a:r>
                    </a:p>
                  </a:txBody>
                  <a:tcPr/>
                </a:tc>
                <a:tc>
                  <a:txBody>
                    <a:bodyPr/>
                    <a:lstStyle/>
                    <a:p>
                      <a:r>
                        <a:rPr lang="en-US" sz="2000" dirty="0">
                          <a:solidFill>
                            <a:schemeClr val="bg1"/>
                          </a:solidFill>
                        </a:rPr>
                        <a:t>6.38 to 2.66</a:t>
                      </a:r>
                    </a:p>
                    <a:p>
                      <a:endParaRPr lang="en-US" sz="2000" dirty="0">
                        <a:solidFill>
                          <a:schemeClr val="bg1"/>
                        </a:solidFill>
                      </a:endParaRPr>
                    </a:p>
                  </a:txBody>
                  <a:tcPr/>
                </a:tc>
                <a:extLst>
                  <a:ext uri="{0D108BD9-81ED-4DB2-BD59-A6C34878D82A}">
                    <a16:rowId xmlns:a16="http://schemas.microsoft.com/office/drawing/2014/main" val="10004"/>
                  </a:ext>
                </a:extLst>
              </a:tr>
              <a:tr h="571224">
                <a:tc>
                  <a:txBody>
                    <a:bodyPr/>
                    <a:lstStyle/>
                    <a:p>
                      <a:r>
                        <a:rPr lang="en-US" sz="2000" dirty="0">
                          <a:solidFill>
                            <a:schemeClr val="bg1"/>
                          </a:solidFill>
                        </a:rPr>
                        <a:t>South America </a:t>
                      </a:r>
                    </a:p>
                  </a:txBody>
                  <a:tcPr/>
                </a:tc>
                <a:tc>
                  <a:txBody>
                    <a:bodyPr/>
                    <a:lstStyle/>
                    <a:p>
                      <a:r>
                        <a:rPr lang="en-US" sz="2000" dirty="0">
                          <a:solidFill>
                            <a:schemeClr val="bg1"/>
                          </a:solidFill>
                        </a:rPr>
                        <a:t>5.75 to 2.49</a:t>
                      </a:r>
                    </a:p>
                  </a:txBody>
                  <a:tcPr/>
                </a:tc>
                <a:extLst>
                  <a:ext uri="{0D108BD9-81ED-4DB2-BD59-A6C34878D82A}">
                    <a16:rowId xmlns:a16="http://schemas.microsoft.com/office/drawing/2014/main" val="10005"/>
                  </a:ext>
                </a:extLst>
              </a:tr>
              <a:tr h="571224">
                <a:tc>
                  <a:txBody>
                    <a:bodyPr/>
                    <a:lstStyle/>
                    <a:p>
                      <a:r>
                        <a:rPr lang="en-US" sz="2000" dirty="0">
                          <a:solidFill>
                            <a:schemeClr val="bg1"/>
                          </a:solidFill>
                        </a:rPr>
                        <a:t>Asia</a:t>
                      </a:r>
                    </a:p>
                  </a:txBody>
                  <a:tcPr/>
                </a:tc>
                <a:tc>
                  <a:txBody>
                    <a:bodyPr/>
                    <a:lstStyle/>
                    <a:p>
                      <a:r>
                        <a:rPr lang="en-US" sz="2000" dirty="0">
                          <a:solidFill>
                            <a:schemeClr val="bg1"/>
                          </a:solidFill>
                        </a:rPr>
                        <a:t>5.85 to 2.43</a:t>
                      </a:r>
                    </a:p>
                  </a:txBody>
                  <a:tcPr/>
                </a:tc>
                <a:extLst>
                  <a:ext uri="{0D108BD9-81ED-4DB2-BD59-A6C34878D82A}">
                    <a16:rowId xmlns:a16="http://schemas.microsoft.com/office/drawing/2014/main" val="10006"/>
                  </a:ext>
                </a:extLst>
              </a:tr>
              <a:tr h="571224">
                <a:tc>
                  <a:txBody>
                    <a:bodyPr/>
                    <a:lstStyle/>
                    <a:p>
                      <a:r>
                        <a:rPr lang="en-US" sz="2000" dirty="0">
                          <a:solidFill>
                            <a:schemeClr val="bg1"/>
                          </a:solidFill>
                        </a:rPr>
                        <a:t>Middle East</a:t>
                      </a:r>
                      <a:r>
                        <a:rPr lang="en-US" sz="2000" baseline="0" dirty="0">
                          <a:solidFill>
                            <a:schemeClr val="bg1"/>
                          </a:solidFill>
                        </a:rPr>
                        <a:t> and North America</a:t>
                      </a:r>
                      <a:endParaRPr lang="en-US" sz="2000" dirty="0">
                        <a:solidFill>
                          <a:schemeClr val="bg1"/>
                        </a:solidFill>
                      </a:endParaRPr>
                    </a:p>
                  </a:txBody>
                  <a:tcPr/>
                </a:tc>
                <a:tc>
                  <a:txBody>
                    <a:bodyPr/>
                    <a:lstStyle/>
                    <a:p>
                      <a:r>
                        <a:rPr lang="en-US" sz="2000" dirty="0">
                          <a:solidFill>
                            <a:schemeClr val="bg1"/>
                          </a:solidFill>
                        </a:rPr>
                        <a:t>6.99 to 3.37</a:t>
                      </a:r>
                    </a:p>
                  </a:txBody>
                  <a:tcPr/>
                </a:tc>
                <a:extLst>
                  <a:ext uri="{0D108BD9-81ED-4DB2-BD59-A6C34878D82A}">
                    <a16:rowId xmlns:a16="http://schemas.microsoft.com/office/drawing/2014/main" val="10007"/>
                  </a:ext>
                </a:extLst>
              </a:tr>
              <a:tr h="571224">
                <a:tc>
                  <a:txBody>
                    <a:bodyPr/>
                    <a:lstStyle/>
                    <a:p>
                      <a:r>
                        <a:rPr lang="en-US" sz="2000" dirty="0">
                          <a:solidFill>
                            <a:schemeClr val="bg1"/>
                          </a:solidFill>
                        </a:rPr>
                        <a:t>Sub-Saharan Africa</a:t>
                      </a:r>
                    </a:p>
                  </a:txBody>
                  <a:tcPr/>
                </a:tc>
                <a:tc>
                  <a:txBody>
                    <a:bodyPr/>
                    <a:lstStyle/>
                    <a:p>
                      <a:r>
                        <a:rPr lang="en-US" sz="2000" dirty="0">
                          <a:solidFill>
                            <a:schemeClr val="bg1"/>
                          </a:solidFill>
                        </a:rPr>
                        <a:t>6.70 to 5.53</a:t>
                      </a:r>
                    </a:p>
                  </a:txBody>
                  <a:tcPr/>
                </a:tc>
                <a:extLst>
                  <a:ext uri="{0D108BD9-81ED-4DB2-BD59-A6C34878D82A}">
                    <a16:rowId xmlns:a16="http://schemas.microsoft.com/office/drawing/2014/main" val="10008"/>
                  </a:ext>
                </a:extLst>
              </a:tr>
            </a:tbl>
          </a:graphicData>
        </a:graphic>
      </p:graphicFrame>
      <p:sp>
        <p:nvSpPr>
          <p:cNvPr id="350211" name="Footer Placeholder 3">
            <a:extLst>
              <a:ext uri="{FF2B5EF4-FFF2-40B4-BE49-F238E27FC236}">
                <a16:creationId xmlns:a16="http://schemas.microsoft.com/office/drawing/2014/main" id="{E20FCA62-E6AE-4215-9959-1EF98CEC12DF}"/>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50212" name="Slide Number Placeholder 4">
            <a:extLst>
              <a:ext uri="{FF2B5EF4-FFF2-40B4-BE49-F238E27FC236}">
                <a16:creationId xmlns:a16="http://schemas.microsoft.com/office/drawing/2014/main" id="{732B6D8D-B051-4B13-90BA-40CE27F8ABDC}"/>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11</a:t>
            </a:r>
          </a:p>
        </p:txBody>
      </p:sp>
      <p:sp>
        <p:nvSpPr>
          <p:cNvPr id="350213" name="TextBox 6">
            <a:extLst>
              <a:ext uri="{FF2B5EF4-FFF2-40B4-BE49-F238E27FC236}">
                <a16:creationId xmlns:a16="http://schemas.microsoft.com/office/drawing/2014/main" id="{336858FE-2820-4D1B-8A1E-88A162BB833C}"/>
              </a:ext>
            </a:extLst>
          </p:cNvPr>
          <p:cNvSpPr txBox="1">
            <a:spLocks noChangeArrowheads="1"/>
          </p:cNvSpPr>
          <p:nvPr/>
        </p:nvSpPr>
        <p:spPr bwMode="auto">
          <a:xfrm>
            <a:off x="1524000" y="304800"/>
            <a:ext cx="914400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ctr" eaLnBrk="1" hangingPunct="1">
              <a:spcBef>
                <a:spcPct val="0"/>
              </a:spcBef>
              <a:spcAft>
                <a:spcPct val="0"/>
              </a:spcAft>
              <a:buClrTx/>
              <a:buSzTx/>
              <a:buFontTx/>
              <a:buNone/>
            </a:pPr>
            <a:r>
              <a:rPr lang="en-US" altLang="fr-FR" sz="3400">
                <a:solidFill>
                  <a:schemeClr val="tx1"/>
                </a:solidFill>
                <a:latin typeface="Calibri" panose="020F0502020204030204" pitchFamily="34" charset="0"/>
                <a:ea typeface="MS PGothic" panose="020B0600070205080204" pitchFamily="34" charset="-128"/>
              </a:rPr>
              <a:t>Number of children  born per woman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Title 1">
            <a:extLst>
              <a:ext uri="{FF2B5EF4-FFF2-40B4-BE49-F238E27FC236}">
                <a16:creationId xmlns:a16="http://schemas.microsoft.com/office/drawing/2014/main" id="{B71BACF5-5FC3-4DCB-9BD7-C41A4967D712}"/>
              </a:ext>
            </a:extLst>
          </p:cNvPr>
          <p:cNvSpPr>
            <a:spLocks noGrp="1" noChangeArrowheads="1"/>
          </p:cNvSpPr>
          <p:nvPr>
            <p:ph type="title"/>
          </p:nvPr>
        </p:nvSpPr>
        <p:spPr>
          <a:xfrm>
            <a:off x="1524000" y="152400"/>
            <a:ext cx="9067800" cy="1143000"/>
          </a:xfrm>
        </p:spPr>
        <p:txBody>
          <a:bodyPr/>
          <a:lstStyle/>
          <a:p>
            <a:pPr eaLnBrk="1" hangingPunct="1"/>
            <a:r>
              <a:rPr lang="en-US" altLang="fr-FR" sz="3400"/>
              <a:t>Sustainable agriculture</a:t>
            </a:r>
          </a:p>
        </p:txBody>
      </p:sp>
      <p:sp>
        <p:nvSpPr>
          <p:cNvPr id="352259" name="Footer Placeholder 3">
            <a:extLst>
              <a:ext uri="{FF2B5EF4-FFF2-40B4-BE49-F238E27FC236}">
                <a16:creationId xmlns:a16="http://schemas.microsoft.com/office/drawing/2014/main" id="{D4E56767-6C7A-4ECC-879D-3973EB5F4E4B}"/>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52260" name="Slide Number Placeholder 4">
            <a:extLst>
              <a:ext uri="{FF2B5EF4-FFF2-40B4-BE49-F238E27FC236}">
                <a16:creationId xmlns:a16="http://schemas.microsoft.com/office/drawing/2014/main" id="{A90CE872-AA8D-4BAF-B21C-62662F4D935C}"/>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12</a:t>
            </a:r>
          </a:p>
        </p:txBody>
      </p:sp>
      <p:pic>
        <p:nvPicPr>
          <p:cNvPr id="352261" name="Picture 2" descr="C:\Users\thomasn\Pictures\Thinkstock hmpix4\Thinkstock Nancy\scenery, gardens, plants\87152398.jpg">
            <a:extLst>
              <a:ext uri="{FF2B5EF4-FFF2-40B4-BE49-F238E27FC236}">
                <a16:creationId xmlns:a16="http://schemas.microsoft.com/office/drawing/2014/main" id="{E6B7FAC5-2EC2-4034-A2CE-7DEA3DC00D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1168401"/>
            <a:ext cx="7391400" cy="5148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Title 1">
            <a:extLst>
              <a:ext uri="{FF2B5EF4-FFF2-40B4-BE49-F238E27FC236}">
                <a16:creationId xmlns:a16="http://schemas.microsoft.com/office/drawing/2014/main" id="{49300C38-B60B-43BB-9A06-F4BCC24F787A}"/>
              </a:ext>
            </a:extLst>
          </p:cNvPr>
          <p:cNvSpPr>
            <a:spLocks noGrp="1" noChangeArrowheads="1"/>
          </p:cNvSpPr>
          <p:nvPr>
            <p:ph type="title"/>
          </p:nvPr>
        </p:nvSpPr>
        <p:spPr>
          <a:xfrm>
            <a:off x="2209800" y="1319214"/>
            <a:ext cx="3429000" cy="4014787"/>
          </a:xfrm>
        </p:spPr>
        <p:txBody>
          <a:bodyPr/>
          <a:lstStyle/>
          <a:p>
            <a:pPr eaLnBrk="1" hangingPunct="1"/>
            <a:r>
              <a:rPr lang="en-US" altLang="fr-FR" sz="3000">
                <a:latin typeface="Arial" panose="020B0604020202020204" pitchFamily="34" charset="0"/>
                <a:cs typeface="Arial" panose="020B0604020202020204" pitchFamily="34" charset="0"/>
              </a:rPr>
              <a:t>Deforestation on a massive scale often results in damage to the quality of the land</a:t>
            </a:r>
          </a:p>
        </p:txBody>
      </p:sp>
      <p:sp>
        <p:nvSpPr>
          <p:cNvPr id="354307" name="Footer Placeholder 3">
            <a:extLst>
              <a:ext uri="{FF2B5EF4-FFF2-40B4-BE49-F238E27FC236}">
                <a16:creationId xmlns:a16="http://schemas.microsoft.com/office/drawing/2014/main" id="{D3567E0F-6AB0-42BF-B86D-760870262D07}"/>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54308" name="Slide Number Placeholder 4">
            <a:extLst>
              <a:ext uri="{FF2B5EF4-FFF2-40B4-BE49-F238E27FC236}">
                <a16:creationId xmlns:a16="http://schemas.microsoft.com/office/drawing/2014/main" id="{3F204944-39EB-425C-B911-EA8E52A79669}"/>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13</a:t>
            </a:r>
          </a:p>
        </p:txBody>
      </p:sp>
      <p:pic>
        <p:nvPicPr>
          <p:cNvPr id="354309" name="Picture 2" descr="G:\For Merle\Chapter 4 - environment\95847028 - cutting tree.jpg">
            <a:extLst>
              <a:ext uri="{FF2B5EF4-FFF2-40B4-BE49-F238E27FC236}">
                <a16:creationId xmlns:a16="http://schemas.microsoft.com/office/drawing/2014/main" id="{9B4BFE00-8A2B-4F60-930E-0F4CF908DC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800" y="533400"/>
            <a:ext cx="4171950" cy="578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Title 1">
            <a:extLst>
              <a:ext uri="{FF2B5EF4-FFF2-40B4-BE49-F238E27FC236}">
                <a16:creationId xmlns:a16="http://schemas.microsoft.com/office/drawing/2014/main" id="{643B07D4-FD84-433A-B3CF-39C7FECF920C}"/>
              </a:ext>
            </a:extLst>
          </p:cNvPr>
          <p:cNvSpPr>
            <a:spLocks noGrp="1" noChangeArrowheads="1"/>
          </p:cNvSpPr>
          <p:nvPr>
            <p:ph type="title"/>
          </p:nvPr>
        </p:nvSpPr>
        <p:spPr>
          <a:xfrm>
            <a:off x="1936750" y="762000"/>
            <a:ext cx="8305800" cy="1143000"/>
          </a:xfrm>
        </p:spPr>
        <p:txBody>
          <a:bodyPr>
            <a:normAutofit fontScale="90000"/>
          </a:bodyPr>
          <a:lstStyle/>
          <a:p>
            <a:pPr eaLnBrk="1" hangingPunct="1"/>
            <a:r>
              <a:rPr lang="en-US" altLang="fr-FR" sz="3000">
                <a:latin typeface="Arial" panose="020B0604020202020204" pitchFamily="34" charset="0"/>
                <a:cs typeface="Arial" panose="020B0604020202020204" pitchFamily="34" charset="0"/>
              </a:rPr>
              <a:t>The balance between our need for forests and our need for food relates</a:t>
            </a:r>
            <a:br>
              <a:rPr lang="en-US" altLang="fr-FR" sz="3000">
                <a:latin typeface="Arial" panose="020B0604020202020204" pitchFamily="34" charset="0"/>
                <a:cs typeface="Arial" panose="020B0604020202020204" pitchFamily="34" charset="0"/>
              </a:rPr>
            </a:br>
            <a:r>
              <a:rPr lang="en-US" altLang="fr-FR" sz="3000">
                <a:latin typeface="Arial" panose="020B0604020202020204" pitchFamily="34" charset="0"/>
                <a:cs typeface="Arial" panose="020B0604020202020204" pitchFamily="34" charset="0"/>
              </a:rPr>
              <a:t> to the pressures of overpopulation.</a:t>
            </a:r>
            <a:br>
              <a:rPr lang="en-US" altLang="fr-FR" sz="3000">
                <a:latin typeface="Arial" panose="020B0604020202020204" pitchFamily="34" charset="0"/>
                <a:cs typeface="Arial" panose="020B0604020202020204" pitchFamily="34" charset="0"/>
              </a:rPr>
            </a:br>
            <a:endParaRPr lang="en-US" altLang="fr-FR" sz="3000">
              <a:latin typeface="Arial" panose="020B0604020202020204" pitchFamily="34" charset="0"/>
              <a:cs typeface="Arial" panose="020B0604020202020204" pitchFamily="34" charset="0"/>
            </a:endParaRPr>
          </a:p>
        </p:txBody>
      </p:sp>
      <p:sp>
        <p:nvSpPr>
          <p:cNvPr id="356355" name="Footer Placeholder 3">
            <a:extLst>
              <a:ext uri="{FF2B5EF4-FFF2-40B4-BE49-F238E27FC236}">
                <a16:creationId xmlns:a16="http://schemas.microsoft.com/office/drawing/2014/main" id="{7199B721-728A-456D-8E2C-CEA2371E5158}"/>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56356" name="Slide Number Placeholder 4">
            <a:extLst>
              <a:ext uri="{FF2B5EF4-FFF2-40B4-BE49-F238E27FC236}">
                <a16:creationId xmlns:a16="http://schemas.microsoft.com/office/drawing/2014/main" id="{686BE999-5E10-415E-B311-DC5FF23FE5FF}"/>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14</a:t>
            </a:r>
          </a:p>
        </p:txBody>
      </p:sp>
      <p:pic>
        <p:nvPicPr>
          <p:cNvPr id="356357" name="Picture 2" descr="C:\Users\thomasn\Downloads\117182432.jpg">
            <a:extLst>
              <a:ext uri="{FF2B5EF4-FFF2-40B4-BE49-F238E27FC236}">
                <a16:creationId xmlns:a16="http://schemas.microsoft.com/office/drawing/2014/main" id="{A2DBEA91-6F8C-4B59-9A13-03778DF28F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9688" y="2209800"/>
            <a:ext cx="7021512" cy="387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Title 1">
            <a:extLst>
              <a:ext uri="{FF2B5EF4-FFF2-40B4-BE49-F238E27FC236}">
                <a16:creationId xmlns:a16="http://schemas.microsoft.com/office/drawing/2014/main" id="{5C9300E0-A7F4-44BB-8E19-EE6B78C9A74E}"/>
              </a:ext>
            </a:extLst>
          </p:cNvPr>
          <p:cNvSpPr>
            <a:spLocks noGrp="1" noChangeArrowheads="1"/>
          </p:cNvSpPr>
          <p:nvPr>
            <p:ph type="title"/>
          </p:nvPr>
        </p:nvSpPr>
        <p:spPr>
          <a:xfrm>
            <a:off x="1905000" y="152400"/>
            <a:ext cx="8229600" cy="1143000"/>
          </a:xfrm>
        </p:spPr>
        <p:txBody>
          <a:bodyPr/>
          <a:lstStyle/>
          <a:p>
            <a:pPr eaLnBrk="1" hangingPunct="1"/>
            <a:r>
              <a:rPr lang="en-US" altLang="fr-FR" sz="3400"/>
              <a:t> Food is not freely available to all </a:t>
            </a:r>
          </a:p>
        </p:txBody>
      </p:sp>
      <p:sp>
        <p:nvSpPr>
          <p:cNvPr id="358403" name="Footer Placeholder 3">
            <a:extLst>
              <a:ext uri="{FF2B5EF4-FFF2-40B4-BE49-F238E27FC236}">
                <a16:creationId xmlns:a16="http://schemas.microsoft.com/office/drawing/2014/main" id="{E5A1A105-0345-4409-8189-866C03954C8B}"/>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58404" name="Slide Number Placeholder 4">
            <a:extLst>
              <a:ext uri="{FF2B5EF4-FFF2-40B4-BE49-F238E27FC236}">
                <a16:creationId xmlns:a16="http://schemas.microsoft.com/office/drawing/2014/main" id="{27A0EEE1-9F5D-41A5-9AB6-2BC5FF0F4EDD}"/>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15</a:t>
            </a:r>
          </a:p>
        </p:txBody>
      </p:sp>
      <p:pic>
        <p:nvPicPr>
          <p:cNvPr id="358405" name="Picture 2" descr="C:\Users\thomasn\Downloads\117182432.jpg">
            <a:extLst>
              <a:ext uri="{FF2B5EF4-FFF2-40B4-BE49-F238E27FC236}">
                <a16:creationId xmlns:a16="http://schemas.microsoft.com/office/drawing/2014/main" id="{936DB74B-BEC6-4343-B2E2-EA1B7C5560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90"/>
          <a:stretch>
            <a:fillRect/>
          </a:stretch>
        </p:blipFill>
        <p:spPr bwMode="auto">
          <a:xfrm>
            <a:off x="2438401" y="1214439"/>
            <a:ext cx="7407275" cy="494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Title 1">
            <a:extLst>
              <a:ext uri="{FF2B5EF4-FFF2-40B4-BE49-F238E27FC236}">
                <a16:creationId xmlns:a16="http://schemas.microsoft.com/office/drawing/2014/main" id="{84A4D201-7595-4D05-969A-928F36221082}"/>
              </a:ext>
            </a:extLst>
          </p:cNvPr>
          <p:cNvSpPr>
            <a:spLocks noGrp="1" noChangeArrowheads="1"/>
          </p:cNvSpPr>
          <p:nvPr>
            <p:ph type="title"/>
          </p:nvPr>
        </p:nvSpPr>
        <p:spPr>
          <a:xfrm>
            <a:off x="1981200" y="76200"/>
            <a:ext cx="8229600" cy="1143000"/>
          </a:xfrm>
        </p:spPr>
        <p:txBody>
          <a:bodyPr/>
          <a:lstStyle/>
          <a:p>
            <a:pPr eaLnBrk="1" hangingPunct="1"/>
            <a:r>
              <a:rPr lang="en-US" altLang="fr-FR" sz="3400"/>
              <a:t>Climate change</a:t>
            </a:r>
          </a:p>
        </p:txBody>
      </p:sp>
      <p:sp>
        <p:nvSpPr>
          <p:cNvPr id="360451" name="Footer Placeholder 3">
            <a:extLst>
              <a:ext uri="{FF2B5EF4-FFF2-40B4-BE49-F238E27FC236}">
                <a16:creationId xmlns:a16="http://schemas.microsoft.com/office/drawing/2014/main" id="{EAE3C7DD-009C-4C13-A4F6-417E9C780040}"/>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60452" name="Slide Number Placeholder 4">
            <a:extLst>
              <a:ext uri="{FF2B5EF4-FFF2-40B4-BE49-F238E27FC236}">
                <a16:creationId xmlns:a16="http://schemas.microsoft.com/office/drawing/2014/main" id="{46E7F454-03C8-4739-8BAF-31C0109DF97C}"/>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16</a:t>
            </a:r>
          </a:p>
        </p:txBody>
      </p:sp>
      <p:pic>
        <p:nvPicPr>
          <p:cNvPr id="360453" name="Picture 2" descr="C:\Users\thomasn\Downloads\99770777.jpg">
            <a:extLst>
              <a:ext uri="{FF2B5EF4-FFF2-40B4-BE49-F238E27FC236}">
                <a16:creationId xmlns:a16="http://schemas.microsoft.com/office/drawing/2014/main" id="{2FA173C2-A44A-4F02-A6A0-BB9A680EFE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
          <a:stretch>
            <a:fillRect/>
          </a:stretch>
        </p:blipFill>
        <p:spPr bwMode="auto">
          <a:xfrm>
            <a:off x="2143126" y="1143001"/>
            <a:ext cx="7986713" cy="511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Title 1">
            <a:extLst>
              <a:ext uri="{FF2B5EF4-FFF2-40B4-BE49-F238E27FC236}">
                <a16:creationId xmlns:a16="http://schemas.microsoft.com/office/drawing/2014/main" id="{65BBDA06-2BA6-4012-9BB5-23DEBE40A8CE}"/>
              </a:ext>
            </a:extLst>
          </p:cNvPr>
          <p:cNvSpPr>
            <a:spLocks noGrp="1" noChangeArrowheads="1"/>
          </p:cNvSpPr>
          <p:nvPr>
            <p:ph type="title"/>
          </p:nvPr>
        </p:nvSpPr>
        <p:spPr>
          <a:xfrm>
            <a:off x="1981200" y="838200"/>
            <a:ext cx="8229600" cy="1143000"/>
          </a:xfrm>
        </p:spPr>
        <p:txBody>
          <a:bodyPr>
            <a:normAutofit fontScale="90000"/>
          </a:bodyPr>
          <a:lstStyle/>
          <a:p>
            <a:pPr eaLnBrk="1" hangingPunct="1"/>
            <a:r>
              <a:rPr lang="en-US" altLang="fr-FR" sz="3400">
                <a:cs typeface="Arial" panose="020B0604020202020204" pitchFamily="34" charset="0"/>
              </a:rPr>
              <a:t> Energy conservation is an important part of environment preservation. </a:t>
            </a:r>
            <a:br>
              <a:rPr lang="en-US" altLang="fr-FR" sz="3400">
                <a:cs typeface="Arial" panose="020B0604020202020204" pitchFamily="34" charset="0"/>
              </a:rPr>
            </a:br>
            <a:r>
              <a:rPr lang="en-US" altLang="fr-FR" sz="3400">
                <a:cs typeface="Arial" panose="020B0604020202020204" pitchFamily="34" charset="0"/>
              </a:rPr>
              <a:t/>
            </a:r>
            <a:br>
              <a:rPr lang="en-US" altLang="fr-FR" sz="3400">
                <a:cs typeface="Arial" panose="020B0604020202020204" pitchFamily="34" charset="0"/>
              </a:rPr>
            </a:br>
            <a:r>
              <a:rPr lang="en-US" altLang="fr-FR" sz="3400">
                <a:cs typeface="Arial" panose="020B0604020202020204" pitchFamily="34" charset="0"/>
              </a:rPr>
              <a:t>34</a:t>
            </a:r>
          </a:p>
        </p:txBody>
      </p:sp>
      <p:sp>
        <p:nvSpPr>
          <p:cNvPr id="362499" name="Footer Placeholder 3">
            <a:extLst>
              <a:ext uri="{FF2B5EF4-FFF2-40B4-BE49-F238E27FC236}">
                <a16:creationId xmlns:a16="http://schemas.microsoft.com/office/drawing/2014/main" id="{5C274245-FF20-4157-A69E-1BED35D4F680}"/>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62500" name="Slide Number Placeholder 4">
            <a:extLst>
              <a:ext uri="{FF2B5EF4-FFF2-40B4-BE49-F238E27FC236}">
                <a16:creationId xmlns:a16="http://schemas.microsoft.com/office/drawing/2014/main" id="{4D0077C9-8B78-4B0C-990E-287D2C787A6B}"/>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17</a:t>
            </a:r>
          </a:p>
        </p:txBody>
      </p:sp>
      <p:pic>
        <p:nvPicPr>
          <p:cNvPr id="362501" name="Picture 3" descr="G:\For Merle\Chapter 4 - environment\92791082 - traffic.jpg">
            <a:extLst>
              <a:ext uri="{FF2B5EF4-FFF2-40B4-BE49-F238E27FC236}">
                <a16:creationId xmlns:a16="http://schemas.microsoft.com/office/drawing/2014/main" id="{8EE92A6F-E7BE-44B7-AFC6-BAFFE3876B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1714" y="1746250"/>
            <a:ext cx="7710487" cy="442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Title 1">
            <a:extLst>
              <a:ext uri="{FF2B5EF4-FFF2-40B4-BE49-F238E27FC236}">
                <a16:creationId xmlns:a16="http://schemas.microsoft.com/office/drawing/2014/main" id="{4A57F02E-6B7E-451B-A9F5-E5196A976F9F}"/>
              </a:ext>
            </a:extLst>
          </p:cNvPr>
          <p:cNvSpPr>
            <a:spLocks noGrp="1" noChangeArrowheads="1"/>
          </p:cNvSpPr>
          <p:nvPr>
            <p:ph type="title"/>
          </p:nvPr>
        </p:nvSpPr>
        <p:spPr>
          <a:xfrm>
            <a:off x="1981200" y="152400"/>
            <a:ext cx="8229600" cy="1143000"/>
          </a:xfrm>
        </p:spPr>
        <p:txBody>
          <a:bodyPr/>
          <a:lstStyle/>
          <a:p>
            <a:pPr eaLnBrk="1" hangingPunct="1"/>
            <a:r>
              <a:rPr lang="en-US" altLang="fr-FR" sz="3400"/>
              <a:t>Water and air pollution </a:t>
            </a:r>
          </a:p>
        </p:txBody>
      </p:sp>
      <p:sp>
        <p:nvSpPr>
          <p:cNvPr id="364547" name="Footer Placeholder 3">
            <a:extLst>
              <a:ext uri="{FF2B5EF4-FFF2-40B4-BE49-F238E27FC236}">
                <a16:creationId xmlns:a16="http://schemas.microsoft.com/office/drawing/2014/main" id="{813FA85F-06D2-4028-BF8D-5882447C307E}"/>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64548" name="Slide Number Placeholder 4">
            <a:extLst>
              <a:ext uri="{FF2B5EF4-FFF2-40B4-BE49-F238E27FC236}">
                <a16:creationId xmlns:a16="http://schemas.microsoft.com/office/drawing/2014/main" id="{1715D2AF-962A-4B23-A113-7FD4CC7677CE}"/>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18</a:t>
            </a:r>
          </a:p>
        </p:txBody>
      </p:sp>
      <p:pic>
        <p:nvPicPr>
          <p:cNvPr id="364549" name="Picture 2" descr="G:\For Merle\Chapter 4 - environment\140406198.jpg">
            <a:extLst>
              <a:ext uri="{FF2B5EF4-FFF2-40B4-BE49-F238E27FC236}">
                <a16:creationId xmlns:a16="http://schemas.microsoft.com/office/drawing/2014/main" id="{A7A0139E-C6B2-4348-9CDA-DC74D8F51E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
          <a:stretch>
            <a:fillRect/>
          </a:stretch>
        </p:blipFill>
        <p:spPr bwMode="auto">
          <a:xfrm>
            <a:off x="1981200" y="1143001"/>
            <a:ext cx="8229600" cy="507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Title 1">
            <a:extLst>
              <a:ext uri="{FF2B5EF4-FFF2-40B4-BE49-F238E27FC236}">
                <a16:creationId xmlns:a16="http://schemas.microsoft.com/office/drawing/2014/main" id="{3C30F421-9152-42C8-A0C3-B36605DB1849}"/>
              </a:ext>
            </a:extLst>
          </p:cNvPr>
          <p:cNvSpPr>
            <a:spLocks noGrp="1" noChangeArrowheads="1"/>
          </p:cNvSpPr>
          <p:nvPr>
            <p:ph type="title"/>
          </p:nvPr>
        </p:nvSpPr>
        <p:spPr>
          <a:xfrm>
            <a:off x="1981200" y="304800"/>
            <a:ext cx="8229600" cy="1143000"/>
          </a:xfrm>
        </p:spPr>
        <p:txBody>
          <a:bodyPr/>
          <a:lstStyle/>
          <a:p>
            <a:pPr eaLnBrk="1" hangingPunct="1"/>
            <a:r>
              <a:rPr lang="en-US" altLang="fr-FR" sz="3400"/>
              <a:t>Fragmented plastic eventually finds</a:t>
            </a:r>
            <a:br>
              <a:rPr lang="en-US" altLang="fr-FR" sz="3400"/>
            </a:br>
            <a:r>
              <a:rPr lang="en-US" altLang="fr-FR" sz="3400"/>
              <a:t> its way into the ocean</a:t>
            </a:r>
          </a:p>
        </p:txBody>
      </p:sp>
      <p:sp>
        <p:nvSpPr>
          <p:cNvPr id="366595" name="Footer Placeholder 3">
            <a:extLst>
              <a:ext uri="{FF2B5EF4-FFF2-40B4-BE49-F238E27FC236}">
                <a16:creationId xmlns:a16="http://schemas.microsoft.com/office/drawing/2014/main" id="{287AC6F8-B6EB-4001-B275-B61FBD2901E1}"/>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66596" name="Slide Number Placeholder 4">
            <a:extLst>
              <a:ext uri="{FF2B5EF4-FFF2-40B4-BE49-F238E27FC236}">
                <a16:creationId xmlns:a16="http://schemas.microsoft.com/office/drawing/2014/main" id="{D1AB603A-823F-4B08-9210-093A76B56148}"/>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19</a:t>
            </a:r>
          </a:p>
        </p:txBody>
      </p:sp>
      <p:pic>
        <p:nvPicPr>
          <p:cNvPr id="366597" name="Picture 2" descr="G:\For Merle\Chapter 4 - environment\139539353.jpg">
            <a:extLst>
              <a:ext uri="{FF2B5EF4-FFF2-40B4-BE49-F238E27FC236}">
                <a16:creationId xmlns:a16="http://schemas.microsoft.com/office/drawing/2014/main" id="{3CB9D357-001E-41ED-93B9-9B8480A691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1" y="1600200"/>
            <a:ext cx="7331075" cy="462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Title 1">
            <a:extLst>
              <a:ext uri="{FF2B5EF4-FFF2-40B4-BE49-F238E27FC236}">
                <a16:creationId xmlns:a16="http://schemas.microsoft.com/office/drawing/2014/main" id="{2F71EA03-805C-4731-AC1C-8D1418B71372}"/>
              </a:ext>
            </a:extLst>
          </p:cNvPr>
          <p:cNvSpPr>
            <a:spLocks noGrp="1" noChangeArrowheads="1"/>
          </p:cNvSpPr>
          <p:nvPr>
            <p:ph type="title"/>
          </p:nvPr>
        </p:nvSpPr>
        <p:spPr>
          <a:xfrm>
            <a:off x="1981200" y="381000"/>
            <a:ext cx="8229600" cy="1143000"/>
          </a:xfrm>
        </p:spPr>
        <p:txBody>
          <a:bodyPr/>
          <a:lstStyle/>
          <a:p>
            <a:pPr eaLnBrk="1" hangingPunct="1"/>
            <a:r>
              <a:rPr lang="en-US" altLang="fr-FR" sz="3400"/>
              <a:t>Hygiene is a fundamental health principle</a:t>
            </a:r>
            <a:br>
              <a:rPr lang="en-US" altLang="fr-FR" sz="3400"/>
            </a:br>
            <a:endParaRPr lang="en-US" altLang="fr-FR" sz="3400"/>
          </a:p>
        </p:txBody>
      </p:sp>
      <p:sp>
        <p:nvSpPr>
          <p:cNvPr id="368643" name="Footer Placeholder 3">
            <a:extLst>
              <a:ext uri="{FF2B5EF4-FFF2-40B4-BE49-F238E27FC236}">
                <a16:creationId xmlns:a16="http://schemas.microsoft.com/office/drawing/2014/main" id="{B16FBD06-89AB-40F1-9BBD-81565FE38C6E}"/>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68644" name="Slide Number Placeholder 4">
            <a:extLst>
              <a:ext uri="{FF2B5EF4-FFF2-40B4-BE49-F238E27FC236}">
                <a16:creationId xmlns:a16="http://schemas.microsoft.com/office/drawing/2014/main" id="{8FE5BD1F-9041-4B0D-9BE0-73269FD6C883}"/>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20</a:t>
            </a:r>
          </a:p>
        </p:txBody>
      </p:sp>
      <p:pic>
        <p:nvPicPr>
          <p:cNvPr id="368645" name="Picture 2" descr="G:\For Merle\Chapter 4 - environment\140400910.jpg">
            <a:extLst>
              <a:ext uri="{FF2B5EF4-FFF2-40B4-BE49-F238E27FC236}">
                <a16:creationId xmlns:a16="http://schemas.microsoft.com/office/drawing/2014/main" id="{66B4DC99-7C4A-4886-A456-DECEEE4049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219201"/>
            <a:ext cx="8077200" cy="498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Title 1">
            <a:extLst>
              <a:ext uri="{FF2B5EF4-FFF2-40B4-BE49-F238E27FC236}">
                <a16:creationId xmlns:a16="http://schemas.microsoft.com/office/drawing/2014/main" id="{D8A6EC9B-20C9-428E-BCA6-140842B9A007}"/>
              </a:ext>
            </a:extLst>
          </p:cNvPr>
          <p:cNvSpPr>
            <a:spLocks noGrp="1" noChangeArrowheads="1"/>
          </p:cNvSpPr>
          <p:nvPr>
            <p:ph type="title"/>
          </p:nvPr>
        </p:nvSpPr>
        <p:spPr>
          <a:xfrm>
            <a:off x="1981200" y="457200"/>
            <a:ext cx="8229600" cy="1143000"/>
          </a:xfrm>
        </p:spPr>
        <p:txBody>
          <a:bodyPr/>
          <a:lstStyle/>
          <a:p>
            <a:pPr eaLnBrk="1" hangingPunct="1"/>
            <a:r>
              <a:rPr lang="en-US" altLang="fr-FR" sz="3400"/>
              <a:t> Polluted regions may not have immediate health problems </a:t>
            </a:r>
          </a:p>
        </p:txBody>
      </p:sp>
      <p:sp>
        <p:nvSpPr>
          <p:cNvPr id="370691" name="Footer Placeholder 3">
            <a:extLst>
              <a:ext uri="{FF2B5EF4-FFF2-40B4-BE49-F238E27FC236}">
                <a16:creationId xmlns:a16="http://schemas.microsoft.com/office/drawing/2014/main" id="{F34130A9-0A9B-4EE6-BCEA-53812A742ABC}"/>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70692" name="Slide Number Placeholder 4">
            <a:extLst>
              <a:ext uri="{FF2B5EF4-FFF2-40B4-BE49-F238E27FC236}">
                <a16:creationId xmlns:a16="http://schemas.microsoft.com/office/drawing/2014/main" id="{2841242E-8AD8-4CD3-B785-0A7640CA8A93}"/>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21</a:t>
            </a:r>
          </a:p>
        </p:txBody>
      </p:sp>
      <p:pic>
        <p:nvPicPr>
          <p:cNvPr id="370693" name="Picture 2" descr="G:\For Merle\Chapter 4 - environment\140400910.jpg">
            <a:extLst>
              <a:ext uri="{FF2B5EF4-FFF2-40B4-BE49-F238E27FC236}">
                <a16:creationId xmlns:a16="http://schemas.microsoft.com/office/drawing/2014/main" id="{9C3B5D3C-F973-4BC3-92BC-B4797C4642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117"/>
          <a:stretch>
            <a:fillRect/>
          </a:stretch>
        </p:blipFill>
        <p:spPr bwMode="auto">
          <a:xfrm>
            <a:off x="2209800" y="1709738"/>
            <a:ext cx="7924800" cy="446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Title 1">
            <a:extLst>
              <a:ext uri="{FF2B5EF4-FFF2-40B4-BE49-F238E27FC236}">
                <a16:creationId xmlns:a16="http://schemas.microsoft.com/office/drawing/2014/main" id="{F39CAFDC-CE33-4F65-A855-37F2AC81AA35}"/>
              </a:ext>
            </a:extLst>
          </p:cNvPr>
          <p:cNvSpPr>
            <a:spLocks noGrp="1" noChangeArrowheads="1"/>
          </p:cNvSpPr>
          <p:nvPr>
            <p:ph type="title"/>
          </p:nvPr>
        </p:nvSpPr>
        <p:spPr>
          <a:xfrm>
            <a:off x="1981200" y="457200"/>
            <a:ext cx="8229600" cy="1143000"/>
          </a:xfrm>
        </p:spPr>
        <p:txBody>
          <a:bodyPr/>
          <a:lstStyle/>
          <a:p>
            <a:pPr eaLnBrk="1" hangingPunct="1"/>
            <a:r>
              <a:rPr lang="en-US" altLang="fr-FR" sz="3400"/>
              <a:t> Children</a:t>
            </a:r>
            <a:r>
              <a:rPr lang="en-US" altLang="en-US" sz="3400"/>
              <a:t>’</a:t>
            </a:r>
            <a:r>
              <a:rPr lang="en-US" altLang="fr-FR" sz="3400"/>
              <a:t>s asthma rates have increased </a:t>
            </a:r>
            <a:br>
              <a:rPr lang="en-US" altLang="fr-FR" sz="3400"/>
            </a:br>
            <a:endParaRPr lang="en-US" altLang="fr-FR" sz="3400"/>
          </a:p>
        </p:txBody>
      </p:sp>
      <p:sp>
        <p:nvSpPr>
          <p:cNvPr id="372739" name="Footer Placeholder 3">
            <a:extLst>
              <a:ext uri="{FF2B5EF4-FFF2-40B4-BE49-F238E27FC236}">
                <a16:creationId xmlns:a16="http://schemas.microsoft.com/office/drawing/2014/main" id="{4E68272D-8501-466A-8719-D244C5E873D5}"/>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72740" name="Slide Number Placeholder 4">
            <a:extLst>
              <a:ext uri="{FF2B5EF4-FFF2-40B4-BE49-F238E27FC236}">
                <a16:creationId xmlns:a16="http://schemas.microsoft.com/office/drawing/2014/main" id="{C9231781-88C8-4616-9089-EC80592D1313}"/>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22</a:t>
            </a:r>
          </a:p>
        </p:txBody>
      </p:sp>
      <p:pic>
        <p:nvPicPr>
          <p:cNvPr id="372741" name="Picture 2" descr="C:\Users\thomasn\Pictures\Thinkstock hmpix4\Thinkstock Nancy\asthma people\77005401.jpg">
            <a:extLst>
              <a:ext uri="{FF2B5EF4-FFF2-40B4-BE49-F238E27FC236}">
                <a16:creationId xmlns:a16="http://schemas.microsoft.com/office/drawing/2014/main" id="{55C254DE-674E-44D3-BAE8-4D10FB3D4D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1255714"/>
            <a:ext cx="5715000" cy="476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Title 1">
            <a:extLst>
              <a:ext uri="{FF2B5EF4-FFF2-40B4-BE49-F238E27FC236}">
                <a16:creationId xmlns:a16="http://schemas.microsoft.com/office/drawing/2014/main" id="{563A2AF4-F37D-4039-AC5C-1246657CDD0A}"/>
              </a:ext>
            </a:extLst>
          </p:cNvPr>
          <p:cNvSpPr>
            <a:spLocks noGrp="1" noChangeArrowheads="1"/>
          </p:cNvSpPr>
          <p:nvPr>
            <p:ph type="title"/>
          </p:nvPr>
        </p:nvSpPr>
        <p:spPr>
          <a:xfrm>
            <a:off x="1981200" y="152400"/>
            <a:ext cx="8229600" cy="1143000"/>
          </a:xfrm>
        </p:spPr>
        <p:txBody>
          <a:bodyPr/>
          <a:lstStyle/>
          <a:p>
            <a:pPr eaLnBrk="1" hangingPunct="1"/>
            <a:r>
              <a:rPr lang="en-US" altLang="fr-FR" sz="3400"/>
              <a:t>Solar irradiation</a:t>
            </a:r>
          </a:p>
        </p:txBody>
      </p:sp>
      <p:sp>
        <p:nvSpPr>
          <p:cNvPr id="374787" name="Footer Placeholder 3">
            <a:extLst>
              <a:ext uri="{FF2B5EF4-FFF2-40B4-BE49-F238E27FC236}">
                <a16:creationId xmlns:a16="http://schemas.microsoft.com/office/drawing/2014/main" id="{3B3DA91E-9DF6-4138-B6FC-10B11FB74F72}"/>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74788" name="Slide Number Placeholder 4">
            <a:extLst>
              <a:ext uri="{FF2B5EF4-FFF2-40B4-BE49-F238E27FC236}">
                <a16:creationId xmlns:a16="http://schemas.microsoft.com/office/drawing/2014/main" id="{3C5ADB80-2EA4-4D33-8002-44F6A0A8B968}"/>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23</a:t>
            </a:r>
          </a:p>
        </p:txBody>
      </p:sp>
      <p:pic>
        <p:nvPicPr>
          <p:cNvPr id="374789" name="Picture 2" descr="G:\For Merle\Chapter 4 - environment\84120574 - bikes on path.jpg">
            <a:extLst>
              <a:ext uri="{FF2B5EF4-FFF2-40B4-BE49-F238E27FC236}">
                <a16:creationId xmlns:a16="http://schemas.microsoft.com/office/drawing/2014/main" id="{D7138E15-0C5A-4CEA-966F-9B867788EC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143000"/>
            <a:ext cx="7761288"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Title 1">
            <a:extLst>
              <a:ext uri="{FF2B5EF4-FFF2-40B4-BE49-F238E27FC236}">
                <a16:creationId xmlns:a16="http://schemas.microsoft.com/office/drawing/2014/main" id="{C01C04B4-19AB-4D24-8843-42E77CB47104}"/>
              </a:ext>
            </a:extLst>
          </p:cNvPr>
          <p:cNvSpPr>
            <a:spLocks noGrp="1" noChangeArrowheads="1"/>
          </p:cNvSpPr>
          <p:nvPr>
            <p:ph type="title"/>
          </p:nvPr>
        </p:nvSpPr>
        <p:spPr>
          <a:xfrm>
            <a:off x="1981200" y="381000"/>
            <a:ext cx="8229600" cy="1143000"/>
          </a:xfrm>
        </p:spPr>
        <p:txBody>
          <a:bodyPr/>
          <a:lstStyle/>
          <a:p>
            <a:pPr eaLnBrk="1" hangingPunct="1"/>
            <a:r>
              <a:rPr lang="en-US" altLang="fr-FR" sz="3400"/>
              <a:t>An appropriate amount of sunshine depends on the pigment of our skin</a:t>
            </a:r>
          </a:p>
        </p:txBody>
      </p:sp>
      <p:sp>
        <p:nvSpPr>
          <p:cNvPr id="376835" name="Footer Placeholder 3">
            <a:extLst>
              <a:ext uri="{FF2B5EF4-FFF2-40B4-BE49-F238E27FC236}">
                <a16:creationId xmlns:a16="http://schemas.microsoft.com/office/drawing/2014/main" id="{F98DEFAF-9E0D-49A4-AA37-6DE73391A4ED}"/>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76836" name="Slide Number Placeholder 4">
            <a:extLst>
              <a:ext uri="{FF2B5EF4-FFF2-40B4-BE49-F238E27FC236}">
                <a16:creationId xmlns:a16="http://schemas.microsoft.com/office/drawing/2014/main" id="{542580B1-256C-4360-951B-4E2767B9BA19}"/>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24</a:t>
            </a:r>
          </a:p>
        </p:txBody>
      </p:sp>
      <p:pic>
        <p:nvPicPr>
          <p:cNvPr id="376837" name="Picture 2" descr="G:\For Merle\Chapter 4 - environment\Low Res\126431139 - African American Family.jpg">
            <a:extLst>
              <a:ext uri="{FF2B5EF4-FFF2-40B4-BE49-F238E27FC236}">
                <a16:creationId xmlns:a16="http://schemas.microsoft.com/office/drawing/2014/main" id="{9BAA425B-D21B-42FA-9DFD-12D464E7C7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1676400"/>
            <a:ext cx="7221538" cy="454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Title 1">
            <a:extLst>
              <a:ext uri="{FF2B5EF4-FFF2-40B4-BE49-F238E27FC236}">
                <a16:creationId xmlns:a16="http://schemas.microsoft.com/office/drawing/2014/main" id="{B7031ADF-771B-4E56-AFE2-3160240DB4D1}"/>
              </a:ext>
            </a:extLst>
          </p:cNvPr>
          <p:cNvSpPr>
            <a:spLocks noGrp="1" noChangeArrowheads="1"/>
          </p:cNvSpPr>
          <p:nvPr>
            <p:ph type="title"/>
          </p:nvPr>
        </p:nvSpPr>
        <p:spPr>
          <a:xfrm>
            <a:off x="2133600" y="152400"/>
            <a:ext cx="8229600" cy="1143000"/>
          </a:xfrm>
        </p:spPr>
        <p:txBody>
          <a:bodyPr/>
          <a:lstStyle/>
          <a:p>
            <a:pPr eaLnBrk="1" hangingPunct="1"/>
            <a:r>
              <a:rPr lang="en-US" altLang="fr-FR" sz="3400"/>
              <a:t>Vitamin D is probably an important factor…</a:t>
            </a:r>
          </a:p>
        </p:txBody>
      </p:sp>
      <p:sp>
        <p:nvSpPr>
          <p:cNvPr id="378883" name="Footer Placeholder 3">
            <a:extLst>
              <a:ext uri="{FF2B5EF4-FFF2-40B4-BE49-F238E27FC236}">
                <a16:creationId xmlns:a16="http://schemas.microsoft.com/office/drawing/2014/main" id="{CA5C42A2-31D1-4E6E-A961-B27010E6EBAC}"/>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78884" name="Slide Number Placeholder 4">
            <a:extLst>
              <a:ext uri="{FF2B5EF4-FFF2-40B4-BE49-F238E27FC236}">
                <a16:creationId xmlns:a16="http://schemas.microsoft.com/office/drawing/2014/main" id="{63AB0ED9-F9E5-4950-9291-153DC65DB5CF}"/>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25</a:t>
            </a:r>
          </a:p>
        </p:txBody>
      </p:sp>
      <p:pic>
        <p:nvPicPr>
          <p:cNvPr id="378885" name="Picture 2" descr="C:\Users\thomasn\Pictures\Nancy's camera pics\Lakes ocean rivers sky\DSC06247.JPG">
            <a:extLst>
              <a:ext uri="{FF2B5EF4-FFF2-40B4-BE49-F238E27FC236}">
                <a16:creationId xmlns:a16="http://schemas.microsoft.com/office/drawing/2014/main" id="{CAA396CB-9C61-4BB3-921D-548D114030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4900" y="1295400"/>
            <a:ext cx="74549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Title 1">
            <a:extLst>
              <a:ext uri="{FF2B5EF4-FFF2-40B4-BE49-F238E27FC236}">
                <a16:creationId xmlns:a16="http://schemas.microsoft.com/office/drawing/2014/main" id="{6D0E748C-8DFC-4FD1-AEE4-10E4F513418A}"/>
              </a:ext>
            </a:extLst>
          </p:cNvPr>
          <p:cNvSpPr>
            <a:spLocks noGrp="1" noChangeArrowheads="1"/>
          </p:cNvSpPr>
          <p:nvPr>
            <p:ph type="title"/>
          </p:nvPr>
        </p:nvSpPr>
        <p:spPr>
          <a:xfrm>
            <a:off x="2286000" y="152400"/>
            <a:ext cx="8229600" cy="1143000"/>
          </a:xfrm>
        </p:spPr>
        <p:txBody>
          <a:bodyPr/>
          <a:lstStyle/>
          <a:p>
            <a:pPr eaLnBrk="1" hangingPunct="1"/>
            <a:r>
              <a:rPr lang="en-US" altLang="fr-FR" sz="3400"/>
              <a:t>Internal environment</a:t>
            </a:r>
          </a:p>
        </p:txBody>
      </p:sp>
      <p:sp>
        <p:nvSpPr>
          <p:cNvPr id="380931" name="Footer Placeholder 3">
            <a:extLst>
              <a:ext uri="{FF2B5EF4-FFF2-40B4-BE49-F238E27FC236}">
                <a16:creationId xmlns:a16="http://schemas.microsoft.com/office/drawing/2014/main" id="{88FF3040-70D5-49C7-AE3A-A0C53916CD81}"/>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80932" name="Slide Number Placeholder 4">
            <a:extLst>
              <a:ext uri="{FF2B5EF4-FFF2-40B4-BE49-F238E27FC236}">
                <a16:creationId xmlns:a16="http://schemas.microsoft.com/office/drawing/2014/main" id="{DF310DA4-59CE-49C3-838E-9AB24F5FD6DA}"/>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26</a:t>
            </a:r>
          </a:p>
        </p:txBody>
      </p:sp>
      <p:pic>
        <p:nvPicPr>
          <p:cNvPr id="380933" name="Picture 3" descr="G:\For Merle\Chapter 11 - nutrition\114274236 - mother and daughter.jpg">
            <a:extLst>
              <a:ext uri="{FF2B5EF4-FFF2-40B4-BE49-F238E27FC236}">
                <a16:creationId xmlns:a16="http://schemas.microsoft.com/office/drawing/2014/main" id="{BFD844E4-71BC-4B23-85F4-84E4D411C8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1" y="1219200"/>
            <a:ext cx="7610475" cy="507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Title 1">
            <a:extLst>
              <a:ext uri="{FF2B5EF4-FFF2-40B4-BE49-F238E27FC236}">
                <a16:creationId xmlns:a16="http://schemas.microsoft.com/office/drawing/2014/main" id="{5F6CFA23-A1EF-4157-A84B-20D7C211BAC7}"/>
              </a:ext>
            </a:extLst>
          </p:cNvPr>
          <p:cNvSpPr>
            <a:spLocks noGrp="1" noChangeArrowheads="1"/>
          </p:cNvSpPr>
          <p:nvPr>
            <p:ph type="title"/>
          </p:nvPr>
        </p:nvSpPr>
        <p:spPr/>
        <p:txBody>
          <a:bodyPr/>
          <a:lstStyle/>
          <a:p>
            <a:pPr eaLnBrk="1" hangingPunct="1"/>
            <a:r>
              <a:rPr lang="en-US" altLang="fr-FR" sz="3400"/>
              <a:t>We must not introduce toxins</a:t>
            </a:r>
            <a:br>
              <a:rPr lang="en-US" altLang="fr-FR" sz="3400"/>
            </a:br>
            <a:r>
              <a:rPr lang="en-US" altLang="fr-FR" sz="3400"/>
              <a:t> into our bodies</a:t>
            </a:r>
          </a:p>
        </p:txBody>
      </p:sp>
      <p:sp>
        <p:nvSpPr>
          <p:cNvPr id="382979" name="Footer Placeholder 3">
            <a:extLst>
              <a:ext uri="{FF2B5EF4-FFF2-40B4-BE49-F238E27FC236}">
                <a16:creationId xmlns:a16="http://schemas.microsoft.com/office/drawing/2014/main" id="{A48426EF-349B-428C-A8F1-0B9198439C15}"/>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82980" name="Slide Number Placeholder 4">
            <a:extLst>
              <a:ext uri="{FF2B5EF4-FFF2-40B4-BE49-F238E27FC236}">
                <a16:creationId xmlns:a16="http://schemas.microsoft.com/office/drawing/2014/main" id="{8CACEC5A-2D70-426E-977F-EA407FBFAC70}"/>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27</a:t>
            </a:r>
          </a:p>
        </p:txBody>
      </p:sp>
      <p:pic>
        <p:nvPicPr>
          <p:cNvPr id="382981" name="Picture 2" descr="C:\Users\thomasn\Pictures\Thinkstock hmpix4\Thinkstock Nancy\smoking cigarettes\100416775.jpg">
            <a:extLst>
              <a:ext uri="{FF2B5EF4-FFF2-40B4-BE49-F238E27FC236}">
                <a16:creationId xmlns:a16="http://schemas.microsoft.com/office/drawing/2014/main" id="{D57C7097-2956-4EA5-836C-03EE7D285B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427164"/>
            <a:ext cx="7772400" cy="482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Title 1">
            <a:extLst>
              <a:ext uri="{FF2B5EF4-FFF2-40B4-BE49-F238E27FC236}">
                <a16:creationId xmlns:a16="http://schemas.microsoft.com/office/drawing/2014/main" id="{A73C9660-A323-4009-933E-339EE3E1BAAE}"/>
              </a:ext>
            </a:extLst>
          </p:cNvPr>
          <p:cNvSpPr>
            <a:spLocks noGrp="1" noChangeArrowheads="1"/>
          </p:cNvSpPr>
          <p:nvPr>
            <p:ph type="title"/>
          </p:nvPr>
        </p:nvSpPr>
        <p:spPr>
          <a:xfrm>
            <a:off x="1752600" y="152400"/>
            <a:ext cx="8686800" cy="1143000"/>
          </a:xfrm>
        </p:spPr>
        <p:txBody>
          <a:bodyPr/>
          <a:lstStyle/>
          <a:p>
            <a:pPr eaLnBrk="1" hangingPunct="1"/>
            <a:r>
              <a:rPr lang="en-US" altLang="fr-FR" sz="3400"/>
              <a:t>We are stewards of the earth</a:t>
            </a:r>
          </a:p>
        </p:txBody>
      </p:sp>
      <p:sp>
        <p:nvSpPr>
          <p:cNvPr id="385027" name="Footer Placeholder 3">
            <a:extLst>
              <a:ext uri="{FF2B5EF4-FFF2-40B4-BE49-F238E27FC236}">
                <a16:creationId xmlns:a16="http://schemas.microsoft.com/office/drawing/2014/main" id="{B63F5123-BB94-4481-9976-37B5A7E16B6A}"/>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85028" name="Slide Number Placeholder 4">
            <a:extLst>
              <a:ext uri="{FF2B5EF4-FFF2-40B4-BE49-F238E27FC236}">
                <a16:creationId xmlns:a16="http://schemas.microsoft.com/office/drawing/2014/main" id="{580D27ED-31DC-4DAC-A5BE-A27AECAD61C9}"/>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28</a:t>
            </a:r>
          </a:p>
        </p:txBody>
      </p:sp>
      <p:pic>
        <p:nvPicPr>
          <p:cNvPr id="385029" name="Picture 2" descr="C:\Users\thomasn\Pictures\Nancy's camera pics\Lakes ocean rivers sky\314.JPG">
            <a:extLst>
              <a:ext uri="{FF2B5EF4-FFF2-40B4-BE49-F238E27FC236}">
                <a16:creationId xmlns:a16="http://schemas.microsoft.com/office/drawing/2014/main" id="{AE184A5D-8C8C-4D4C-9556-62A9CC9CB3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7750" y="1270000"/>
            <a:ext cx="7543800" cy="490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Title 1">
            <a:extLst>
              <a:ext uri="{FF2B5EF4-FFF2-40B4-BE49-F238E27FC236}">
                <a16:creationId xmlns:a16="http://schemas.microsoft.com/office/drawing/2014/main" id="{E1FE2906-8727-490D-8353-FFA22C2AB356}"/>
              </a:ext>
            </a:extLst>
          </p:cNvPr>
          <p:cNvSpPr>
            <a:spLocks noGrp="1" noChangeArrowheads="1"/>
          </p:cNvSpPr>
          <p:nvPr>
            <p:ph type="title"/>
          </p:nvPr>
        </p:nvSpPr>
        <p:spPr>
          <a:xfrm>
            <a:off x="1981200" y="152400"/>
            <a:ext cx="8229600" cy="1143000"/>
          </a:xfrm>
        </p:spPr>
        <p:txBody>
          <a:bodyPr/>
          <a:lstStyle/>
          <a:p>
            <a:pPr eaLnBrk="1" hangingPunct="1"/>
            <a:r>
              <a:rPr lang="en-US" altLang="fr-FR" sz="3400"/>
              <a:t>Too many homes are places of tension</a:t>
            </a:r>
          </a:p>
        </p:txBody>
      </p:sp>
      <p:sp>
        <p:nvSpPr>
          <p:cNvPr id="387075" name="Footer Placeholder 3">
            <a:extLst>
              <a:ext uri="{FF2B5EF4-FFF2-40B4-BE49-F238E27FC236}">
                <a16:creationId xmlns:a16="http://schemas.microsoft.com/office/drawing/2014/main" id="{420F41BE-1705-4ACB-A3CD-FDD0720ED5AC}"/>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87076" name="Slide Number Placeholder 4">
            <a:extLst>
              <a:ext uri="{FF2B5EF4-FFF2-40B4-BE49-F238E27FC236}">
                <a16:creationId xmlns:a16="http://schemas.microsoft.com/office/drawing/2014/main" id="{FA0A749F-1908-46DF-A88F-0C61074D48CF}"/>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29</a:t>
            </a:r>
          </a:p>
        </p:txBody>
      </p:sp>
      <p:pic>
        <p:nvPicPr>
          <p:cNvPr id="387077" name="Picture 2" descr="C:\Users\thomasn\Downloads\82481484.jpg">
            <a:extLst>
              <a:ext uri="{FF2B5EF4-FFF2-40B4-BE49-F238E27FC236}">
                <a16:creationId xmlns:a16="http://schemas.microsoft.com/office/drawing/2014/main" id="{C7554585-39B3-455B-9DA7-9EC8A39C69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1447800"/>
            <a:ext cx="4724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Title 1">
            <a:extLst>
              <a:ext uri="{FF2B5EF4-FFF2-40B4-BE49-F238E27FC236}">
                <a16:creationId xmlns:a16="http://schemas.microsoft.com/office/drawing/2014/main" id="{457D2366-828C-4074-8341-33336C096C95}"/>
              </a:ext>
            </a:extLst>
          </p:cNvPr>
          <p:cNvSpPr>
            <a:spLocks noGrp="1" noChangeArrowheads="1"/>
          </p:cNvSpPr>
          <p:nvPr>
            <p:ph type="title"/>
          </p:nvPr>
        </p:nvSpPr>
        <p:spPr>
          <a:xfrm>
            <a:off x="1981200" y="381000"/>
            <a:ext cx="8229600" cy="1143000"/>
          </a:xfrm>
        </p:spPr>
        <p:txBody>
          <a:bodyPr/>
          <a:lstStyle/>
          <a:p>
            <a:pPr eaLnBrk="1" hangingPunct="1"/>
            <a:r>
              <a:rPr lang="en-US" altLang="fr-FR" sz="3400"/>
              <a:t>The spiritual environment of the home affects the environment of our minds </a:t>
            </a:r>
          </a:p>
        </p:txBody>
      </p:sp>
      <p:sp>
        <p:nvSpPr>
          <p:cNvPr id="389123" name="Footer Placeholder 3">
            <a:extLst>
              <a:ext uri="{FF2B5EF4-FFF2-40B4-BE49-F238E27FC236}">
                <a16:creationId xmlns:a16="http://schemas.microsoft.com/office/drawing/2014/main" id="{39B5A512-8460-4E45-B1A9-2BD81D7C808C}"/>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89124" name="Slide Number Placeholder 4">
            <a:extLst>
              <a:ext uri="{FF2B5EF4-FFF2-40B4-BE49-F238E27FC236}">
                <a16:creationId xmlns:a16="http://schemas.microsoft.com/office/drawing/2014/main" id="{F360FDCD-1F62-4AFA-9994-84A044D71744}"/>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30</a:t>
            </a:r>
          </a:p>
        </p:txBody>
      </p:sp>
      <p:pic>
        <p:nvPicPr>
          <p:cNvPr id="389125" name="Picture 2" descr="C:\Users\thomasn\Pictures\Thinkstock hmpix4\Thinkstock Nancy\people\78404048.jpg">
            <a:extLst>
              <a:ext uri="{FF2B5EF4-FFF2-40B4-BE49-F238E27FC236}">
                <a16:creationId xmlns:a16="http://schemas.microsoft.com/office/drawing/2014/main" id="{C0E53561-78ED-40C0-BE17-A477CB0750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1725614"/>
            <a:ext cx="6629400" cy="437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1170" name="Picture 2" descr="G:\For Merle\AA013151.jpg">
            <a:extLst>
              <a:ext uri="{FF2B5EF4-FFF2-40B4-BE49-F238E27FC236}">
                <a16:creationId xmlns:a16="http://schemas.microsoft.com/office/drawing/2014/main" id="{68435894-A82C-4F54-8CE1-BDAA3682BA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22225"/>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1171" name="Title 1">
            <a:extLst>
              <a:ext uri="{FF2B5EF4-FFF2-40B4-BE49-F238E27FC236}">
                <a16:creationId xmlns:a16="http://schemas.microsoft.com/office/drawing/2014/main" id="{7B0A51AE-180D-4719-9EB5-E6E41F8AEA9D}"/>
              </a:ext>
            </a:extLst>
          </p:cNvPr>
          <p:cNvSpPr>
            <a:spLocks noGrp="1" noChangeArrowheads="1"/>
          </p:cNvSpPr>
          <p:nvPr>
            <p:ph type="title"/>
          </p:nvPr>
        </p:nvSpPr>
        <p:spPr>
          <a:xfrm>
            <a:off x="1981200" y="457200"/>
            <a:ext cx="8229600" cy="1143000"/>
          </a:xfrm>
        </p:spPr>
        <p:txBody>
          <a:bodyPr>
            <a:normAutofit fontScale="90000"/>
          </a:bodyPr>
          <a:lstStyle/>
          <a:p>
            <a:pPr eaLnBrk="1" hangingPunct="1"/>
            <a:r>
              <a:rPr lang="en-US" altLang="fr-FR" b="1">
                <a:ln>
                  <a:noFill/>
                </a:ln>
                <a:solidFill>
                  <a:schemeClr val="bg1"/>
                </a:solidFill>
              </a:rPr>
              <a:t>LIFE APPLICATION</a:t>
            </a:r>
            <a:br>
              <a:rPr lang="en-US" altLang="fr-FR" b="1">
                <a:ln>
                  <a:noFill/>
                </a:ln>
                <a:solidFill>
                  <a:schemeClr val="bg1"/>
                </a:solidFill>
              </a:rPr>
            </a:br>
            <a:r>
              <a:rPr lang="en-US" altLang="fr-FR" b="1">
                <a:ln>
                  <a:noFill/>
                </a:ln>
                <a:solidFill>
                  <a:schemeClr val="bg1"/>
                </a:solidFill>
              </a:rPr>
              <a:t>QUESTIONS</a:t>
            </a:r>
          </a:p>
        </p:txBody>
      </p:sp>
      <p:sp>
        <p:nvSpPr>
          <p:cNvPr id="391172" name="Footer Placeholder 3">
            <a:extLst>
              <a:ext uri="{FF2B5EF4-FFF2-40B4-BE49-F238E27FC236}">
                <a16:creationId xmlns:a16="http://schemas.microsoft.com/office/drawing/2014/main" id="{DFC13ACB-3197-4E38-8565-D69406D75E79}"/>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91173" name="Slide Number Placeholder 4">
            <a:extLst>
              <a:ext uri="{FF2B5EF4-FFF2-40B4-BE49-F238E27FC236}">
                <a16:creationId xmlns:a16="http://schemas.microsoft.com/office/drawing/2014/main" id="{D3C5840D-E00D-44C6-AB76-EB78E8B4BA9D}"/>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Content Placeholder 2">
            <a:extLst>
              <a:ext uri="{FF2B5EF4-FFF2-40B4-BE49-F238E27FC236}">
                <a16:creationId xmlns:a16="http://schemas.microsoft.com/office/drawing/2014/main" id="{D83F3C11-B4D3-45D7-B381-A0D177AC5342}"/>
              </a:ext>
            </a:extLst>
          </p:cNvPr>
          <p:cNvSpPr>
            <a:spLocks noGrp="1" noChangeArrowheads="1"/>
          </p:cNvSpPr>
          <p:nvPr>
            <p:ph idx="1"/>
          </p:nvPr>
        </p:nvSpPr>
        <p:spPr>
          <a:xfrm>
            <a:off x="2286000" y="1219201"/>
            <a:ext cx="3962400" cy="4327525"/>
          </a:xfrm>
        </p:spPr>
        <p:txBody>
          <a:bodyPr/>
          <a:lstStyle/>
          <a:p>
            <a:pPr marL="0" indent="0">
              <a:buNone/>
            </a:pPr>
            <a:r>
              <a:rPr lang="en-US" altLang="fr-FR" sz="3000"/>
              <a:t>Even though I sometimes feel as though one person cannot do much to stop deforestation and industrial pollution, besides financially supporting some protest groups…</a:t>
            </a:r>
          </a:p>
          <a:p>
            <a:pPr marL="0" indent="0">
              <a:buNone/>
            </a:pPr>
            <a:endParaRPr lang="en-US" altLang="fr-FR" sz="3000"/>
          </a:p>
          <a:p>
            <a:pPr marL="0" indent="0">
              <a:buNone/>
            </a:pPr>
            <a:endParaRPr lang="en-US" altLang="fr-FR" sz="3000"/>
          </a:p>
        </p:txBody>
      </p:sp>
      <p:sp>
        <p:nvSpPr>
          <p:cNvPr id="393219" name="Footer Placeholder 3">
            <a:extLst>
              <a:ext uri="{FF2B5EF4-FFF2-40B4-BE49-F238E27FC236}">
                <a16:creationId xmlns:a16="http://schemas.microsoft.com/office/drawing/2014/main" id="{DD86832F-EDA0-40B1-8621-BD50A4B91155}"/>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93220" name="Slide Number Placeholder 4">
            <a:extLst>
              <a:ext uri="{FF2B5EF4-FFF2-40B4-BE49-F238E27FC236}">
                <a16:creationId xmlns:a16="http://schemas.microsoft.com/office/drawing/2014/main" id="{B60A48E0-C1B1-4369-B62B-0995851ECF15}"/>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32</a:t>
            </a:r>
          </a:p>
        </p:txBody>
      </p:sp>
      <p:pic>
        <p:nvPicPr>
          <p:cNvPr id="393221" name="Picture 2" descr="C:\Users\thomasn\Downloads\99508725.jpg">
            <a:extLst>
              <a:ext uri="{FF2B5EF4-FFF2-40B4-BE49-F238E27FC236}">
                <a16:creationId xmlns:a16="http://schemas.microsoft.com/office/drawing/2014/main" id="{E80A0424-760A-4B21-BB41-74095D0FAC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8600" y="1143000"/>
            <a:ext cx="2540000" cy="460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Content Placeholder 2">
            <a:extLst>
              <a:ext uri="{FF2B5EF4-FFF2-40B4-BE49-F238E27FC236}">
                <a16:creationId xmlns:a16="http://schemas.microsoft.com/office/drawing/2014/main" id="{B1CC46AD-0A07-43DD-AC90-161E8335E4BA}"/>
              </a:ext>
            </a:extLst>
          </p:cNvPr>
          <p:cNvSpPr>
            <a:spLocks noGrp="1" noChangeArrowheads="1"/>
          </p:cNvSpPr>
          <p:nvPr>
            <p:ph idx="1"/>
          </p:nvPr>
        </p:nvSpPr>
        <p:spPr>
          <a:xfrm>
            <a:off x="6248400" y="1295400"/>
            <a:ext cx="3733800" cy="4114800"/>
          </a:xfrm>
        </p:spPr>
        <p:txBody>
          <a:bodyPr/>
          <a:lstStyle/>
          <a:p>
            <a:pPr marL="0" indent="0">
              <a:buNone/>
            </a:pPr>
            <a:r>
              <a:rPr lang="en-US" altLang="fr-FR" sz="3000"/>
              <a:t>…what choices can I make, such as the ways I use energy and plastics, that will contribute even in a small way to protecting the environment?</a:t>
            </a:r>
          </a:p>
          <a:p>
            <a:pPr marL="0" indent="0"/>
            <a:endParaRPr lang="en-US" altLang="fr-FR" sz="3000"/>
          </a:p>
        </p:txBody>
      </p:sp>
      <p:sp>
        <p:nvSpPr>
          <p:cNvPr id="395267" name="Footer Placeholder 3">
            <a:extLst>
              <a:ext uri="{FF2B5EF4-FFF2-40B4-BE49-F238E27FC236}">
                <a16:creationId xmlns:a16="http://schemas.microsoft.com/office/drawing/2014/main" id="{62AF1DA5-3CB4-4D09-AD4F-9CAB09C6F5E8}"/>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95268" name="Slide Number Placeholder 4">
            <a:extLst>
              <a:ext uri="{FF2B5EF4-FFF2-40B4-BE49-F238E27FC236}">
                <a16:creationId xmlns:a16="http://schemas.microsoft.com/office/drawing/2014/main" id="{2EB04086-E74C-4FB0-8719-303C3450F1A6}"/>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33</a:t>
            </a:r>
          </a:p>
        </p:txBody>
      </p:sp>
      <p:pic>
        <p:nvPicPr>
          <p:cNvPr id="395269" name="Picture 2" descr="C:\Users\thomasn\Downloads\99508725.jpg">
            <a:extLst>
              <a:ext uri="{FF2B5EF4-FFF2-40B4-BE49-F238E27FC236}">
                <a16:creationId xmlns:a16="http://schemas.microsoft.com/office/drawing/2014/main" id="{6B3A331C-3CDE-4D4E-A095-16567F54A7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143000"/>
            <a:ext cx="2540000" cy="460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Content Placeholder 2">
            <a:extLst>
              <a:ext uri="{FF2B5EF4-FFF2-40B4-BE49-F238E27FC236}">
                <a16:creationId xmlns:a16="http://schemas.microsoft.com/office/drawing/2014/main" id="{B037E46F-EEA0-4D8E-B772-25902FCE9CD3}"/>
              </a:ext>
            </a:extLst>
          </p:cNvPr>
          <p:cNvSpPr>
            <a:spLocks noGrp="1" noChangeArrowheads="1"/>
          </p:cNvSpPr>
          <p:nvPr>
            <p:ph idx="1"/>
          </p:nvPr>
        </p:nvSpPr>
        <p:spPr>
          <a:xfrm>
            <a:off x="2362200" y="1698626"/>
            <a:ext cx="4038600" cy="3406775"/>
          </a:xfrm>
        </p:spPr>
        <p:txBody>
          <a:bodyPr/>
          <a:lstStyle/>
          <a:p>
            <a:pPr marL="0" indent="0">
              <a:buNone/>
            </a:pPr>
            <a:r>
              <a:rPr lang="en-US" altLang="fr-FR" sz="3000"/>
              <a:t>Shawn has a </a:t>
            </a:r>
            <a:r>
              <a:rPr lang="en-US" altLang="en-US" sz="3000"/>
              <a:t>“</a:t>
            </a:r>
            <a:r>
              <a:rPr lang="en-US" altLang="fr-FR" sz="3000"/>
              <a:t>green</a:t>
            </a:r>
            <a:r>
              <a:rPr lang="en-US" altLang="en-US" sz="3000"/>
              <a:t>”</a:t>
            </a:r>
            <a:r>
              <a:rPr lang="en-US" altLang="fr-FR" sz="3000"/>
              <a:t> friend who is highly vocal about environmental issues, but she</a:t>
            </a:r>
            <a:r>
              <a:rPr lang="en-US" altLang="en-US" sz="3000"/>
              <a:t>’</a:t>
            </a:r>
            <a:r>
              <a:rPr lang="en-US" altLang="fr-FR" sz="3000"/>
              <a:t>s skeptical of Shawn</a:t>
            </a:r>
            <a:r>
              <a:rPr lang="en-US" altLang="en-US" sz="3000"/>
              <a:t>’</a:t>
            </a:r>
            <a:r>
              <a:rPr lang="en-US" altLang="fr-FR" sz="3000"/>
              <a:t>s choice to be a vegetarian. </a:t>
            </a:r>
          </a:p>
          <a:p>
            <a:pPr marL="0" indent="0">
              <a:buNone/>
            </a:pPr>
            <a:endParaRPr lang="en-US" altLang="fr-FR" sz="3000"/>
          </a:p>
        </p:txBody>
      </p:sp>
      <p:sp>
        <p:nvSpPr>
          <p:cNvPr id="397315" name="Footer Placeholder 3">
            <a:extLst>
              <a:ext uri="{FF2B5EF4-FFF2-40B4-BE49-F238E27FC236}">
                <a16:creationId xmlns:a16="http://schemas.microsoft.com/office/drawing/2014/main" id="{90AFD70E-88BB-429F-A2F7-BE3CDB2CD33D}"/>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97316" name="Slide Number Placeholder 4">
            <a:extLst>
              <a:ext uri="{FF2B5EF4-FFF2-40B4-BE49-F238E27FC236}">
                <a16:creationId xmlns:a16="http://schemas.microsoft.com/office/drawing/2014/main" id="{D78DA65E-3AB9-4BF2-AE07-9979F1514B1D}"/>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34</a:t>
            </a:r>
          </a:p>
        </p:txBody>
      </p:sp>
      <p:pic>
        <p:nvPicPr>
          <p:cNvPr id="397317" name="Picture 2" descr="C:\Users\thomasn\Pictures\Thinkstock hmpix4\Thinkstock Nancy\Food or drink\153003185.jpg">
            <a:extLst>
              <a:ext uri="{FF2B5EF4-FFF2-40B4-BE49-F238E27FC236}">
                <a16:creationId xmlns:a16="http://schemas.microsoft.com/office/drawing/2014/main" id="{1D3ED393-4F57-464A-9562-706A93CC93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2801" y="1030288"/>
            <a:ext cx="3121025" cy="468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Content Placeholder 2">
            <a:extLst>
              <a:ext uri="{FF2B5EF4-FFF2-40B4-BE49-F238E27FC236}">
                <a16:creationId xmlns:a16="http://schemas.microsoft.com/office/drawing/2014/main" id="{799AA3BC-0BD2-4131-AFEE-60A54A156176}"/>
              </a:ext>
            </a:extLst>
          </p:cNvPr>
          <p:cNvSpPr>
            <a:spLocks noGrp="1" noChangeArrowheads="1"/>
          </p:cNvSpPr>
          <p:nvPr>
            <p:ph idx="1"/>
          </p:nvPr>
        </p:nvSpPr>
        <p:spPr>
          <a:xfrm>
            <a:off x="6172200" y="1638300"/>
            <a:ext cx="3962400" cy="3581400"/>
          </a:xfrm>
        </p:spPr>
        <p:txBody>
          <a:bodyPr/>
          <a:lstStyle/>
          <a:p>
            <a:pPr marL="0" indent="0">
              <a:buNone/>
            </a:pPr>
            <a:r>
              <a:rPr lang="en-US" altLang="fr-FR" sz="3000"/>
              <a:t>Which advantages of a vegetarian diet could Shawn point out that would meet with her friend</a:t>
            </a:r>
            <a:r>
              <a:rPr lang="en-US" altLang="en-US" sz="3000"/>
              <a:t>’</a:t>
            </a:r>
            <a:r>
              <a:rPr lang="en-US" altLang="fr-FR" sz="3000"/>
              <a:t>s approval as an environmentalist?</a:t>
            </a:r>
          </a:p>
          <a:p>
            <a:pPr marL="0" indent="0"/>
            <a:endParaRPr lang="en-US" altLang="fr-FR" sz="3000"/>
          </a:p>
        </p:txBody>
      </p:sp>
      <p:sp>
        <p:nvSpPr>
          <p:cNvPr id="399363" name="Footer Placeholder 3">
            <a:extLst>
              <a:ext uri="{FF2B5EF4-FFF2-40B4-BE49-F238E27FC236}">
                <a16:creationId xmlns:a16="http://schemas.microsoft.com/office/drawing/2014/main" id="{E98B5D36-979C-4798-A3CC-DC232BFD7504}"/>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399364" name="Slide Number Placeholder 4">
            <a:extLst>
              <a:ext uri="{FF2B5EF4-FFF2-40B4-BE49-F238E27FC236}">
                <a16:creationId xmlns:a16="http://schemas.microsoft.com/office/drawing/2014/main" id="{B6C55571-DBE5-46BA-9CE7-240FDFAD33AE}"/>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35</a:t>
            </a:r>
          </a:p>
        </p:txBody>
      </p:sp>
      <p:pic>
        <p:nvPicPr>
          <p:cNvPr id="399365" name="Picture 2" descr="C:\Users\thomasn\Pictures\Thinkstock hmpix4\Thinkstock Nancy\Food or drink\153003185.jpg">
            <a:extLst>
              <a:ext uri="{FF2B5EF4-FFF2-40B4-BE49-F238E27FC236}">
                <a16:creationId xmlns:a16="http://schemas.microsoft.com/office/drawing/2014/main" id="{62F99653-1490-4C52-BA45-2BBFB6DF8B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1" y="1030288"/>
            <a:ext cx="3121025" cy="468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2FEE0E-AAD3-4C5A-9771-76340F4E7722}"/>
              </a:ext>
            </a:extLst>
          </p:cNvPr>
          <p:cNvSpPr>
            <a:spLocks noGrp="1"/>
          </p:cNvSpPr>
          <p:nvPr>
            <p:ph idx="1"/>
          </p:nvPr>
        </p:nvSpPr>
        <p:spPr>
          <a:xfrm>
            <a:off x="1981200" y="2179638"/>
            <a:ext cx="5638800" cy="2468562"/>
          </a:xfrm>
        </p:spPr>
        <p:txBody>
          <a:bodyPr rtlCol="0">
            <a:normAutofit/>
          </a:bodyPr>
          <a:lstStyle/>
          <a:p>
            <a:pPr marL="0" indent="0">
              <a:buNone/>
              <a:defRPr/>
            </a:pPr>
            <a:r>
              <a:rPr lang="en-US" sz="3000" dirty="0"/>
              <a:t>Education can often lead to more informed choices about family size population growth and better quality of life and health to all. </a:t>
            </a:r>
          </a:p>
          <a:p>
            <a:pPr>
              <a:defRPr/>
            </a:pPr>
            <a:endParaRPr lang="en-US" sz="3000" dirty="0"/>
          </a:p>
        </p:txBody>
      </p:sp>
      <p:sp>
        <p:nvSpPr>
          <p:cNvPr id="401411" name="Footer Placeholder 3">
            <a:extLst>
              <a:ext uri="{FF2B5EF4-FFF2-40B4-BE49-F238E27FC236}">
                <a16:creationId xmlns:a16="http://schemas.microsoft.com/office/drawing/2014/main" id="{F9C70ABF-A6A9-43AB-AE03-D1649B6324FE}"/>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401412" name="Slide Number Placeholder 4">
            <a:extLst>
              <a:ext uri="{FF2B5EF4-FFF2-40B4-BE49-F238E27FC236}">
                <a16:creationId xmlns:a16="http://schemas.microsoft.com/office/drawing/2014/main" id="{E3F61DF0-454B-4018-A3E4-0655FDDBC1BB}"/>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36</a:t>
            </a:r>
          </a:p>
        </p:txBody>
      </p:sp>
      <p:pic>
        <p:nvPicPr>
          <p:cNvPr id="401413" name="Picture 2" descr="C:\Users\thomasn\Downloads\147059898.jpg">
            <a:extLst>
              <a:ext uri="{FF2B5EF4-FFF2-40B4-BE49-F238E27FC236}">
                <a16:creationId xmlns:a16="http://schemas.microsoft.com/office/drawing/2014/main" id="{596B0483-5A1F-46B2-9F16-B29CA2BFEB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8600" y="1143000"/>
            <a:ext cx="2438400" cy="459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Content Placeholder 2">
            <a:extLst>
              <a:ext uri="{FF2B5EF4-FFF2-40B4-BE49-F238E27FC236}">
                <a16:creationId xmlns:a16="http://schemas.microsoft.com/office/drawing/2014/main" id="{5325E655-DEEB-4364-8AFD-0ABA5D971C24}"/>
              </a:ext>
            </a:extLst>
          </p:cNvPr>
          <p:cNvSpPr>
            <a:spLocks noGrp="1" noChangeArrowheads="1"/>
          </p:cNvSpPr>
          <p:nvPr>
            <p:ph idx="1"/>
          </p:nvPr>
        </p:nvSpPr>
        <p:spPr>
          <a:xfrm>
            <a:off x="2133600" y="1874838"/>
            <a:ext cx="5638800" cy="4525962"/>
          </a:xfrm>
        </p:spPr>
        <p:txBody>
          <a:bodyPr/>
          <a:lstStyle/>
          <a:p>
            <a:pPr marL="0" indent="0">
              <a:buNone/>
            </a:pPr>
            <a:r>
              <a:rPr lang="en-US" altLang="fr-FR" sz="3000"/>
              <a:t>What can I do to support the efforts of groups that run educational institutions and programs in countries where poverty drastically reduces the quality of life for many families?</a:t>
            </a:r>
          </a:p>
          <a:p>
            <a:pPr marL="0" indent="0">
              <a:buNone/>
            </a:pPr>
            <a:endParaRPr lang="en-US" altLang="fr-FR" sz="3000"/>
          </a:p>
        </p:txBody>
      </p:sp>
      <p:sp>
        <p:nvSpPr>
          <p:cNvPr id="403459" name="Footer Placeholder 3">
            <a:extLst>
              <a:ext uri="{FF2B5EF4-FFF2-40B4-BE49-F238E27FC236}">
                <a16:creationId xmlns:a16="http://schemas.microsoft.com/office/drawing/2014/main" id="{B2C14910-06C8-43B8-9C99-F8820E42D78D}"/>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403460" name="Slide Number Placeholder 4">
            <a:extLst>
              <a:ext uri="{FF2B5EF4-FFF2-40B4-BE49-F238E27FC236}">
                <a16:creationId xmlns:a16="http://schemas.microsoft.com/office/drawing/2014/main" id="{F233EDE1-906B-4AC4-8919-75004995E729}"/>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37</a:t>
            </a:r>
          </a:p>
        </p:txBody>
      </p:sp>
      <p:pic>
        <p:nvPicPr>
          <p:cNvPr id="403461" name="Picture 2" descr="C:\Users\thomasn\Downloads\147059898.jpg">
            <a:extLst>
              <a:ext uri="{FF2B5EF4-FFF2-40B4-BE49-F238E27FC236}">
                <a16:creationId xmlns:a16="http://schemas.microsoft.com/office/drawing/2014/main" id="{AF52F4A3-5663-45F5-8BD1-7FEC4FF037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8600" y="1219200"/>
            <a:ext cx="2438400" cy="459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Content Placeholder 2">
            <a:extLst>
              <a:ext uri="{FF2B5EF4-FFF2-40B4-BE49-F238E27FC236}">
                <a16:creationId xmlns:a16="http://schemas.microsoft.com/office/drawing/2014/main" id="{5F1CFE90-5844-4C14-B8AD-DC7C3F6F112E}"/>
              </a:ext>
            </a:extLst>
          </p:cNvPr>
          <p:cNvSpPr>
            <a:spLocks noGrp="1" noChangeArrowheads="1"/>
          </p:cNvSpPr>
          <p:nvPr>
            <p:ph idx="1"/>
          </p:nvPr>
        </p:nvSpPr>
        <p:spPr>
          <a:xfrm>
            <a:off x="1981200" y="1143000"/>
            <a:ext cx="3733800" cy="4419600"/>
          </a:xfrm>
        </p:spPr>
        <p:txBody>
          <a:bodyPr/>
          <a:lstStyle/>
          <a:p>
            <a:pPr marL="0" indent="0">
              <a:buNone/>
            </a:pPr>
            <a:r>
              <a:rPr lang="en-US" altLang="fr-FR" sz="3000"/>
              <a:t>Have I experienced any of the Seasonal Affective Disorder (SAD) symptoms, such as depression and irritability in the winter months, or when spending time indoors?</a:t>
            </a:r>
          </a:p>
        </p:txBody>
      </p:sp>
      <p:sp>
        <p:nvSpPr>
          <p:cNvPr id="405507" name="Footer Placeholder 3">
            <a:extLst>
              <a:ext uri="{FF2B5EF4-FFF2-40B4-BE49-F238E27FC236}">
                <a16:creationId xmlns:a16="http://schemas.microsoft.com/office/drawing/2014/main" id="{DE19C5CE-0E34-442F-9CAF-6F06DE38C5BE}"/>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405508" name="Slide Number Placeholder 4">
            <a:extLst>
              <a:ext uri="{FF2B5EF4-FFF2-40B4-BE49-F238E27FC236}">
                <a16:creationId xmlns:a16="http://schemas.microsoft.com/office/drawing/2014/main" id="{82432B6C-D63A-42C5-8110-BE0756B581C0}"/>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38</a:t>
            </a:r>
          </a:p>
        </p:txBody>
      </p:sp>
      <p:pic>
        <p:nvPicPr>
          <p:cNvPr id="405509" name="Picture 2" descr="C:\Users\thomasn\Pictures\Thinkstock hmpix4\Thinkstock Nancy\people\138090514.jpg">
            <a:extLst>
              <a:ext uri="{FF2B5EF4-FFF2-40B4-BE49-F238E27FC236}">
                <a16:creationId xmlns:a16="http://schemas.microsoft.com/office/drawing/2014/main" id="{12F1A62C-1CC6-4FC9-ACC5-96656DBA2A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0664" y="1219200"/>
            <a:ext cx="3944937" cy="439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Content Placeholder 2">
            <a:extLst>
              <a:ext uri="{FF2B5EF4-FFF2-40B4-BE49-F238E27FC236}">
                <a16:creationId xmlns:a16="http://schemas.microsoft.com/office/drawing/2014/main" id="{5A2A2A90-B8F3-4E7A-A3FD-BB55B696A57B}"/>
              </a:ext>
            </a:extLst>
          </p:cNvPr>
          <p:cNvSpPr>
            <a:spLocks noGrp="1" noChangeArrowheads="1"/>
          </p:cNvSpPr>
          <p:nvPr>
            <p:ph idx="1"/>
          </p:nvPr>
        </p:nvSpPr>
        <p:spPr>
          <a:xfrm>
            <a:off x="1981200" y="1905000"/>
            <a:ext cx="3886200" cy="2971800"/>
          </a:xfrm>
        </p:spPr>
        <p:txBody>
          <a:bodyPr/>
          <a:lstStyle/>
          <a:p>
            <a:pPr marL="0" indent="0">
              <a:buNone/>
            </a:pPr>
            <a:r>
              <a:rPr lang="en-US" altLang="fr-FR" sz="3000"/>
              <a:t>How can I change my program in order to spend a carefully regulated amount of time in the sunshine? </a:t>
            </a:r>
          </a:p>
        </p:txBody>
      </p:sp>
      <p:sp>
        <p:nvSpPr>
          <p:cNvPr id="407555" name="Footer Placeholder 3">
            <a:extLst>
              <a:ext uri="{FF2B5EF4-FFF2-40B4-BE49-F238E27FC236}">
                <a16:creationId xmlns:a16="http://schemas.microsoft.com/office/drawing/2014/main" id="{BC9AD303-010F-493B-B2A8-71DEFB587746}"/>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407556" name="Slide Number Placeholder 4">
            <a:extLst>
              <a:ext uri="{FF2B5EF4-FFF2-40B4-BE49-F238E27FC236}">
                <a16:creationId xmlns:a16="http://schemas.microsoft.com/office/drawing/2014/main" id="{16E091B3-2D22-4DAC-B816-364A4B8CBC0C}"/>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39</a:t>
            </a:r>
          </a:p>
        </p:txBody>
      </p:sp>
      <p:pic>
        <p:nvPicPr>
          <p:cNvPr id="407557" name="Picture 2" descr="C:\Users\thomasn\Pictures\Thinkstock hmpix4\Thinkstock Nancy\people\139385468.jpg">
            <a:extLst>
              <a:ext uri="{FF2B5EF4-FFF2-40B4-BE49-F238E27FC236}">
                <a16:creationId xmlns:a16="http://schemas.microsoft.com/office/drawing/2014/main" id="{FD55D41E-A047-4202-AAD8-863EA9315C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0488" y="685800"/>
            <a:ext cx="3846512" cy="545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Content Placeholder 2">
            <a:extLst>
              <a:ext uri="{FF2B5EF4-FFF2-40B4-BE49-F238E27FC236}">
                <a16:creationId xmlns:a16="http://schemas.microsoft.com/office/drawing/2014/main" id="{AD30C9AC-A972-4E46-B1F1-18611383D94E}"/>
              </a:ext>
            </a:extLst>
          </p:cNvPr>
          <p:cNvSpPr>
            <a:spLocks noGrp="1" noChangeArrowheads="1"/>
          </p:cNvSpPr>
          <p:nvPr>
            <p:ph idx="1"/>
          </p:nvPr>
        </p:nvSpPr>
        <p:spPr>
          <a:xfrm>
            <a:off x="1981200" y="1219200"/>
            <a:ext cx="3657600" cy="4343400"/>
          </a:xfrm>
        </p:spPr>
        <p:txBody>
          <a:bodyPr/>
          <a:lstStyle/>
          <a:p>
            <a:pPr marL="0" indent="0">
              <a:buNone/>
            </a:pPr>
            <a:r>
              <a:rPr lang="en-US" altLang="fr-FR" sz="3000"/>
              <a:t>Are there children in my community or family that need encouragement to spend time outdoors, or who need caution to limit their exposure to too much sunshine?</a:t>
            </a:r>
          </a:p>
        </p:txBody>
      </p:sp>
      <p:sp>
        <p:nvSpPr>
          <p:cNvPr id="409603" name="Footer Placeholder 3">
            <a:extLst>
              <a:ext uri="{FF2B5EF4-FFF2-40B4-BE49-F238E27FC236}">
                <a16:creationId xmlns:a16="http://schemas.microsoft.com/office/drawing/2014/main" id="{0BEF91FB-D07A-4AF1-9C3E-822890AB73F8}"/>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409604" name="Slide Number Placeholder 4">
            <a:extLst>
              <a:ext uri="{FF2B5EF4-FFF2-40B4-BE49-F238E27FC236}">
                <a16:creationId xmlns:a16="http://schemas.microsoft.com/office/drawing/2014/main" id="{E0B7FBF2-EA9E-4084-BE27-5F1631B23010}"/>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40</a:t>
            </a:r>
          </a:p>
        </p:txBody>
      </p:sp>
      <p:pic>
        <p:nvPicPr>
          <p:cNvPr id="409605" name="Picture 2" descr="C:\Users\thomasn\Downloads\83113720.jpg">
            <a:extLst>
              <a:ext uri="{FF2B5EF4-FFF2-40B4-BE49-F238E27FC236}">
                <a16:creationId xmlns:a16="http://schemas.microsoft.com/office/drawing/2014/main" id="{F78DB62A-B0AA-46CC-9422-8C7FE81DB1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6389" y="609601"/>
            <a:ext cx="3760787" cy="563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064A64-1E0D-456C-8DD5-D921BA31987D}"/>
              </a:ext>
            </a:extLst>
          </p:cNvPr>
          <p:cNvSpPr>
            <a:spLocks noGrp="1"/>
          </p:cNvSpPr>
          <p:nvPr>
            <p:ph idx="1"/>
          </p:nvPr>
        </p:nvSpPr>
        <p:spPr>
          <a:xfrm>
            <a:off x="1981200" y="2286000"/>
            <a:ext cx="4953000" cy="2362200"/>
          </a:xfrm>
        </p:spPr>
        <p:txBody>
          <a:bodyPr rtlCol="0">
            <a:normAutofit/>
          </a:bodyPr>
          <a:lstStyle/>
          <a:p>
            <a:pPr marL="0" indent="0">
              <a:buNone/>
              <a:defRPr/>
            </a:pPr>
            <a:r>
              <a:rPr lang="en-US" sz="3000" dirty="0"/>
              <a:t>Which pollutants are my body being exposed to? </a:t>
            </a:r>
          </a:p>
          <a:p>
            <a:pPr marL="0" indent="0">
              <a:buNone/>
              <a:defRPr/>
            </a:pPr>
            <a:r>
              <a:rPr lang="en-US" sz="3000" dirty="0"/>
              <a:t>Which of these can I limit or eliminate altogether? </a:t>
            </a:r>
          </a:p>
          <a:p>
            <a:pPr>
              <a:defRPr/>
            </a:pPr>
            <a:endParaRPr lang="en-US" sz="3000" dirty="0"/>
          </a:p>
        </p:txBody>
      </p:sp>
      <p:sp>
        <p:nvSpPr>
          <p:cNvPr id="411651" name="Footer Placeholder 3">
            <a:extLst>
              <a:ext uri="{FF2B5EF4-FFF2-40B4-BE49-F238E27FC236}">
                <a16:creationId xmlns:a16="http://schemas.microsoft.com/office/drawing/2014/main" id="{F06F8EB6-42C4-4213-9904-7F4FE1086189}"/>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411652" name="Slide Number Placeholder 4">
            <a:extLst>
              <a:ext uri="{FF2B5EF4-FFF2-40B4-BE49-F238E27FC236}">
                <a16:creationId xmlns:a16="http://schemas.microsoft.com/office/drawing/2014/main" id="{A29547A2-6434-4958-88ED-A5610512F560}"/>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41</a:t>
            </a:r>
          </a:p>
        </p:txBody>
      </p:sp>
      <p:pic>
        <p:nvPicPr>
          <p:cNvPr id="10242" name="Picture 2" descr="C:\Users\thomasn\Pictures\Thinkstock hmpix4\Thinkstock Nancy\Tobacco &amp; You\140411672 - smoke.jpg">
            <a:extLst>
              <a:ext uri="{FF2B5EF4-FFF2-40B4-BE49-F238E27FC236}">
                <a16:creationId xmlns:a16="http://schemas.microsoft.com/office/drawing/2014/main" id="{65C9FC6C-AD54-4B2A-9769-B1AF69BCB7E7}"/>
              </a:ext>
            </a:extLst>
          </p:cNvPr>
          <p:cNvPicPr>
            <a:picLocks noChangeAspect="1" noChangeArrowheads="1"/>
          </p:cNvPicPr>
          <p:nvPr/>
        </p:nvPicPr>
        <p:blipFill rotWithShape="1">
          <a:blip r:embed="rId3" cstate="email"/>
          <a:srcRect/>
          <a:stretch/>
        </p:blipFill>
        <p:spPr bwMode="auto">
          <a:xfrm>
            <a:off x="8001001" y="1066800"/>
            <a:ext cx="2047461" cy="4779212"/>
          </a:xfrm>
          <a:prstGeom prst="rect">
            <a:avLst/>
          </a:prstGeom>
          <a:ln>
            <a:noFill/>
          </a:ln>
          <a:effectLst>
            <a:softEdge rad="112500"/>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4F3823-F31D-4659-A572-DDF77CC5F606}"/>
              </a:ext>
            </a:extLst>
          </p:cNvPr>
          <p:cNvSpPr>
            <a:spLocks noGrp="1"/>
          </p:cNvSpPr>
          <p:nvPr>
            <p:ph idx="1"/>
          </p:nvPr>
        </p:nvSpPr>
        <p:spPr>
          <a:xfrm>
            <a:off x="1981200" y="1524000"/>
            <a:ext cx="5181600" cy="3733800"/>
          </a:xfrm>
        </p:spPr>
        <p:txBody>
          <a:bodyPr rtlCol="0">
            <a:normAutofit/>
          </a:bodyPr>
          <a:lstStyle/>
          <a:p>
            <a:pPr marL="0" indent="0">
              <a:buNone/>
              <a:defRPr/>
            </a:pPr>
            <a:r>
              <a:rPr lang="en-US" sz="3000" dirty="0"/>
              <a:t>Are some of my choices exposing me to chemicals or substances that might give me passing gratification but have harmful effects in the long-term?</a:t>
            </a:r>
          </a:p>
          <a:p>
            <a:pPr>
              <a:defRPr/>
            </a:pPr>
            <a:endParaRPr lang="en-US" sz="3000" dirty="0"/>
          </a:p>
        </p:txBody>
      </p:sp>
      <p:sp>
        <p:nvSpPr>
          <p:cNvPr id="413699" name="Footer Placeholder 3">
            <a:extLst>
              <a:ext uri="{FF2B5EF4-FFF2-40B4-BE49-F238E27FC236}">
                <a16:creationId xmlns:a16="http://schemas.microsoft.com/office/drawing/2014/main" id="{DFEA989F-41FE-434D-B088-512AF0AC9200}"/>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413700" name="Slide Number Placeholder 4">
            <a:extLst>
              <a:ext uri="{FF2B5EF4-FFF2-40B4-BE49-F238E27FC236}">
                <a16:creationId xmlns:a16="http://schemas.microsoft.com/office/drawing/2014/main" id="{EAC25E64-2E42-418B-9CDD-69EE0F830FCF}"/>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42</a:t>
            </a:r>
          </a:p>
        </p:txBody>
      </p:sp>
      <p:pic>
        <p:nvPicPr>
          <p:cNvPr id="10242" name="Picture 2" descr="C:\Users\thomasn\Pictures\Thinkstock hmpix4\Thinkstock Nancy\Tobacco &amp; You\140411672 - smoke.jpg">
            <a:extLst>
              <a:ext uri="{FF2B5EF4-FFF2-40B4-BE49-F238E27FC236}">
                <a16:creationId xmlns:a16="http://schemas.microsoft.com/office/drawing/2014/main" id="{A9DFF5CA-B38C-4A72-9673-564C796EBA4A}"/>
              </a:ext>
            </a:extLst>
          </p:cNvPr>
          <p:cNvPicPr>
            <a:picLocks noChangeAspect="1" noChangeArrowheads="1"/>
          </p:cNvPicPr>
          <p:nvPr/>
        </p:nvPicPr>
        <p:blipFill rotWithShape="1">
          <a:blip r:embed="rId3" cstate="email"/>
          <a:srcRect/>
          <a:stretch/>
        </p:blipFill>
        <p:spPr bwMode="auto">
          <a:xfrm>
            <a:off x="8001001" y="1066800"/>
            <a:ext cx="2047461" cy="4779212"/>
          </a:xfrm>
          <a:prstGeom prst="rect">
            <a:avLst/>
          </a:prstGeom>
          <a:ln>
            <a:noFill/>
          </a:ln>
          <a:effectLst>
            <a:softEdge rad="112500"/>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Content Placeholder 2">
            <a:extLst>
              <a:ext uri="{FF2B5EF4-FFF2-40B4-BE49-F238E27FC236}">
                <a16:creationId xmlns:a16="http://schemas.microsoft.com/office/drawing/2014/main" id="{76039275-F284-465F-A7EB-3BC3EFD79F3E}"/>
              </a:ext>
            </a:extLst>
          </p:cNvPr>
          <p:cNvSpPr>
            <a:spLocks noGrp="1" noChangeArrowheads="1"/>
          </p:cNvSpPr>
          <p:nvPr>
            <p:ph idx="1"/>
          </p:nvPr>
        </p:nvSpPr>
        <p:spPr>
          <a:xfrm>
            <a:off x="1981200" y="1219201"/>
            <a:ext cx="4343400" cy="4525963"/>
          </a:xfrm>
        </p:spPr>
        <p:txBody>
          <a:bodyPr/>
          <a:lstStyle/>
          <a:p>
            <a:pPr marL="0" indent="0">
              <a:spcAft>
                <a:spcPct val="0"/>
              </a:spcAft>
              <a:buNone/>
            </a:pPr>
            <a:r>
              <a:rPr lang="en-US" altLang="fr-FR"/>
              <a:t>How am I contributing emotionally and spiritually to the following environments: home, work, school, church, community? </a:t>
            </a:r>
          </a:p>
          <a:p>
            <a:pPr marL="0" indent="0">
              <a:spcAft>
                <a:spcPct val="0"/>
              </a:spcAft>
              <a:buNone/>
            </a:pPr>
            <a:endParaRPr lang="en-US" altLang="fr-FR"/>
          </a:p>
          <a:p>
            <a:pPr marL="0" indent="0">
              <a:spcAft>
                <a:spcPct val="0"/>
              </a:spcAft>
              <a:buNone/>
            </a:pPr>
            <a:r>
              <a:rPr lang="en-US" altLang="fr-FR"/>
              <a:t>What type of contribution am I making?</a:t>
            </a:r>
          </a:p>
        </p:txBody>
      </p:sp>
      <p:sp>
        <p:nvSpPr>
          <p:cNvPr id="415747" name="Footer Placeholder 3">
            <a:extLst>
              <a:ext uri="{FF2B5EF4-FFF2-40B4-BE49-F238E27FC236}">
                <a16:creationId xmlns:a16="http://schemas.microsoft.com/office/drawing/2014/main" id="{7CD907F1-AD56-40D3-B420-C9539E28BC79}"/>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415748" name="Slide Number Placeholder 4">
            <a:extLst>
              <a:ext uri="{FF2B5EF4-FFF2-40B4-BE49-F238E27FC236}">
                <a16:creationId xmlns:a16="http://schemas.microsoft.com/office/drawing/2014/main" id="{200974CB-719F-4048-AB9B-F89E0E9FDF31}"/>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43</a:t>
            </a:r>
          </a:p>
        </p:txBody>
      </p:sp>
      <p:pic>
        <p:nvPicPr>
          <p:cNvPr id="415749" name="Picture 2" descr="C:\Users\thomasn\Pictures\Thinkstock hmpix4\Thinkstock Nancy\people\139981409 - state of mind.jpg">
            <a:extLst>
              <a:ext uri="{FF2B5EF4-FFF2-40B4-BE49-F238E27FC236}">
                <a16:creationId xmlns:a16="http://schemas.microsoft.com/office/drawing/2014/main" id="{8766200E-03CC-44F1-881E-A5CB6E903D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1" y="1600200"/>
            <a:ext cx="4405313" cy="355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32A443-3283-4BEE-A267-677CB8148359}"/>
              </a:ext>
            </a:extLst>
          </p:cNvPr>
          <p:cNvSpPr>
            <a:spLocks noGrp="1"/>
          </p:cNvSpPr>
          <p:nvPr>
            <p:ph idx="1"/>
          </p:nvPr>
        </p:nvSpPr>
        <p:spPr>
          <a:xfrm>
            <a:off x="1981200" y="914401"/>
            <a:ext cx="4267200" cy="4906963"/>
          </a:xfrm>
        </p:spPr>
        <p:txBody>
          <a:bodyPr rtlCol="0">
            <a:normAutofit/>
          </a:bodyPr>
          <a:lstStyle/>
          <a:p>
            <a:pPr marL="0" indent="0">
              <a:buNone/>
              <a:defRPr/>
            </a:pPr>
            <a:r>
              <a:rPr lang="en-US" dirty="0"/>
              <a:t>Is it causing pollution or peace, strife or sanctuary?</a:t>
            </a:r>
          </a:p>
          <a:p>
            <a:pPr marL="0" indent="0">
              <a:buNone/>
              <a:defRPr/>
            </a:pPr>
            <a:r>
              <a:rPr lang="en-US" dirty="0"/>
              <a:t> </a:t>
            </a:r>
          </a:p>
          <a:p>
            <a:pPr marL="0" indent="0">
              <a:buNone/>
              <a:defRPr/>
            </a:pPr>
            <a:r>
              <a:rPr lang="en-US" dirty="0"/>
              <a:t>What choices can I make, and where can I receive the help I need to stick to my decision to improve and protect my environment?</a:t>
            </a:r>
          </a:p>
          <a:p>
            <a:pPr>
              <a:defRPr/>
            </a:pPr>
            <a:endParaRPr lang="en-US" dirty="0"/>
          </a:p>
        </p:txBody>
      </p:sp>
      <p:sp>
        <p:nvSpPr>
          <p:cNvPr id="417795" name="Footer Placeholder 3">
            <a:extLst>
              <a:ext uri="{FF2B5EF4-FFF2-40B4-BE49-F238E27FC236}">
                <a16:creationId xmlns:a16="http://schemas.microsoft.com/office/drawing/2014/main" id="{B90A6528-9043-4406-92F0-5408A862EC40}"/>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417796" name="Slide Number Placeholder 4">
            <a:extLst>
              <a:ext uri="{FF2B5EF4-FFF2-40B4-BE49-F238E27FC236}">
                <a16:creationId xmlns:a16="http://schemas.microsoft.com/office/drawing/2014/main" id="{E5636B92-B64B-42AD-BE5C-F415AAADA124}"/>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Environment  44</a:t>
            </a:r>
          </a:p>
        </p:txBody>
      </p:sp>
      <p:pic>
        <p:nvPicPr>
          <p:cNvPr id="417797" name="Picture 2" descr="C:\Users\thomasn\Pictures\Thinkstock hmpix4\Thinkstock Nancy\people\139981409 - state of mind.jpg">
            <a:extLst>
              <a:ext uri="{FF2B5EF4-FFF2-40B4-BE49-F238E27FC236}">
                <a16:creationId xmlns:a16="http://schemas.microsoft.com/office/drawing/2014/main" id="{681FB7CB-69DB-4F87-AB65-46BAF1F6C4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1808164"/>
            <a:ext cx="4267200" cy="306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3619</Words>
  <Application>Microsoft Office PowerPoint</Application>
  <PresentationFormat>Widescreen</PresentationFormat>
  <Paragraphs>267</Paragraphs>
  <Slides>44</Slides>
  <Notes>43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44</vt:i4>
      </vt:variant>
    </vt:vector>
  </HeadingPairs>
  <TitlesOfParts>
    <vt:vector size="51" baseType="lpstr">
      <vt:lpstr>MS PGothic</vt:lpstr>
      <vt:lpstr>游ゴシック</vt:lpstr>
      <vt:lpstr>Arial</vt:lpstr>
      <vt:lpstr>Calibri</vt:lpstr>
      <vt:lpstr>Calibri Light</vt:lpstr>
      <vt:lpstr>Humanst521 BT</vt:lpstr>
      <vt:lpstr>Thème Office</vt:lpstr>
      <vt:lpstr>ENVIRONMENT</vt:lpstr>
      <vt:lpstr>Celebrating environment</vt:lpstr>
      <vt:lpstr>Environmental awareness</vt:lpstr>
      <vt:lpstr>Pollution of water</vt:lpstr>
      <vt:lpstr>Now we use lead-free gasoline</vt:lpstr>
      <vt:lpstr>When multiplied by millions, they begin to have a major destructive effect</vt:lpstr>
      <vt:lpstr>Overpopulation: an environmental concern?</vt:lpstr>
      <vt:lpstr>A single automobile may emit  insignificant pollutants</vt:lpstr>
      <vt:lpstr>The effects of overpopulation depend on the ratio of population to sustainable resources</vt:lpstr>
      <vt:lpstr>Overpopulation often damages  a nation’s economy</vt:lpstr>
      <vt:lpstr>PowerPoint Presentation</vt:lpstr>
      <vt:lpstr>Sustainable agriculture</vt:lpstr>
      <vt:lpstr>Deforestation on a massive scale often results in damage to the quality of the land</vt:lpstr>
      <vt:lpstr>The balance between our need for forests and our need for food relates  to the pressures of overpopulation. </vt:lpstr>
      <vt:lpstr> Food is not freely available to all </vt:lpstr>
      <vt:lpstr>Climate change</vt:lpstr>
      <vt:lpstr> Energy conservation is an important part of environment preservation.   34</vt:lpstr>
      <vt:lpstr>Water and air pollution </vt:lpstr>
      <vt:lpstr>Fragmented plastic eventually finds  its way into the ocean</vt:lpstr>
      <vt:lpstr>Hygiene is a fundamental health principle </vt:lpstr>
      <vt:lpstr> Polluted regions may not have immediate health problems </vt:lpstr>
      <vt:lpstr> Children’s asthma rates have increased  </vt:lpstr>
      <vt:lpstr>Solar irradiation</vt:lpstr>
      <vt:lpstr>An appropriate amount of sunshine depends on the pigment of our skin</vt:lpstr>
      <vt:lpstr>Vitamin D is probably an important factor…</vt:lpstr>
      <vt:lpstr>Internal environment</vt:lpstr>
      <vt:lpstr>We must not introduce toxins  into our bodies</vt:lpstr>
      <vt:lpstr>We are stewards of the earth</vt:lpstr>
      <vt:lpstr>Too many homes are places of tension</vt:lpstr>
      <vt:lpstr>The spiritual environment of the home affects the environment of our minds </vt:lpstr>
      <vt:lpstr>LIFE APPLICATION QUESTIONS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ENVIRONMENT</dc:title>
  <dc:creator>Vieira Muzola</dc:creator>
  <cp:lastModifiedBy>Windows User</cp:lastModifiedBy>
  <cp:revision>1</cp:revision>
  <dcterms:created xsi:type="dcterms:W3CDTF">2020-04-03T11:39:16Z</dcterms:created>
  <dcterms:modified xsi:type="dcterms:W3CDTF">2020-08-24T09:31:30Z</dcterms:modified>
</cp:coreProperties>
</file>