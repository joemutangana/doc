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3"/>
  </p:notesMasterIdLst>
  <p:sldIdLst>
    <p:sldId id="256" r:id="rId2"/>
    <p:sldId id="457" r:id="rId3"/>
    <p:sldId id="458" r:id="rId4"/>
    <p:sldId id="459" r:id="rId5"/>
    <p:sldId id="460" r:id="rId6"/>
    <p:sldId id="461" r:id="rId7"/>
    <p:sldId id="462" r:id="rId8"/>
    <p:sldId id="463" r:id="rId9"/>
    <p:sldId id="464" r:id="rId10"/>
    <p:sldId id="465" r:id="rId11"/>
    <p:sldId id="466" r:id="rId12"/>
    <p:sldId id="467" r:id="rId13"/>
    <p:sldId id="468" r:id="rId14"/>
    <p:sldId id="469" r:id="rId15"/>
    <p:sldId id="470" r:id="rId16"/>
    <p:sldId id="471" r:id="rId17"/>
    <p:sldId id="472" r:id="rId18"/>
    <p:sldId id="473" r:id="rId19"/>
    <p:sldId id="474" r:id="rId20"/>
    <p:sldId id="475" r:id="rId21"/>
    <p:sldId id="476" r:id="rId22"/>
    <p:sldId id="477" r:id="rId23"/>
    <p:sldId id="478" r:id="rId24"/>
    <p:sldId id="479" r:id="rId25"/>
    <p:sldId id="480" r:id="rId26"/>
    <p:sldId id="481" r:id="rId27"/>
    <p:sldId id="482" r:id="rId28"/>
    <p:sldId id="483" r:id="rId29"/>
    <p:sldId id="484" r:id="rId30"/>
    <p:sldId id="485" r:id="rId31"/>
    <p:sldId id="486" r:id="rId32"/>
    <p:sldId id="487" r:id="rId33"/>
    <p:sldId id="488" r:id="rId34"/>
    <p:sldId id="489" r:id="rId35"/>
    <p:sldId id="490" r:id="rId36"/>
    <p:sldId id="491" r:id="rId37"/>
    <p:sldId id="492" r:id="rId38"/>
    <p:sldId id="493" r:id="rId39"/>
    <p:sldId id="494" r:id="rId40"/>
    <p:sldId id="495" r:id="rId41"/>
    <p:sldId id="496" r:id="rId42"/>
    <p:sldId id="497" r:id="rId43"/>
    <p:sldId id="498" r:id="rId44"/>
    <p:sldId id="499" r:id="rId45"/>
    <p:sldId id="500" r:id="rId46"/>
    <p:sldId id="501" r:id="rId47"/>
    <p:sldId id="502" r:id="rId48"/>
    <p:sldId id="503" r:id="rId49"/>
    <p:sldId id="504" r:id="rId50"/>
    <p:sldId id="505" r:id="rId51"/>
    <p:sldId id="506" r:id="rId5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63" autoAdjust="0"/>
    <p:restoredTop sz="94660"/>
  </p:normalViewPr>
  <p:slideViewPr>
    <p:cSldViewPr snapToGrid="0">
      <p:cViewPr varScale="1">
        <p:scale>
          <a:sx n="71" d="100"/>
          <a:sy n="71" d="100"/>
        </p:scale>
        <p:origin x="61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BE"/>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6C2026-7D5A-49FC-9FFE-C1BABDE6E004}" type="datetimeFigureOut">
              <a:rPr lang="fr-BE" smtClean="0"/>
              <a:t>24-08-20</a:t>
            </a:fld>
            <a:endParaRPr lang="fr-BE"/>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BE"/>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BE"/>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52D728-C430-4E87-9294-4BE73D72E6EB}" type="slidenum">
              <a:rPr lang="fr-BE" smtClean="0"/>
              <a:t>‹#›</a:t>
            </a:fld>
            <a:endParaRPr lang="fr-BE"/>
          </a:p>
        </p:txBody>
      </p:sp>
    </p:spTree>
    <p:extLst>
      <p:ext uri="{BB962C8B-B14F-4D97-AF65-F5344CB8AC3E}">
        <p14:creationId xmlns:p14="http://schemas.microsoft.com/office/powerpoint/2010/main" val="1671030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Slide Image Placeholder 1">
            <a:extLst>
              <a:ext uri="{FF2B5EF4-FFF2-40B4-BE49-F238E27FC236}">
                <a16:creationId xmlns:a16="http://schemas.microsoft.com/office/drawing/2014/main" id="{EEB46E51-3380-4CB0-A1B0-F0DA1FAFEDE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20867" name="Notes Placeholder 2">
            <a:extLst>
              <a:ext uri="{FF2B5EF4-FFF2-40B4-BE49-F238E27FC236}">
                <a16:creationId xmlns:a16="http://schemas.microsoft.com/office/drawing/2014/main" id="{B57DC5AF-1A16-4813-A47D-49CC3F65128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 professor announced to a brand new class of medical students: </a:t>
            </a:r>
            <a:r>
              <a:rPr lang="en-US" altLang="en-US"/>
              <a:t>“</a:t>
            </a:r>
            <a:r>
              <a:rPr lang="en-US" altLang="fr-FR"/>
              <a:t>I have good news and bad news: The good news is that half of the material you learn in medical school will survive all scrutiny and investigation. It will be enduring. The other half of what we teach you, however, will be proven incorrect. The bad news is we have no way of knowing which half is which!</a:t>
            </a:r>
            <a:r>
              <a:rPr lang="en-US" altLang="en-US"/>
              <a:t>”</a:t>
            </a:r>
            <a:r>
              <a:rPr lang="en-US" altLang="fr-FR"/>
              <a:t> </a:t>
            </a:r>
          </a:p>
          <a:p>
            <a:pPr eaLnBrk="1" hangingPunct="1">
              <a:spcBef>
                <a:spcPct val="0"/>
              </a:spcBef>
            </a:pPr>
            <a:endParaRPr lang="en-US" altLang="fr-FR"/>
          </a:p>
        </p:txBody>
      </p:sp>
      <p:sp>
        <p:nvSpPr>
          <p:cNvPr id="420868" name="Slide Number Placeholder 3">
            <a:extLst>
              <a:ext uri="{FF2B5EF4-FFF2-40B4-BE49-F238E27FC236}">
                <a16:creationId xmlns:a16="http://schemas.microsoft.com/office/drawing/2014/main" id="{96698DA2-A12C-4D11-9F60-BAA5250E5ED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2A4FF85-0D20-4718-8A21-DBDA61C3A4E0}" type="slidenum">
              <a:rPr lang="en-US" altLang="fr-FR">
                <a:latin typeface="Calibri" panose="020F0502020204030204" pitchFamily="34" charset="0"/>
                <a:ea typeface="MS PGothic" panose="020B0600070205080204" pitchFamily="34" charset="-128"/>
              </a:rPr>
              <a:pPr/>
              <a:t>2</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Slide Image Placeholder 1">
            <a:extLst>
              <a:ext uri="{FF2B5EF4-FFF2-40B4-BE49-F238E27FC236}">
                <a16:creationId xmlns:a16="http://schemas.microsoft.com/office/drawing/2014/main" id="{3E5A4B5F-D650-40B1-BDE5-7D33C2F665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22915" name="Notes Placeholder 2">
            <a:extLst>
              <a:ext uri="{FF2B5EF4-FFF2-40B4-BE49-F238E27FC236}">
                <a16:creationId xmlns:a16="http://schemas.microsoft.com/office/drawing/2014/main" id="{020899ED-4B4A-4695-9C43-5DE2038413B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In today</a:t>
            </a:r>
            <a:r>
              <a:rPr lang="en-US" altLang="en-US"/>
              <a:t>’</a:t>
            </a:r>
            <a:r>
              <a:rPr lang="en-US" altLang="fr-FR"/>
              <a:t>s world it</a:t>
            </a:r>
            <a:r>
              <a:rPr lang="en-US" altLang="en-US"/>
              <a:t>’</a:t>
            </a:r>
            <a:r>
              <a:rPr lang="en-US" altLang="fr-FR"/>
              <a:t>s sometimes difficult to know what to believe about much of the information we</a:t>
            </a:r>
            <a:r>
              <a:rPr lang="en-US" altLang="en-US"/>
              <a:t>’</a:t>
            </a:r>
            <a:r>
              <a:rPr lang="en-US" altLang="fr-FR"/>
              <a:t>re </a:t>
            </a:r>
            <a:r>
              <a:rPr lang="en-US" altLang="en-US"/>
              <a:t>“</a:t>
            </a:r>
            <a:r>
              <a:rPr lang="en-US" altLang="fr-FR"/>
              <a:t>fed</a:t>
            </a:r>
            <a:r>
              <a:rPr lang="en-US" altLang="en-US"/>
              <a:t>”</a:t>
            </a:r>
            <a:r>
              <a:rPr lang="en-US" altLang="fr-FR"/>
              <a:t>! One day we read that drinking alcohol is harmful. The next week other reports indicate that it</a:t>
            </a:r>
            <a:r>
              <a:rPr lang="en-US" altLang="en-US"/>
              <a:t>’</a:t>
            </a:r>
            <a:r>
              <a:rPr lang="en-US" altLang="fr-FR"/>
              <a:t>s protective of good health. Chocolate is fattening, right? Wait a minute—now a research group has reported that it actually helps people lose weight. Coffee is harmful, we</a:t>
            </a:r>
            <a:r>
              <a:rPr lang="en-US" altLang="en-US"/>
              <a:t>’</a:t>
            </a:r>
            <a:r>
              <a:rPr lang="en-US" altLang="fr-FR"/>
              <a:t>ve been told. But then we learn that in a significant study those who drank large amounts of coffee lived longer! And one week a major tech company introduces another time-saving, </a:t>
            </a:r>
            <a:r>
              <a:rPr lang="en-US" altLang="en-US"/>
              <a:t>“</a:t>
            </a:r>
            <a:r>
              <a:rPr lang="en-US" altLang="fr-FR"/>
              <a:t>must have</a:t>
            </a:r>
            <a:r>
              <a:rPr lang="en-US" altLang="en-US"/>
              <a:t>”</a:t>
            </a:r>
            <a:r>
              <a:rPr lang="en-US" altLang="fr-FR"/>
              <a:t> device; the next week media report those claims as based on unreliable analyses.</a:t>
            </a:r>
          </a:p>
          <a:p>
            <a:pPr eaLnBrk="1" hangingPunct="1">
              <a:spcBef>
                <a:spcPct val="0"/>
              </a:spcBef>
            </a:pPr>
            <a:endParaRPr lang="en-US" altLang="fr-FR"/>
          </a:p>
        </p:txBody>
      </p:sp>
      <p:sp>
        <p:nvSpPr>
          <p:cNvPr id="422916" name="Slide Number Placeholder 3">
            <a:extLst>
              <a:ext uri="{FF2B5EF4-FFF2-40B4-BE49-F238E27FC236}">
                <a16:creationId xmlns:a16="http://schemas.microsoft.com/office/drawing/2014/main" id="{C3FF1815-28F4-48AF-81AB-D5465DBBE91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A56ED51-D812-4E00-A9D8-383D727A57F5}" type="slidenum">
              <a:rPr lang="en-US" altLang="fr-FR">
                <a:latin typeface="Calibri" panose="020F0502020204030204" pitchFamily="34" charset="0"/>
                <a:ea typeface="MS PGothic" panose="020B0600070205080204" pitchFamily="34" charset="-128"/>
              </a:rPr>
              <a:pPr/>
              <a:t>3</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962" name="Slide Image Placeholder 1">
            <a:extLst>
              <a:ext uri="{FF2B5EF4-FFF2-40B4-BE49-F238E27FC236}">
                <a16:creationId xmlns:a16="http://schemas.microsoft.com/office/drawing/2014/main" id="{A8EC0453-780B-4154-9273-FE45BD7B223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24963" name="Notes Placeholder 2">
            <a:extLst>
              <a:ext uri="{FF2B5EF4-FFF2-40B4-BE49-F238E27FC236}">
                <a16:creationId xmlns:a16="http://schemas.microsoft.com/office/drawing/2014/main" id="{9524AE7F-BBA7-46DD-B7BE-C0801DAEBD1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In what or whom can we truly believe? Sometimes determining the answer to this question is tough! Yet, we all believe in something. The greatest skeptics have beliefs, even if it</a:t>
            </a:r>
            <a:r>
              <a:rPr lang="en-US" altLang="en-US"/>
              <a:t>’</a:t>
            </a:r>
            <a:r>
              <a:rPr lang="en-US" altLang="fr-FR"/>
              <a:t>s the belief that no one can be trusted. The survival of all humans is based on beliefs of some kind. Belief is essential to human existence and organization.</a:t>
            </a:r>
          </a:p>
          <a:p>
            <a:pPr eaLnBrk="1" hangingPunct="1">
              <a:spcBef>
                <a:spcPct val="0"/>
              </a:spcBef>
            </a:pPr>
            <a:endParaRPr lang="en-US" altLang="fr-FR"/>
          </a:p>
          <a:p>
            <a:pPr eaLnBrk="1" hangingPunct="1">
              <a:spcBef>
                <a:spcPct val="0"/>
              </a:spcBef>
            </a:pPr>
            <a:endParaRPr lang="en-US" altLang="fr-FR"/>
          </a:p>
        </p:txBody>
      </p:sp>
      <p:sp>
        <p:nvSpPr>
          <p:cNvPr id="424964" name="Slide Number Placeholder 3">
            <a:extLst>
              <a:ext uri="{FF2B5EF4-FFF2-40B4-BE49-F238E27FC236}">
                <a16:creationId xmlns:a16="http://schemas.microsoft.com/office/drawing/2014/main" id="{C1F70CAA-BE6A-4CB3-AB6E-BE484DB82A5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E850C3D-EE01-40A9-9E5E-AE03F8C1F63E}" type="slidenum">
              <a:rPr lang="en-US" altLang="fr-FR">
                <a:latin typeface="Calibri" panose="020F0502020204030204" pitchFamily="34" charset="0"/>
                <a:ea typeface="MS PGothic" panose="020B0600070205080204" pitchFamily="34" charset="-128"/>
              </a:rPr>
              <a:pPr/>
              <a:t>4</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Slide Image Placeholder 1">
            <a:extLst>
              <a:ext uri="{FF2B5EF4-FFF2-40B4-BE49-F238E27FC236}">
                <a16:creationId xmlns:a16="http://schemas.microsoft.com/office/drawing/2014/main" id="{4CB6EB30-DB22-41B1-A16A-13C4570E6C5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27011" name="Notes Placeholder 2">
            <a:extLst>
              <a:ext uri="{FF2B5EF4-FFF2-40B4-BE49-F238E27FC236}">
                <a16:creationId xmlns:a16="http://schemas.microsoft.com/office/drawing/2014/main" id="{73A23237-40E3-4611-91D2-42B91B1FCF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One day a physician was examining a patient who complained about a myriad of symptoms, unrelated to any known syndrome or disease complex. The patient told the doctor that perhaps an evil spell had been cast on him and was making him ill. The doctor then took two small glass tubes and filled one with hydrogen peroxide and the other with water. The patient didn</a:t>
            </a:r>
            <a:r>
              <a:rPr lang="en-US" altLang="en-US"/>
              <a:t>’</a:t>
            </a:r>
            <a:r>
              <a:rPr lang="en-US" altLang="fr-FR"/>
              <a:t>t know the two liquids were different. The physician then drew a small amount of blood from the patient and put a few drops into the tube with the hydrogen peroxide. Naturally, there was an immediate reaction of effervescence, and the doctor knowingly nodded. </a:t>
            </a:r>
            <a:r>
              <a:rPr lang="en-US" altLang="en-US"/>
              <a:t>“</a:t>
            </a:r>
            <a:r>
              <a:rPr lang="en-US" altLang="fr-FR"/>
              <a:t>Ah-ha,</a:t>
            </a:r>
            <a:r>
              <a:rPr lang="en-US" altLang="en-US"/>
              <a:t>”</a:t>
            </a:r>
            <a:r>
              <a:rPr lang="en-US" altLang="fr-FR"/>
              <a:t> he said, </a:t>
            </a:r>
            <a:r>
              <a:rPr lang="en-US" altLang="en-US"/>
              <a:t>“</a:t>
            </a:r>
            <a:r>
              <a:rPr lang="en-US" altLang="fr-FR"/>
              <a:t>you will benefit from this.</a:t>
            </a:r>
            <a:r>
              <a:rPr lang="en-US" altLang="en-US"/>
              <a:t>”</a:t>
            </a:r>
            <a:r>
              <a:rPr lang="en-US" altLang="fr-FR"/>
              <a:t> He then gave the patient a saline injection and told him to wait in the waiting room. </a:t>
            </a:r>
          </a:p>
          <a:p>
            <a:pPr eaLnBrk="1" hangingPunct="1">
              <a:spcBef>
                <a:spcPct val="0"/>
              </a:spcBef>
            </a:pPr>
            <a:endParaRPr lang="en-US" altLang="fr-FR"/>
          </a:p>
        </p:txBody>
      </p:sp>
      <p:sp>
        <p:nvSpPr>
          <p:cNvPr id="427012" name="Slide Number Placeholder 3">
            <a:extLst>
              <a:ext uri="{FF2B5EF4-FFF2-40B4-BE49-F238E27FC236}">
                <a16:creationId xmlns:a16="http://schemas.microsoft.com/office/drawing/2014/main" id="{1C22B697-6EF8-41B8-B430-3BA5CCD57A9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54440C6-16CE-436C-96D2-B98CF8317139}" type="slidenum">
              <a:rPr lang="en-US" altLang="fr-FR">
                <a:latin typeface="Calibri" panose="020F0502020204030204" pitchFamily="34" charset="0"/>
                <a:ea typeface="MS PGothic" panose="020B0600070205080204" pitchFamily="34" charset="-128"/>
              </a:rPr>
              <a:pPr/>
              <a:t>5</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58" name="Slide Image Placeholder 1">
            <a:extLst>
              <a:ext uri="{FF2B5EF4-FFF2-40B4-BE49-F238E27FC236}">
                <a16:creationId xmlns:a16="http://schemas.microsoft.com/office/drawing/2014/main" id="{40012AB0-D1CF-4A9C-B823-3501FDD63CB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29059" name="Notes Placeholder 2">
            <a:extLst>
              <a:ext uri="{FF2B5EF4-FFF2-40B4-BE49-F238E27FC236}">
                <a16:creationId xmlns:a16="http://schemas.microsoft.com/office/drawing/2014/main" id="{26DADBAD-38F0-440C-AC82-371CCBFA2E4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After a short time the doctor called the patient back into his office and again drew a small amount of blood, this time putting a few drops into the tube containing plain water. As expected, it mixed without any reaction. The doctor told the patient that the evil spell had been broken, and the patient left feeling immensely better. The story goes that the patient told all his friends about how he had been healed, and many of them came to the doctor wanting the same treatment! </a:t>
            </a:r>
          </a:p>
          <a:p>
            <a:pPr eaLnBrk="1" hangingPunct="1">
              <a:spcBef>
                <a:spcPct val="0"/>
              </a:spcBef>
            </a:pPr>
            <a:endParaRPr lang="en-US" altLang="fr-FR"/>
          </a:p>
        </p:txBody>
      </p:sp>
      <p:sp>
        <p:nvSpPr>
          <p:cNvPr id="429060" name="Slide Number Placeholder 3">
            <a:extLst>
              <a:ext uri="{FF2B5EF4-FFF2-40B4-BE49-F238E27FC236}">
                <a16:creationId xmlns:a16="http://schemas.microsoft.com/office/drawing/2014/main" id="{AA4A7EDF-E359-4BE7-8495-67E484A15DE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3138A1A-9377-43FE-A288-7C15908B97B0}" type="slidenum">
              <a:rPr lang="en-US" altLang="fr-FR">
                <a:latin typeface="Calibri" panose="020F0502020204030204" pitchFamily="34" charset="0"/>
                <a:ea typeface="MS PGothic" panose="020B0600070205080204" pitchFamily="34" charset="-128"/>
              </a:rPr>
              <a:pPr/>
              <a:t>6</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Slide Image Placeholder 1">
            <a:extLst>
              <a:ext uri="{FF2B5EF4-FFF2-40B4-BE49-F238E27FC236}">
                <a16:creationId xmlns:a16="http://schemas.microsoft.com/office/drawing/2014/main" id="{1966BF36-AE01-42B7-AFA2-00897B0A449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1107" name="Notes Placeholder 2">
            <a:extLst>
              <a:ext uri="{FF2B5EF4-FFF2-40B4-BE49-F238E27FC236}">
                <a16:creationId xmlns:a16="http://schemas.microsoft.com/office/drawing/2014/main" id="{D46D02DD-8AC4-47D4-88CB-314E7B5E919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As this story demonstrates, there is tremendous power in belief.  For many a peddler of </a:t>
            </a:r>
            <a:r>
              <a:rPr lang="en-US" altLang="en-US"/>
              <a:t>“</a:t>
            </a:r>
            <a:r>
              <a:rPr lang="en-US" altLang="fr-FR"/>
              <a:t>quack medicine,</a:t>
            </a:r>
            <a:r>
              <a:rPr lang="en-US" altLang="en-US"/>
              <a:t>”</a:t>
            </a:r>
            <a:r>
              <a:rPr lang="en-US" altLang="fr-FR"/>
              <a:t> this phenomenon is a mighty source of revenue. </a:t>
            </a:r>
            <a:r>
              <a:rPr lang="en-US" altLang="en-US"/>
              <a:t>“</a:t>
            </a:r>
            <a:r>
              <a:rPr lang="en-US" altLang="fr-FR"/>
              <a:t>Unscrupulous</a:t>
            </a:r>
            <a:r>
              <a:rPr lang="en-US" altLang="en-US"/>
              <a:t>”</a:t>
            </a:r>
            <a:r>
              <a:rPr lang="en-US" altLang="fr-FR"/>
              <a:t> salespersons can sometimes create a false need in the minds of their targets. They then sell herbal concoctions, nonessential mineral supplements, nutraceuticals (fortified foods or supplements), special diets, and magnetic or electrical cures mediated through empty black boxes or mild shock-emitting equipment. They are trading on what can be called the </a:t>
            </a:r>
            <a:r>
              <a:rPr lang="en-US" altLang="en-US"/>
              <a:t>“</a:t>
            </a:r>
            <a:r>
              <a:rPr lang="en-US" altLang="fr-FR"/>
              <a:t>gullibility factor.</a:t>
            </a:r>
            <a:r>
              <a:rPr lang="en-US" altLang="en-US"/>
              <a:t>”</a:t>
            </a:r>
            <a:r>
              <a:rPr lang="en-US" altLang="fr-FR"/>
              <a:t> For those who are healthy, the only cost is some money, from which they are soon parted. In a situation in which something such as cancer is involved, sometimes the delay before undertaking more traditional treatment leads to a deadly outcome as well as the wasting of limited and precious resources on worthless </a:t>
            </a:r>
            <a:r>
              <a:rPr lang="en-US" altLang="en-US"/>
              <a:t>“</a:t>
            </a:r>
            <a:r>
              <a:rPr lang="en-US" altLang="fr-FR"/>
              <a:t>cure-alls.</a:t>
            </a:r>
            <a:r>
              <a:rPr lang="en-US" altLang="en-US"/>
              <a:t>”</a:t>
            </a:r>
            <a:r>
              <a:rPr lang="en-US" altLang="fr-FR"/>
              <a:t> It</a:t>
            </a:r>
            <a:r>
              <a:rPr lang="en-US" altLang="en-US"/>
              <a:t>’</a:t>
            </a:r>
            <a:r>
              <a:rPr lang="en-US" altLang="fr-FR"/>
              <a:t>s important to place our belief and trust in that which is reliable and not on such unproven methods.</a:t>
            </a:r>
          </a:p>
        </p:txBody>
      </p:sp>
      <p:sp>
        <p:nvSpPr>
          <p:cNvPr id="431108" name="Slide Number Placeholder 3">
            <a:extLst>
              <a:ext uri="{FF2B5EF4-FFF2-40B4-BE49-F238E27FC236}">
                <a16:creationId xmlns:a16="http://schemas.microsoft.com/office/drawing/2014/main" id="{9493C723-3749-4678-9E76-760E2532E1F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345A8AF-5694-460D-98AC-DBAD54D5780D}" type="slidenum">
              <a:rPr lang="en-US" altLang="fr-FR">
                <a:latin typeface="Calibri" panose="020F0502020204030204" pitchFamily="34" charset="0"/>
                <a:ea typeface="MS PGothic" panose="020B0600070205080204" pitchFamily="34" charset="-128"/>
              </a:rPr>
              <a:pPr/>
              <a:t>7</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4" name="Slide Image Placeholder 1">
            <a:extLst>
              <a:ext uri="{FF2B5EF4-FFF2-40B4-BE49-F238E27FC236}">
                <a16:creationId xmlns:a16="http://schemas.microsoft.com/office/drawing/2014/main" id="{71C1F98D-474B-4DFA-B237-80EADB1AA4B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3155" name="Notes Placeholder 2">
            <a:extLst>
              <a:ext uri="{FF2B5EF4-FFF2-40B4-BE49-F238E27FC236}">
                <a16:creationId xmlns:a16="http://schemas.microsoft.com/office/drawing/2014/main" id="{73DE3D92-18F3-4D61-9B80-A4489DB1379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Belief—or faith, within a religious setting—has been shown to have statistically significant benefits that exceed the placebo effect. When the religious experience of Americans who reached the age of 100 was studied, researchers found that religiosity significantly enhanced health. Although many questions are still unanswered, the benefits of trust in God result from more than simply attending religious services.¹</a:t>
            </a:r>
          </a:p>
          <a:p>
            <a:pPr eaLnBrk="1" hangingPunct="1">
              <a:spcBef>
                <a:spcPct val="0"/>
              </a:spcBef>
            </a:pPr>
            <a:endParaRPr lang="en-US" altLang="fr-FR"/>
          </a:p>
        </p:txBody>
      </p:sp>
      <p:sp>
        <p:nvSpPr>
          <p:cNvPr id="433156" name="Slide Number Placeholder 3">
            <a:extLst>
              <a:ext uri="{FF2B5EF4-FFF2-40B4-BE49-F238E27FC236}">
                <a16:creationId xmlns:a16="http://schemas.microsoft.com/office/drawing/2014/main" id="{8FA1508B-F4DF-4FD7-BE3A-1298B42F4FB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D80FDCB-B0AD-4E90-8E9E-2FFA31A782B4}" type="slidenum">
              <a:rPr lang="en-US" altLang="fr-FR">
                <a:latin typeface="Calibri" panose="020F0502020204030204" pitchFamily="34" charset="0"/>
                <a:ea typeface="MS PGothic" panose="020B0600070205080204" pitchFamily="34" charset="-128"/>
              </a:rPr>
              <a:pPr/>
              <a:t>8</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202" name="Slide Image Placeholder 1">
            <a:extLst>
              <a:ext uri="{FF2B5EF4-FFF2-40B4-BE49-F238E27FC236}">
                <a16:creationId xmlns:a16="http://schemas.microsoft.com/office/drawing/2014/main" id="{B6D01674-4A76-4728-9115-6891AFC642C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5203" name="Notes Placeholder 2">
            <a:extLst>
              <a:ext uri="{FF2B5EF4-FFF2-40B4-BE49-F238E27FC236}">
                <a16:creationId xmlns:a16="http://schemas.microsoft.com/office/drawing/2014/main" id="{9EC13C00-53A4-442D-A5F9-46F73FE9034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 study comparing mortality rates between secular and religious kibbutzim (collective agricultural communities in Israel), found a decreased mortality rate over a 15-year follow-up in the religious group. The age-adjusted risk of premature death  of members of the secular kibbutz was 1.8 times higher for males and 2.7 times higher for females when compared with the religious kibbutz.²</a:t>
            </a:r>
          </a:p>
          <a:p>
            <a:pPr eaLnBrk="1" hangingPunct="1">
              <a:spcBef>
                <a:spcPct val="0"/>
              </a:spcBef>
            </a:pPr>
            <a:endParaRPr lang="en-US" altLang="fr-FR"/>
          </a:p>
          <a:p>
            <a:pPr eaLnBrk="1" hangingPunct="1">
              <a:spcBef>
                <a:spcPct val="0"/>
              </a:spcBef>
            </a:pPr>
            <a:endParaRPr lang="en-US" altLang="fr-FR"/>
          </a:p>
        </p:txBody>
      </p:sp>
      <p:sp>
        <p:nvSpPr>
          <p:cNvPr id="435204" name="Slide Number Placeholder 3">
            <a:extLst>
              <a:ext uri="{FF2B5EF4-FFF2-40B4-BE49-F238E27FC236}">
                <a16:creationId xmlns:a16="http://schemas.microsoft.com/office/drawing/2014/main" id="{E2DE7DC4-13F4-4F14-B9DA-7F32CA09C75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751DAC5-DC6F-46CF-8273-81909BAC3A1A}" type="slidenum">
              <a:rPr lang="en-US" altLang="fr-FR">
                <a:latin typeface="Calibri" panose="020F0502020204030204" pitchFamily="34" charset="0"/>
                <a:ea typeface="MS PGothic" panose="020B0600070205080204" pitchFamily="34" charset="-128"/>
              </a:rPr>
              <a:pPr/>
              <a:t>9</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0" name="Slide Image Placeholder 1">
            <a:extLst>
              <a:ext uri="{FF2B5EF4-FFF2-40B4-BE49-F238E27FC236}">
                <a16:creationId xmlns:a16="http://schemas.microsoft.com/office/drawing/2014/main" id="{5452B844-9629-4B0F-8610-84875598D3B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7251" name="Notes Placeholder 2">
            <a:extLst>
              <a:ext uri="{FF2B5EF4-FFF2-40B4-BE49-F238E27FC236}">
                <a16:creationId xmlns:a16="http://schemas.microsoft.com/office/drawing/2014/main" id="{AE5E2157-60CF-4C11-AAA1-976F686B359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 study of African-Americans found that those who engaged in organized religious activities had improved health and life satisfaction.3 Duke University researcher C. G. Ellison found that a lack of religious affiliation increases the risk of depression in African-Americans.⁴</a:t>
            </a:r>
          </a:p>
          <a:p>
            <a:pPr eaLnBrk="1" hangingPunct="1">
              <a:spcBef>
                <a:spcPct val="0"/>
              </a:spcBef>
            </a:pPr>
            <a:endParaRPr lang="en-US" altLang="fr-FR"/>
          </a:p>
        </p:txBody>
      </p:sp>
      <p:sp>
        <p:nvSpPr>
          <p:cNvPr id="437252" name="Slide Number Placeholder 3">
            <a:extLst>
              <a:ext uri="{FF2B5EF4-FFF2-40B4-BE49-F238E27FC236}">
                <a16:creationId xmlns:a16="http://schemas.microsoft.com/office/drawing/2014/main" id="{61557AF4-4D0E-435D-A164-8470564BE42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E3E5940-9332-4555-BA8D-6517E97273C3}" type="slidenum">
              <a:rPr lang="en-US" altLang="fr-FR">
                <a:latin typeface="Calibri" panose="020F0502020204030204" pitchFamily="34" charset="0"/>
                <a:ea typeface="MS PGothic" panose="020B0600070205080204" pitchFamily="34" charset="-128"/>
              </a:rPr>
              <a:pPr/>
              <a:t>10</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Slide Image Placeholder 1">
            <a:extLst>
              <a:ext uri="{FF2B5EF4-FFF2-40B4-BE49-F238E27FC236}">
                <a16:creationId xmlns:a16="http://schemas.microsoft.com/office/drawing/2014/main" id="{56397A16-FCD2-4ABA-8FB3-F3C18DEE0B5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9299" name="Notes Placeholder 2">
            <a:extLst>
              <a:ext uri="{FF2B5EF4-FFF2-40B4-BE49-F238E27FC236}">
                <a16:creationId xmlns:a16="http://schemas.microsoft.com/office/drawing/2014/main" id="{11DEC8F8-C634-44D6-B073-48A7181BBC8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 connection between social relationships and survival has been documented in several studies. C. J. Schoenbach, et al. have documented this effect, particularly among white males.⁵</a:t>
            </a:r>
          </a:p>
          <a:p>
            <a:pPr eaLnBrk="1" hangingPunct="1">
              <a:spcBef>
                <a:spcPct val="0"/>
              </a:spcBef>
            </a:pPr>
            <a:endParaRPr lang="en-US" altLang="fr-FR"/>
          </a:p>
        </p:txBody>
      </p:sp>
      <p:sp>
        <p:nvSpPr>
          <p:cNvPr id="439300" name="Slide Number Placeholder 3">
            <a:extLst>
              <a:ext uri="{FF2B5EF4-FFF2-40B4-BE49-F238E27FC236}">
                <a16:creationId xmlns:a16="http://schemas.microsoft.com/office/drawing/2014/main" id="{36FFFB64-2570-4667-8CD6-BA4453DE415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F679BB0-96BC-4B73-BC4A-C6ED9A77A402}" type="slidenum">
              <a:rPr lang="en-US" altLang="fr-FR">
                <a:latin typeface="Calibri" panose="020F0502020204030204" pitchFamily="34" charset="0"/>
                <a:ea typeface="MS PGothic" panose="020B0600070205080204" pitchFamily="34" charset="-128"/>
              </a:rPr>
              <a:pPr/>
              <a:t>11</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1346" name="Slide Image Placeholder 1">
            <a:extLst>
              <a:ext uri="{FF2B5EF4-FFF2-40B4-BE49-F238E27FC236}">
                <a16:creationId xmlns:a16="http://schemas.microsoft.com/office/drawing/2014/main" id="{ED7DBA32-A323-4B08-A49D-E3FD9897E4F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1347" name="Notes Placeholder 2">
            <a:extLst>
              <a:ext uri="{FF2B5EF4-FFF2-40B4-BE49-F238E27FC236}">
                <a16:creationId xmlns:a16="http://schemas.microsoft.com/office/drawing/2014/main" id="{9E75E3E4-BD27-4F45-A261-584987B0A07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Improved Quality of Life</a:t>
            </a:r>
          </a:p>
          <a:p>
            <a:pPr eaLnBrk="1" hangingPunct="1">
              <a:spcBef>
                <a:spcPct val="0"/>
              </a:spcBef>
            </a:pPr>
            <a:r>
              <a:rPr lang="en-US" altLang="fr-FR"/>
              <a:t>One of the most consistent findings across all racial groups is that spirituality profoundly improves the quality of life. Ellison describes these significant benefits, brought about by exercising faith:⁶</a:t>
            </a:r>
          </a:p>
          <a:p>
            <a:pPr eaLnBrk="1" hangingPunct="1">
              <a:spcBef>
                <a:spcPct val="0"/>
              </a:spcBef>
            </a:pPr>
            <a:r>
              <a:rPr lang="en-US" altLang="fr-FR"/>
              <a:t>Religious attendance and private devotion strengthen a person</a:t>
            </a:r>
            <a:r>
              <a:rPr lang="en-US" altLang="en-US"/>
              <a:t>’</a:t>
            </a:r>
            <a:r>
              <a:rPr lang="en-US" altLang="fr-FR"/>
              <a:t>s religious belief system.</a:t>
            </a:r>
          </a:p>
          <a:p>
            <a:pPr eaLnBrk="1" hangingPunct="1">
              <a:spcBef>
                <a:spcPct val="0"/>
              </a:spcBef>
            </a:pPr>
            <a:r>
              <a:rPr lang="en-US" altLang="fr-FR"/>
              <a:t>Strong religious systems, when accompanied by a high level of religious certainty, have a substantial and positive influence on well-being.</a:t>
            </a:r>
          </a:p>
          <a:p>
            <a:pPr eaLnBrk="1" hangingPunct="1">
              <a:spcBef>
                <a:spcPct val="0"/>
              </a:spcBef>
            </a:pPr>
            <a:r>
              <a:rPr lang="en-US" altLang="fr-FR"/>
              <a:t>Individuals with strong religious faith report higher levels of life satisfaction, greater personal happiness, and fewer negative psychosocial consequences of traumatic life events.</a:t>
            </a:r>
          </a:p>
          <a:p>
            <a:pPr eaLnBrk="1" hangingPunct="1">
              <a:spcBef>
                <a:spcPct val="0"/>
              </a:spcBef>
            </a:pPr>
            <a:endParaRPr lang="en-US" altLang="fr-FR"/>
          </a:p>
        </p:txBody>
      </p:sp>
      <p:sp>
        <p:nvSpPr>
          <p:cNvPr id="441348" name="Slide Number Placeholder 3">
            <a:extLst>
              <a:ext uri="{FF2B5EF4-FFF2-40B4-BE49-F238E27FC236}">
                <a16:creationId xmlns:a16="http://schemas.microsoft.com/office/drawing/2014/main" id="{58E45F65-91E7-480D-BF5C-A3D6BD8E8B0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36EDFFE-80A8-400C-9DCE-D4EB3A2D3253}" type="slidenum">
              <a:rPr lang="en-US" altLang="fr-FR">
                <a:latin typeface="Calibri" panose="020F0502020204030204" pitchFamily="34" charset="0"/>
                <a:ea typeface="MS PGothic" panose="020B0600070205080204" pitchFamily="34" charset="-128"/>
              </a:rPr>
              <a:pPr/>
              <a:t>12</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394" name="Slide Image Placeholder 1">
            <a:extLst>
              <a:ext uri="{FF2B5EF4-FFF2-40B4-BE49-F238E27FC236}">
                <a16:creationId xmlns:a16="http://schemas.microsoft.com/office/drawing/2014/main" id="{0E2A74A6-38E2-4644-AAF5-E2AB550041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3395" name="Notes Placeholder 2">
            <a:extLst>
              <a:ext uri="{FF2B5EF4-FFF2-40B4-BE49-F238E27FC236}">
                <a16:creationId xmlns:a16="http://schemas.microsoft.com/office/drawing/2014/main" id="{43B835AC-0627-4ECF-9F72-CA7D462834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Spirituality not only helps believers but also benefits the nonbelievers in their community. Research has found that communities gain health benefits when they have higher numbers of adherents to faiths that emphasize implicit obedience to God and His standards of conduct.⁷ The reason that nonbelievers are benefitted as well is likely that their social norms favor conformity to the more healthful lifestyle embraced by their religious neighbors.</a:t>
            </a:r>
          </a:p>
          <a:p>
            <a:pPr eaLnBrk="1" hangingPunct="1">
              <a:spcBef>
                <a:spcPct val="0"/>
              </a:spcBef>
            </a:pPr>
            <a:r>
              <a:rPr lang="en-US" altLang="fr-FR"/>
              <a:t>Religious people—particularly adolescents from religious homes who frequently attend religious services, pray, and read Scripture—have fewer problems with alcohol, tobacco, or other drugs than do their nonreligious peers.⁸</a:t>
            </a:r>
          </a:p>
          <a:p>
            <a:pPr eaLnBrk="1" hangingPunct="1">
              <a:spcBef>
                <a:spcPct val="0"/>
              </a:spcBef>
            </a:pPr>
            <a:r>
              <a:rPr lang="en-US" altLang="fr-FR"/>
              <a:t>Religion was also positively associated with emotionally healthful values and socially accepted behaviors such as tutoring or other volunteer activities often promoted by religious organizations.⁹</a:t>
            </a:r>
          </a:p>
          <a:p>
            <a:pPr eaLnBrk="1" hangingPunct="1">
              <a:spcBef>
                <a:spcPct val="0"/>
              </a:spcBef>
            </a:pPr>
            <a:endParaRPr lang="en-US" altLang="fr-FR"/>
          </a:p>
        </p:txBody>
      </p:sp>
      <p:sp>
        <p:nvSpPr>
          <p:cNvPr id="443396" name="Slide Number Placeholder 3">
            <a:extLst>
              <a:ext uri="{FF2B5EF4-FFF2-40B4-BE49-F238E27FC236}">
                <a16:creationId xmlns:a16="http://schemas.microsoft.com/office/drawing/2014/main" id="{068C61BE-BFF7-46B3-8CBE-DB500D62C13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C4DCC83-7E37-481A-BA82-A3D58D245EC5}" type="slidenum">
              <a:rPr lang="en-US" altLang="fr-FR">
                <a:latin typeface="Calibri" panose="020F0502020204030204" pitchFamily="34" charset="0"/>
                <a:ea typeface="MS PGothic" panose="020B0600070205080204" pitchFamily="34" charset="-128"/>
              </a:rPr>
              <a:pPr/>
              <a:t>13</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442" name="Slide Image Placeholder 1">
            <a:extLst>
              <a:ext uri="{FF2B5EF4-FFF2-40B4-BE49-F238E27FC236}">
                <a16:creationId xmlns:a16="http://schemas.microsoft.com/office/drawing/2014/main" id="{8B86E424-FC7E-464F-9B3B-E1D77459D4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5443" name="Notes Placeholder 2">
            <a:extLst>
              <a:ext uri="{FF2B5EF4-FFF2-40B4-BE49-F238E27FC236}">
                <a16:creationId xmlns:a16="http://schemas.microsoft.com/office/drawing/2014/main" id="{A48AEA1C-3FB1-4F4F-8402-EFBEDCA099F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Harold G. Koenig, M.D., discusses the findings of Idler and Kasl. These researchers noted a connection between healthier emotional lives and closer social ties in religiously active people, which often resulted in lower levels of disability. The increased physical activity associated with leisure and social activities did not fully account for the increased benefits in these people</a:t>
            </a:r>
            <a:r>
              <a:rPr lang="en-US" altLang="en-US"/>
              <a:t>’</a:t>
            </a:r>
            <a:r>
              <a:rPr lang="en-US" altLang="fr-FR"/>
              <a:t>s lifestyles, and the authors concluded: </a:t>
            </a:r>
            <a:r>
              <a:rPr lang="en-US" altLang="en-US"/>
              <a:t>“</a:t>
            </a:r>
            <a:r>
              <a:rPr lang="en-US" altLang="fr-FR"/>
              <a:t>A significant effect of religiousness remains even after social activities have been considered.</a:t>
            </a:r>
            <a:r>
              <a:rPr lang="en-US" altLang="en-US"/>
              <a:t>”</a:t>
            </a:r>
            <a:r>
              <a:rPr lang="en-US" altLang="fr-FR"/>
              <a:t>¹°</a:t>
            </a:r>
          </a:p>
          <a:p>
            <a:pPr eaLnBrk="1" hangingPunct="1">
              <a:spcBef>
                <a:spcPct val="0"/>
              </a:spcBef>
            </a:pPr>
            <a:r>
              <a:rPr lang="en-US" altLang="fr-FR"/>
              <a:t>Thus, we find that belief in a loving God produces a very positive and powerful health-promoting state of mind. There is nothing more reassuring than the peace and satisfaction experienced by those who place their lives in the hands of a loving God and who are aware of His love for them. This brings health, happiness, and a sense of purpose. As the Bible says, </a:t>
            </a:r>
            <a:r>
              <a:rPr lang="en-US" altLang="en-US"/>
              <a:t>“</a:t>
            </a:r>
            <a:r>
              <a:rPr lang="en-US" altLang="fr-FR"/>
              <a:t>Those who love your instructions have great peace and do not stumble</a:t>
            </a:r>
            <a:r>
              <a:rPr lang="en-US" altLang="en-US"/>
              <a:t>”</a:t>
            </a:r>
            <a:r>
              <a:rPr lang="en-US" altLang="fr-FR"/>
              <a:t> (Ps. 119:165, NLT). </a:t>
            </a:r>
          </a:p>
          <a:p>
            <a:pPr eaLnBrk="1" hangingPunct="1">
              <a:spcBef>
                <a:spcPct val="0"/>
              </a:spcBef>
            </a:pPr>
            <a:endParaRPr lang="en-US" altLang="fr-FR"/>
          </a:p>
          <a:p>
            <a:pPr eaLnBrk="1" hangingPunct="1">
              <a:spcBef>
                <a:spcPct val="0"/>
              </a:spcBef>
            </a:pPr>
            <a:endParaRPr lang="en-US" altLang="fr-FR"/>
          </a:p>
        </p:txBody>
      </p:sp>
      <p:sp>
        <p:nvSpPr>
          <p:cNvPr id="445444" name="Slide Number Placeholder 3">
            <a:extLst>
              <a:ext uri="{FF2B5EF4-FFF2-40B4-BE49-F238E27FC236}">
                <a16:creationId xmlns:a16="http://schemas.microsoft.com/office/drawing/2014/main" id="{ED95ABAD-C2C6-4ECC-B987-1AF38A65C07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500051EB-9385-4E8D-AA06-A65683321CB8}" type="slidenum">
              <a:rPr lang="en-US" altLang="fr-FR">
                <a:latin typeface="Calibri" panose="020F0502020204030204" pitchFamily="34" charset="0"/>
                <a:ea typeface="MS PGothic" panose="020B0600070205080204" pitchFamily="34" charset="-128"/>
              </a:rPr>
              <a:pPr/>
              <a:t>14</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0" name="Slide Image Placeholder 1">
            <a:extLst>
              <a:ext uri="{FF2B5EF4-FFF2-40B4-BE49-F238E27FC236}">
                <a16:creationId xmlns:a16="http://schemas.microsoft.com/office/drawing/2014/main" id="{20FE93B9-A9F3-4670-9978-801252DD163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7491" name="Notes Placeholder 2">
            <a:extLst>
              <a:ext uri="{FF2B5EF4-FFF2-40B4-BE49-F238E27FC236}">
                <a16:creationId xmlns:a16="http://schemas.microsoft.com/office/drawing/2014/main" id="{D9A852F0-6393-4FB6-8D47-216009D858A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Belief in God may be associated with reduction in stress, depression, and loneliness. A 1990 Gallup poll revealed that more than 36 percent of Americans live with chronic feelings of loneliness. According to a Princeton University Research Associates survey, at least two thirds of Americans feel stressed at least once a week.  Stress, loneliness, and related depression can have serious consequences. Between 75 and 90 percent of all doctor visits contain components relating to stress.¹¹</a:t>
            </a:r>
          </a:p>
          <a:p>
            <a:pPr eaLnBrk="1" hangingPunct="1">
              <a:spcBef>
                <a:spcPct val="0"/>
              </a:spcBef>
            </a:pPr>
            <a:endParaRPr lang="en-US" altLang="fr-FR"/>
          </a:p>
        </p:txBody>
      </p:sp>
      <p:sp>
        <p:nvSpPr>
          <p:cNvPr id="447492" name="Slide Number Placeholder 3">
            <a:extLst>
              <a:ext uri="{FF2B5EF4-FFF2-40B4-BE49-F238E27FC236}">
                <a16:creationId xmlns:a16="http://schemas.microsoft.com/office/drawing/2014/main" id="{54DE2758-D0BA-4BE1-AC0D-2417BDB4887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3DA4E20D-3658-4C1D-BC9C-7291C7319211}" type="slidenum">
              <a:rPr lang="en-US" altLang="fr-FR">
                <a:latin typeface="Calibri" panose="020F0502020204030204" pitchFamily="34" charset="0"/>
                <a:ea typeface="MS PGothic" panose="020B0600070205080204" pitchFamily="34" charset="-128"/>
              </a:rPr>
              <a:pPr/>
              <a:t>15</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9538" name="Slide Image Placeholder 1">
            <a:extLst>
              <a:ext uri="{FF2B5EF4-FFF2-40B4-BE49-F238E27FC236}">
                <a16:creationId xmlns:a16="http://schemas.microsoft.com/office/drawing/2014/main" id="{7ECDF3F0-2EC5-4C0C-A793-53864DDA5CC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9539" name="Notes Placeholder 2">
            <a:extLst>
              <a:ext uri="{FF2B5EF4-FFF2-40B4-BE49-F238E27FC236}">
                <a16:creationId xmlns:a16="http://schemas.microsoft.com/office/drawing/2014/main" id="{7102185D-B71B-4609-9C39-5DEE6C87EFC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Medical science has discovered that when you feel stressed as a result of facing challenges, the negative emotions trigger the release of certain hormones that stimulate the nervous system in such a way as to put stress on the various organs of the body. If these organs are subjected to stress over long periods of time, they become weakened. Once weakened, they are more susceptible to a variety of disease processes. The order and intensity with which organs are affected depend upon the person</a:t>
            </a:r>
            <a:r>
              <a:rPr lang="en-US" altLang="en-US"/>
              <a:t>’</a:t>
            </a:r>
            <a:r>
              <a:rPr lang="en-US" altLang="fr-FR"/>
              <a:t>s heredity, constitution, environment, and lifestyle.  For example:</a:t>
            </a:r>
          </a:p>
          <a:p>
            <a:pPr eaLnBrk="1" hangingPunct="1">
              <a:spcBef>
                <a:spcPct val="0"/>
              </a:spcBef>
            </a:pPr>
            <a:endParaRPr lang="en-US" altLang="fr-FR"/>
          </a:p>
        </p:txBody>
      </p:sp>
      <p:sp>
        <p:nvSpPr>
          <p:cNvPr id="449540" name="Slide Number Placeholder 3">
            <a:extLst>
              <a:ext uri="{FF2B5EF4-FFF2-40B4-BE49-F238E27FC236}">
                <a16:creationId xmlns:a16="http://schemas.microsoft.com/office/drawing/2014/main" id="{CB1AD0FC-5A05-4013-901D-80A647D7E77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5B6C87CD-F1B5-4C17-B60F-15792990644A}" type="slidenum">
              <a:rPr lang="en-US" altLang="fr-FR">
                <a:latin typeface="Calibri" panose="020F0502020204030204" pitchFamily="34" charset="0"/>
                <a:ea typeface="MS PGothic" panose="020B0600070205080204" pitchFamily="34" charset="-128"/>
              </a:rPr>
              <a:pPr/>
              <a:t>16</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586" name="Slide Image Placeholder 1">
            <a:extLst>
              <a:ext uri="{FF2B5EF4-FFF2-40B4-BE49-F238E27FC236}">
                <a16:creationId xmlns:a16="http://schemas.microsoft.com/office/drawing/2014/main" id="{A8C8F88F-D394-42CB-8981-56376D35386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5D610A65-219C-48BE-9CBF-589B8D229495}"/>
              </a:ext>
            </a:extLst>
          </p:cNvPr>
          <p:cNvSpPr>
            <a:spLocks noGrp="1"/>
          </p:cNvSpPr>
          <p:nvPr>
            <p:ph type="body" idx="1"/>
          </p:nvPr>
        </p:nvSpPr>
        <p:spPr/>
        <p:txBody>
          <a:bodyPr/>
          <a:lstStyle/>
          <a:p>
            <a:pPr eaLnBrk="1" fontAlgn="auto" hangingPunct="1">
              <a:spcBef>
                <a:spcPts val="0"/>
              </a:spcBef>
              <a:spcAft>
                <a:spcPts val="0"/>
              </a:spcAft>
              <a:buFont typeface="Arial" pitchFamily="34" charset="0"/>
              <a:buNone/>
              <a:defRPr/>
            </a:pPr>
            <a:r>
              <a:rPr lang="en-US" dirty="0">
                <a:ea typeface="+mn-ea"/>
              </a:rPr>
              <a:t>Stress may cause the release of adrenaline, making the heart beat more rapidly and powerfully. Such stress can cause one to suffer from heart palpitations (unpleasant awareness of heartbeat).</a:t>
            </a:r>
          </a:p>
          <a:p>
            <a:pPr marL="171450" indent="-171450" eaLnBrk="1" fontAlgn="auto" hangingPunct="1">
              <a:spcBef>
                <a:spcPts val="0"/>
              </a:spcBef>
              <a:spcAft>
                <a:spcPts val="0"/>
              </a:spcAft>
              <a:buFont typeface="Arial" pitchFamily="34" charset="0"/>
              <a:buChar char="•"/>
              <a:defRPr/>
            </a:pPr>
            <a:endParaRPr lang="en-US" dirty="0">
              <a:ea typeface="+mn-ea"/>
            </a:endParaRPr>
          </a:p>
        </p:txBody>
      </p:sp>
      <p:sp>
        <p:nvSpPr>
          <p:cNvPr id="451588" name="Slide Number Placeholder 3">
            <a:extLst>
              <a:ext uri="{FF2B5EF4-FFF2-40B4-BE49-F238E27FC236}">
                <a16:creationId xmlns:a16="http://schemas.microsoft.com/office/drawing/2014/main" id="{1640CB12-970E-472F-A0B9-B8DFEAB6488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69ED56F-A092-4D6C-821E-FECD50C4EB6F}" type="slidenum">
              <a:rPr lang="en-US" altLang="fr-FR">
                <a:latin typeface="Calibri" panose="020F0502020204030204" pitchFamily="34" charset="0"/>
                <a:ea typeface="MS PGothic" panose="020B0600070205080204" pitchFamily="34" charset="-128"/>
              </a:rPr>
              <a:pPr/>
              <a:t>17</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3634" name="Slide Image Placeholder 1">
            <a:extLst>
              <a:ext uri="{FF2B5EF4-FFF2-40B4-BE49-F238E27FC236}">
                <a16:creationId xmlns:a16="http://schemas.microsoft.com/office/drawing/2014/main" id="{8DC32398-A996-4679-A7EE-B15724446D8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3635" name="Notes Placeholder 2">
            <a:extLst>
              <a:ext uri="{FF2B5EF4-FFF2-40B4-BE49-F238E27FC236}">
                <a16:creationId xmlns:a16="http://schemas.microsoft.com/office/drawing/2014/main" id="{417CFA12-BBC5-4320-B688-45CB976AC24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When stress hormones cause the blood vessels to constrict, they may augment the effects of hypertension and cause diminished peripheral vascular flow, leading to cold hands and feet.</a:t>
            </a:r>
          </a:p>
          <a:p>
            <a:pPr eaLnBrk="1" hangingPunct="1">
              <a:spcBef>
                <a:spcPct val="0"/>
              </a:spcBef>
            </a:pPr>
            <a:endParaRPr lang="en-US" altLang="fr-FR"/>
          </a:p>
        </p:txBody>
      </p:sp>
      <p:sp>
        <p:nvSpPr>
          <p:cNvPr id="453636" name="Slide Number Placeholder 3">
            <a:extLst>
              <a:ext uri="{FF2B5EF4-FFF2-40B4-BE49-F238E27FC236}">
                <a16:creationId xmlns:a16="http://schemas.microsoft.com/office/drawing/2014/main" id="{E8FF0971-D6C0-4092-9CF9-932FFE19D07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1E2AB11-3C2A-48A3-BF82-2E2CDE26474B}" type="slidenum">
              <a:rPr lang="en-US" altLang="fr-FR">
                <a:latin typeface="Calibri" panose="020F0502020204030204" pitchFamily="34" charset="0"/>
                <a:ea typeface="MS PGothic" panose="020B0600070205080204" pitchFamily="34" charset="-128"/>
              </a:rPr>
              <a:pPr/>
              <a:t>18</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682" name="Slide Image Placeholder 1">
            <a:extLst>
              <a:ext uri="{FF2B5EF4-FFF2-40B4-BE49-F238E27FC236}">
                <a16:creationId xmlns:a16="http://schemas.microsoft.com/office/drawing/2014/main" id="{D878A0AF-FAA2-407B-984C-4416A91F8E3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46692306-CD45-4215-A20F-4D85DB3171FB}"/>
              </a:ext>
            </a:extLst>
          </p:cNvPr>
          <p:cNvSpPr>
            <a:spLocks noGrp="1"/>
          </p:cNvSpPr>
          <p:nvPr>
            <p:ph type="body" idx="1"/>
          </p:nvPr>
        </p:nvSpPr>
        <p:spPr/>
        <p:txBody>
          <a:bodyPr/>
          <a:lstStyle/>
          <a:p>
            <a:pPr eaLnBrk="1" fontAlgn="auto" hangingPunct="1">
              <a:spcBef>
                <a:spcPts val="0"/>
              </a:spcBef>
              <a:spcAft>
                <a:spcPts val="0"/>
              </a:spcAft>
              <a:buFont typeface="Arial" pitchFamily="34" charset="0"/>
              <a:buNone/>
              <a:defRPr/>
            </a:pPr>
            <a:r>
              <a:rPr lang="en-US" dirty="0">
                <a:ea typeface="+mn-ea"/>
              </a:rPr>
              <a:t>Stress may induce shallow and rapid breathing with bronchial dilation, which causes hyperventilation.</a:t>
            </a:r>
          </a:p>
          <a:p>
            <a:pPr marL="171450" indent="-171450" eaLnBrk="1" fontAlgn="auto" hangingPunct="1">
              <a:spcBef>
                <a:spcPts val="0"/>
              </a:spcBef>
              <a:spcAft>
                <a:spcPts val="0"/>
              </a:spcAft>
              <a:buFont typeface="Arial" pitchFamily="34" charset="0"/>
              <a:buChar char="•"/>
              <a:defRPr/>
            </a:pPr>
            <a:endParaRPr lang="en-US" dirty="0">
              <a:ea typeface="+mn-ea"/>
            </a:endParaRPr>
          </a:p>
        </p:txBody>
      </p:sp>
      <p:sp>
        <p:nvSpPr>
          <p:cNvPr id="455684" name="Slide Number Placeholder 3">
            <a:extLst>
              <a:ext uri="{FF2B5EF4-FFF2-40B4-BE49-F238E27FC236}">
                <a16:creationId xmlns:a16="http://schemas.microsoft.com/office/drawing/2014/main" id="{4156DEA2-712C-4175-89F2-4185D7BE572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61E33B8A-9E78-48C7-BE37-809FAA3C303C}" type="slidenum">
              <a:rPr lang="en-US" altLang="fr-FR">
                <a:latin typeface="Calibri" panose="020F0502020204030204" pitchFamily="34" charset="0"/>
                <a:ea typeface="MS PGothic" panose="020B0600070205080204" pitchFamily="34" charset="-128"/>
              </a:rPr>
              <a:pPr/>
              <a:t>19</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730" name="Slide Image Placeholder 1">
            <a:extLst>
              <a:ext uri="{FF2B5EF4-FFF2-40B4-BE49-F238E27FC236}">
                <a16:creationId xmlns:a16="http://schemas.microsoft.com/office/drawing/2014/main" id="{F183D379-BA38-4D06-B6C6-97ED914D75B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7731" name="Notes Placeholder 2">
            <a:extLst>
              <a:ext uri="{FF2B5EF4-FFF2-40B4-BE49-F238E27FC236}">
                <a16:creationId xmlns:a16="http://schemas.microsoft.com/office/drawing/2014/main" id="{8A50587D-81C0-4A57-A997-2E54F5E951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Stress results in diversion of the blood supply away from the digestive system, possibly affecting digestive processes.</a:t>
            </a:r>
          </a:p>
          <a:p>
            <a:pPr eaLnBrk="1" hangingPunct="1">
              <a:spcBef>
                <a:spcPct val="0"/>
              </a:spcBef>
            </a:pPr>
            <a:endParaRPr lang="en-US" altLang="fr-FR"/>
          </a:p>
        </p:txBody>
      </p:sp>
      <p:sp>
        <p:nvSpPr>
          <p:cNvPr id="457732" name="Slide Number Placeholder 3">
            <a:extLst>
              <a:ext uri="{FF2B5EF4-FFF2-40B4-BE49-F238E27FC236}">
                <a16:creationId xmlns:a16="http://schemas.microsoft.com/office/drawing/2014/main" id="{D50E8217-2506-43C4-9796-35BF6ADD87A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52CCEA21-5D50-403B-8AC1-2EAF4B82A2EA}" type="slidenum">
              <a:rPr lang="en-US" altLang="fr-FR">
                <a:latin typeface="Calibri" panose="020F0502020204030204" pitchFamily="34" charset="0"/>
                <a:ea typeface="MS PGothic" panose="020B0600070205080204" pitchFamily="34" charset="-128"/>
              </a:rPr>
              <a:pPr/>
              <a:t>20</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778" name="Slide Image Placeholder 1">
            <a:extLst>
              <a:ext uri="{FF2B5EF4-FFF2-40B4-BE49-F238E27FC236}">
                <a16:creationId xmlns:a16="http://schemas.microsoft.com/office/drawing/2014/main" id="{53C76656-D95D-406F-8EF4-6439FA9A3C8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9779" name="Notes Placeholder 2">
            <a:extLst>
              <a:ext uri="{FF2B5EF4-FFF2-40B4-BE49-F238E27FC236}">
                <a16:creationId xmlns:a16="http://schemas.microsoft.com/office/drawing/2014/main" id="{DF729982-43DC-477B-8BD9-89466FBAAC9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Stress induces a state of increased clotting of the blood; though protective in some circumstances, it could have detrimental effects in others.</a:t>
            </a:r>
          </a:p>
          <a:p>
            <a:pPr eaLnBrk="1" hangingPunct="1">
              <a:spcBef>
                <a:spcPct val="0"/>
              </a:spcBef>
            </a:pPr>
            <a:endParaRPr lang="en-US" altLang="fr-FR"/>
          </a:p>
        </p:txBody>
      </p:sp>
      <p:sp>
        <p:nvSpPr>
          <p:cNvPr id="459780" name="Slide Number Placeholder 3">
            <a:extLst>
              <a:ext uri="{FF2B5EF4-FFF2-40B4-BE49-F238E27FC236}">
                <a16:creationId xmlns:a16="http://schemas.microsoft.com/office/drawing/2014/main" id="{A96E804A-9841-421D-A030-7215F2A63C5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CBFBA83-C361-48FE-B3D8-4BBE65700E35}" type="slidenum">
              <a:rPr lang="en-US" altLang="fr-FR">
                <a:latin typeface="Calibri" panose="020F0502020204030204" pitchFamily="34" charset="0"/>
                <a:ea typeface="MS PGothic" panose="020B0600070205080204" pitchFamily="34" charset="-128"/>
              </a:rPr>
              <a:pPr/>
              <a:t>21</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826" name="Slide Image Placeholder 1">
            <a:extLst>
              <a:ext uri="{FF2B5EF4-FFF2-40B4-BE49-F238E27FC236}">
                <a16:creationId xmlns:a16="http://schemas.microsoft.com/office/drawing/2014/main" id="{1FCBDDF2-BFEB-4FC6-9D30-C2ABD3DB19D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EF7EB31A-76ED-45B7-B125-F2B3577C64FA}"/>
              </a:ext>
            </a:extLst>
          </p:cNvPr>
          <p:cNvSpPr>
            <a:spLocks noGrp="1"/>
          </p:cNvSpPr>
          <p:nvPr>
            <p:ph type="body" idx="1"/>
          </p:nvPr>
        </p:nvSpPr>
        <p:spPr/>
        <p:txBody>
          <a:bodyPr/>
          <a:lstStyle/>
          <a:p>
            <a:pPr eaLnBrk="1" fontAlgn="auto" hangingPunct="1">
              <a:spcBef>
                <a:spcPts val="0"/>
              </a:spcBef>
              <a:spcAft>
                <a:spcPts val="0"/>
              </a:spcAft>
              <a:buFont typeface="Arial" pitchFamily="34" charset="0"/>
              <a:buNone/>
              <a:defRPr/>
            </a:pPr>
            <a:r>
              <a:rPr lang="en-US" dirty="0">
                <a:ea typeface="+mn-ea"/>
              </a:rPr>
              <a:t>Chronic stressful conditions may increase perspiration, leading to unpleasant dampness.</a:t>
            </a:r>
          </a:p>
          <a:p>
            <a:pPr marL="171450" indent="-171450" eaLnBrk="1" fontAlgn="auto" hangingPunct="1">
              <a:spcBef>
                <a:spcPts val="0"/>
              </a:spcBef>
              <a:spcAft>
                <a:spcPts val="0"/>
              </a:spcAft>
              <a:buFont typeface="Arial" pitchFamily="34" charset="0"/>
              <a:buChar char="•"/>
              <a:defRPr/>
            </a:pPr>
            <a:endParaRPr lang="en-US" dirty="0">
              <a:ea typeface="+mn-ea"/>
            </a:endParaRPr>
          </a:p>
        </p:txBody>
      </p:sp>
      <p:sp>
        <p:nvSpPr>
          <p:cNvPr id="461828" name="Slide Number Placeholder 3">
            <a:extLst>
              <a:ext uri="{FF2B5EF4-FFF2-40B4-BE49-F238E27FC236}">
                <a16:creationId xmlns:a16="http://schemas.microsoft.com/office/drawing/2014/main" id="{2EBD7F1E-68B1-417B-AEA8-BC93E0F590C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C3903A7-B8E9-475B-A9A1-51D479976E2B}" type="slidenum">
              <a:rPr lang="en-US" altLang="fr-FR">
                <a:latin typeface="Calibri" panose="020F0502020204030204" pitchFamily="34" charset="0"/>
                <a:ea typeface="MS PGothic" panose="020B0600070205080204" pitchFamily="34" charset="-128"/>
              </a:rPr>
              <a:pPr/>
              <a:t>22</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874" name="Slide Image Placeholder 1">
            <a:extLst>
              <a:ext uri="{FF2B5EF4-FFF2-40B4-BE49-F238E27FC236}">
                <a16:creationId xmlns:a16="http://schemas.microsoft.com/office/drawing/2014/main" id="{81FC8782-8E1A-4AD8-892B-CEFA6CB24C3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3875" name="Notes Placeholder 2">
            <a:extLst>
              <a:ext uri="{FF2B5EF4-FFF2-40B4-BE49-F238E27FC236}">
                <a16:creationId xmlns:a16="http://schemas.microsoft.com/office/drawing/2014/main" id="{807D9728-7769-48AA-B01D-7D8827A3CB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Stress causes an increase in blood glucose (to serve as a rapid source of energy); in those predisposed to diabetes, chronic stress may lead to the hastening of the onset or exacerbation of diabetes mellitus. Stress may cause alterations in gastrointestinal and urinary functions. Some may suffer from urinary frequency and irritable bowel syndrome.</a:t>
            </a:r>
          </a:p>
          <a:p>
            <a:pPr eaLnBrk="1" hangingPunct="1">
              <a:spcBef>
                <a:spcPct val="0"/>
              </a:spcBef>
              <a:buFontTx/>
              <a:buChar char="•"/>
            </a:pPr>
            <a:endParaRPr lang="en-US" altLang="fr-FR"/>
          </a:p>
        </p:txBody>
      </p:sp>
      <p:sp>
        <p:nvSpPr>
          <p:cNvPr id="463876" name="Slide Number Placeholder 3">
            <a:extLst>
              <a:ext uri="{FF2B5EF4-FFF2-40B4-BE49-F238E27FC236}">
                <a16:creationId xmlns:a16="http://schemas.microsoft.com/office/drawing/2014/main" id="{CD877F29-9FCA-4135-9FD4-0CEFD984E40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A1E4001-7D3D-4624-9E1A-1252BDC2D193}" type="slidenum">
              <a:rPr lang="en-US" altLang="fr-FR">
                <a:latin typeface="Calibri" panose="020F0502020204030204" pitchFamily="34" charset="0"/>
                <a:ea typeface="MS PGothic" panose="020B0600070205080204" pitchFamily="34" charset="-128"/>
              </a:rPr>
              <a:pPr/>
              <a:t>23</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922" name="Slide Image Placeholder 1">
            <a:extLst>
              <a:ext uri="{FF2B5EF4-FFF2-40B4-BE49-F238E27FC236}">
                <a16:creationId xmlns:a16="http://schemas.microsoft.com/office/drawing/2014/main" id="{BA3CA796-40E8-4183-B8A3-D261B2EDBAB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A88AED82-48AE-486B-A5A4-254A016D4F6C}"/>
              </a:ext>
            </a:extLst>
          </p:cNvPr>
          <p:cNvSpPr>
            <a:spLocks noGrp="1"/>
          </p:cNvSpPr>
          <p:nvPr>
            <p:ph type="body" idx="1"/>
          </p:nvPr>
        </p:nvSpPr>
        <p:spPr/>
        <p:txBody>
          <a:bodyPr/>
          <a:lstStyle/>
          <a:p>
            <a:pPr eaLnBrk="1" fontAlgn="auto" hangingPunct="1">
              <a:spcBef>
                <a:spcPts val="0"/>
              </a:spcBef>
              <a:spcAft>
                <a:spcPts val="0"/>
              </a:spcAft>
              <a:buFont typeface="Arial" pitchFamily="34" charset="0"/>
              <a:buNone/>
              <a:defRPr/>
            </a:pPr>
            <a:r>
              <a:rPr lang="en-US" dirty="0">
                <a:ea typeface="+mn-ea"/>
              </a:rPr>
              <a:t>A stressed person may visit the doctor for numerous physical complaints and suffer from emotional disorders such as anxiety, depression, phobias, cognitive disorders, memory problems, and sleep disorders.</a:t>
            </a:r>
          </a:p>
          <a:p>
            <a:pPr marL="171450" indent="-171450" eaLnBrk="1" fontAlgn="auto" hangingPunct="1">
              <a:spcBef>
                <a:spcPts val="0"/>
              </a:spcBef>
              <a:spcAft>
                <a:spcPts val="0"/>
              </a:spcAft>
              <a:buFont typeface="Arial" pitchFamily="34" charset="0"/>
              <a:buChar char="•"/>
              <a:defRPr/>
            </a:pPr>
            <a:endParaRPr lang="en-US" dirty="0">
              <a:ea typeface="+mn-ea"/>
            </a:endParaRPr>
          </a:p>
        </p:txBody>
      </p:sp>
      <p:sp>
        <p:nvSpPr>
          <p:cNvPr id="465924" name="Slide Number Placeholder 3">
            <a:extLst>
              <a:ext uri="{FF2B5EF4-FFF2-40B4-BE49-F238E27FC236}">
                <a16:creationId xmlns:a16="http://schemas.microsoft.com/office/drawing/2014/main" id="{42089DFF-368F-4424-B6E8-58B0028159F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6722D3C-B475-47E3-9219-96AA95FEB433}" type="slidenum">
              <a:rPr lang="en-US" altLang="fr-FR">
                <a:latin typeface="Calibri" panose="020F0502020204030204" pitchFamily="34" charset="0"/>
                <a:ea typeface="MS PGothic" panose="020B0600070205080204" pitchFamily="34" charset="-128"/>
              </a:rPr>
              <a:pPr/>
              <a:t>24</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7970" name="Slide Image Placeholder 1">
            <a:extLst>
              <a:ext uri="{FF2B5EF4-FFF2-40B4-BE49-F238E27FC236}">
                <a16:creationId xmlns:a16="http://schemas.microsoft.com/office/drawing/2014/main" id="{F352E298-EEAD-409D-B7AB-F81C67771C7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7971" name="Notes Placeholder 2">
            <a:extLst>
              <a:ext uri="{FF2B5EF4-FFF2-40B4-BE49-F238E27FC236}">
                <a16:creationId xmlns:a16="http://schemas.microsoft.com/office/drawing/2014/main" id="{672178C6-C3FF-4019-ADB1-B1E839780D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An Ohio study¹² examined the effects of prayer on well-being. Of the 560 respondents, 95 percent classified themselves as religious people; 54 percent were Protestants and 25 percent Catholics. Four types of prayer were identified: </a:t>
            </a:r>
          </a:p>
          <a:p>
            <a:pPr eaLnBrk="1" hangingPunct="1">
              <a:spcBef>
                <a:spcPct val="0"/>
              </a:spcBef>
            </a:pPr>
            <a:endParaRPr lang="en-US" altLang="fr-FR"/>
          </a:p>
        </p:txBody>
      </p:sp>
      <p:sp>
        <p:nvSpPr>
          <p:cNvPr id="467972" name="Slide Number Placeholder 3">
            <a:extLst>
              <a:ext uri="{FF2B5EF4-FFF2-40B4-BE49-F238E27FC236}">
                <a16:creationId xmlns:a16="http://schemas.microsoft.com/office/drawing/2014/main" id="{03FD2D7F-2036-499F-9352-094085AB718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B877387-AB67-4052-94B5-C34693BAAFBA}" type="slidenum">
              <a:rPr lang="en-US" altLang="fr-FR">
                <a:latin typeface="Calibri" panose="020F0502020204030204" pitchFamily="34" charset="0"/>
                <a:ea typeface="MS PGothic" panose="020B0600070205080204" pitchFamily="34" charset="-128"/>
              </a:rPr>
              <a:pPr/>
              <a:t>25</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Slide Image Placeholder 1">
            <a:extLst>
              <a:ext uri="{FF2B5EF4-FFF2-40B4-BE49-F238E27FC236}">
                <a16:creationId xmlns:a16="http://schemas.microsoft.com/office/drawing/2014/main" id="{0F19D603-FD17-4684-ADFF-8C2DEDF27E4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0019" name="Notes Placeholder 2">
            <a:extLst>
              <a:ext uri="{FF2B5EF4-FFF2-40B4-BE49-F238E27FC236}">
                <a16:creationId xmlns:a16="http://schemas.microsoft.com/office/drawing/2014/main" id="{42F9F689-6BCA-4CCB-B3D3-D780806A35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171450" indent="-171450" eaLnBrk="1" hangingPunct="1">
              <a:spcBef>
                <a:spcPct val="0"/>
              </a:spcBef>
              <a:buFontTx/>
              <a:buChar char="•"/>
            </a:pPr>
            <a:r>
              <a:rPr lang="en-US" altLang="fr-FR"/>
              <a:t>Petitionary prayer: asking for material things you may need.</a:t>
            </a:r>
          </a:p>
          <a:p>
            <a:pPr marL="171450" indent="-171450" eaLnBrk="1" hangingPunct="1">
              <a:spcBef>
                <a:spcPct val="0"/>
              </a:spcBef>
              <a:buFontTx/>
              <a:buChar char="•"/>
            </a:pPr>
            <a:r>
              <a:rPr lang="en-US" altLang="fr-FR"/>
              <a:t>Ritual prayer: reading the book of prayers.</a:t>
            </a:r>
          </a:p>
          <a:p>
            <a:pPr marL="171450" indent="-171450" eaLnBrk="1" hangingPunct="1">
              <a:spcBef>
                <a:spcPct val="0"/>
              </a:spcBef>
              <a:buFontTx/>
              <a:buChar char="•"/>
            </a:pPr>
            <a:r>
              <a:rPr lang="en-US" altLang="fr-FR"/>
              <a:t>Meditative prayer: </a:t>
            </a:r>
            <a:r>
              <a:rPr lang="en-US" altLang="en-US"/>
              <a:t>“</a:t>
            </a:r>
            <a:r>
              <a:rPr lang="en-US" altLang="fr-FR"/>
              <a:t>feeling,</a:t>
            </a:r>
            <a:r>
              <a:rPr lang="en-US" altLang="en-US"/>
              <a:t>”</a:t>
            </a:r>
            <a:r>
              <a:rPr lang="en-US" altLang="fr-FR"/>
              <a:t> or being, in His presence.</a:t>
            </a:r>
          </a:p>
          <a:p>
            <a:pPr marL="171450" indent="-171450" eaLnBrk="1" hangingPunct="1">
              <a:spcBef>
                <a:spcPct val="0"/>
              </a:spcBef>
              <a:buFontTx/>
              <a:buChar char="•"/>
            </a:pPr>
            <a:r>
              <a:rPr lang="en-US" altLang="fr-FR"/>
              <a:t>Colloquial prayer: talking as to a friend and asking God for guidance in making decisions.</a:t>
            </a:r>
          </a:p>
          <a:p>
            <a:pPr marL="171450" indent="-171450" eaLnBrk="1" hangingPunct="1">
              <a:spcBef>
                <a:spcPct val="0"/>
              </a:spcBef>
            </a:pPr>
            <a:endParaRPr lang="en-US" altLang="fr-FR"/>
          </a:p>
          <a:p>
            <a:pPr marL="171450" indent="-171450" eaLnBrk="1" hangingPunct="1">
              <a:spcBef>
                <a:spcPct val="0"/>
              </a:spcBef>
            </a:pPr>
            <a:endParaRPr lang="en-US" altLang="fr-FR"/>
          </a:p>
        </p:txBody>
      </p:sp>
      <p:sp>
        <p:nvSpPr>
          <p:cNvPr id="470020" name="Slide Number Placeholder 3">
            <a:extLst>
              <a:ext uri="{FF2B5EF4-FFF2-40B4-BE49-F238E27FC236}">
                <a16:creationId xmlns:a16="http://schemas.microsoft.com/office/drawing/2014/main" id="{D62ADF36-AA7C-409F-91DF-750055BDBFD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1559FE9C-07E2-4B8A-96E5-52D1C8513DDC}" type="slidenum">
              <a:rPr lang="en-US" altLang="fr-FR">
                <a:latin typeface="Calibri" panose="020F0502020204030204" pitchFamily="34" charset="0"/>
                <a:ea typeface="MS PGothic" panose="020B0600070205080204" pitchFamily="34" charset="-128"/>
              </a:rPr>
              <a:pPr/>
              <a:t>26</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Slide Image Placeholder 1">
            <a:extLst>
              <a:ext uri="{FF2B5EF4-FFF2-40B4-BE49-F238E27FC236}">
                <a16:creationId xmlns:a16="http://schemas.microsoft.com/office/drawing/2014/main" id="{237DDAE1-4C13-4713-9094-2BD2A071FA9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2067" name="Notes Placeholder 2">
            <a:extLst>
              <a:ext uri="{FF2B5EF4-FFF2-40B4-BE49-F238E27FC236}">
                <a16:creationId xmlns:a16="http://schemas.microsoft.com/office/drawing/2014/main" id="{DE5F048F-3A8B-4503-9BF9-7049A6FBEE9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Of all these types of prayer, this study revealed that colloquial prayer correlates best with happiness and religious satisfaction; whereas, ritual prayer was associated with a negative effect producing feelings all the more sad, lonely, tense, and fearful. Talking to God as to a friend, telling Him all our joys and sorrows, can bring happiness, healing, and religious satisfaction. So important is the role of prayer in healing that Dr. Larry Dossey said, </a:t>
            </a:r>
            <a:r>
              <a:rPr lang="en-US" altLang="en-US"/>
              <a:t>“</a:t>
            </a:r>
            <a:r>
              <a:rPr lang="en-US" altLang="fr-FR"/>
              <a:t>I decided that not to employ prayer with my patients was the equivalent of withholding a potent drug or surgical procedure.</a:t>
            </a:r>
            <a:r>
              <a:rPr lang="en-US" altLang="en-US"/>
              <a:t>”</a:t>
            </a:r>
            <a:r>
              <a:rPr lang="en-US" altLang="fr-FR"/>
              <a:t>¹³</a:t>
            </a:r>
          </a:p>
          <a:p>
            <a:pPr eaLnBrk="1" hangingPunct="1">
              <a:spcBef>
                <a:spcPct val="0"/>
              </a:spcBef>
            </a:pPr>
            <a:endParaRPr lang="en-US" altLang="fr-FR"/>
          </a:p>
        </p:txBody>
      </p:sp>
      <p:sp>
        <p:nvSpPr>
          <p:cNvPr id="472068" name="Slide Number Placeholder 3">
            <a:extLst>
              <a:ext uri="{FF2B5EF4-FFF2-40B4-BE49-F238E27FC236}">
                <a16:creationId xmlns:a16="http://schemas.microsoft.com/office/drawing/2014/main" id="{1898D20F-3E2B-43AC-9CDE-0978CC6C1CF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34D49DF-0C16-4958-9482-61C56BE4D53A}" type="slidenum">
              <a:rPr lang="en-US" altLang="fr-FR">
                <a:latin typeface="Calibri" panose="020F0502020204030204" pitchFamily="34" charset="0"/>
                <a:ea typeface="MS PGothic" panose="020B0600070205080204" pitchFamily="34" charset="-128"/>
              </a:rPr>
              <a:pPr/>
              <a:t>27</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4" name="Slide Image Placeholder 1">
            <a:extLst>
              <a:ext uri="{FF2B5EF4-FFF2-40B4-BE49-F238E27FC236}">
                <a16:creationId xmlns:a16="http://schemas.microsoft.com/office/drawing/2014/main" id="{8A55BFBE-E783-4DEA-AE77-D8F18315B18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4115" name="Notes Placeholder 2">
            <a:extLst>
              <a:ext uri="{FF2B5EF4-FFF2-40B4-BE49-F238E27FC236}">
                <a16:creationId xmlns:a16="http://schemas.microsoft.com/office/drawing/2014/main" id="{1D1E99B4-0B3F-4A7A-BD7A-2F22424CF66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Many people have tried to solve their problems through yoga, secular meditation, or some similar internalized program of self-empowerment; however, these methods do not have the same effectiveness. In many cases they are techniques of self-hypnosis.</a:t>
            </a:r>
          </a:p>
          <a:p>
            <a:pPr eaLnBrk="1" hangingPunct="1">
              <a:spcBef>
                <a:spcPct val="0"/>
              </a:spcBef>
            </a:pPr>
            <a:endParaRPr lang="en-US" altLang="fr-FR"/>
          </a:p>
        </p:txBody>
      </p:sp>
      <p:sp>
        <p:nvSpPr>
          <p:cNvPr id="474116" name="Slide Number Placeholder 3">
            <a:extLst>
              <a:ext uri="{FF2B5EF4-FFF2-40B4-BE49-F238E27FC236}">
                <a16:creationId xmlns:a16="http://schemas.microsoft.com/office/drawing/2014/main" id="{4A2F1CDA-AF51-4C7C-BB03-57CA6FA71D1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C92914A-8673-494D-872D-4374D9CBC19F}" type="slidenum">
              <a:rPr lang="en-US" altLang="fr-FR">
                <a:latin typeface="Calibri" panose="020F0502020204030204" pitchFamily="34" charset="0"/>
                <a:ea typeface="MS PGothic" panose="020B0600070205080204" pitchFamily="34" charset="-128"/>
              </a:rPr>
              <a:pPr/>
              <a:t>28</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2" name="Slide Image Placeholder 1">
            <a:extLst>
              <a:ext uri="{FF2B5EF4-FFF2-40B4-BE49-F238E27FC236}">
                <a16:creationId xmlns:a16="http://schemas.microsoft.com/office/drawing/2014/main" id="{03F813FF-A8B7-4557-8BE7-46C8DDE5F4B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6163" name="Notes Placeholder 2">
            <a:extLst>
              <a:ext uri="{FF2B5EF4-FFF2-40B4-BE49-F238E27FC236}">
                <a16:creationId xmlns:a16="http://schemas.microsoft.com/office/drawing/2014/main" id="{179F5215-75AE-481E-BD75-5A8EFED2D69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Most civilizations have been founded on a set of beliefs and moral values that lead to an orderly society. Throughout the centuries belief in spiritual values has been a strong motivator to treat others well and to develop peaceful human relationships. History demonstrates that faithless and amoral societies become so corrupt that they cannot survive. Belief is fundamental to science as well as to religion. Just as faith in a scientific principle is verified, faith in God is validated when tests show that its application leads to correct conclusions and brings satisfying results. Studies indicate that those with regular spiritual practices who meet with a faith community live longer, live better, and are far less likely to have a stroke or heart attack. Faith can provide strength to overcome stress and destructive habits. Belief can give you peace of mind and enable you to reach your full potential through positive choices. Celebrate belief—it is the foundation of life!</a:t>
            </a:r>
          </a:p>
          <a:p>
            <a:pPr eaLnBrk="1" hangingPunct="1">
              <a:spcBef>
                <a:spcPct val="0"/>
              </a:spcBef>
            </a:pPr>
            <a:endParaRPr lang="en-US" altLang="fr-FR"/>
          </a:p>
        </p:txBody>
      </p:sp>
      <p:sp>
        <p:nvSpPr>
          <p:cNvPr id="476164" name="Slide Number Placeholder 3">
            <a:extLst>
              <a:ext uri="{FF2B5EF4-FFF2-40B4-BE49-F238E27FC236}">
                <a16:creationId xmlns:a16="http://schemas.microsoft.com/office/drawing/2014/main" id="{79B6088B-56BB-4067-BFCF-7D3387870E2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B6BC61D1-4A26-44D5-B94C-77CE8288AD95}" type="slidenum">
              <a:rPr lang="en-US" altLang="fr-FR">
                <a:latin typeface="Calibri" panose="020F0502020204030204" pitchFamily="34" charset="0"/>
                <a:ea typeface="MS PGothic" panose="020B0600070205080204" pitchFamily="34" charset="-128"/>
              </a:rPr>
              <a:pPr/>
              <a:t>29</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0" name="Slide Image Placeholder 1">
            <a:extLst>
              <a:ext uri="{FF2B5EF4-FFF2-40B4-BE49-F238E27FC236}">
                <a16:creationId xmlns:a16="http://schemas.microsoft.com/office/drawing/2014/main" id="{A7ED490F-8795-4E58-973C-5E59EEE5CE3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8211" name="Notes Placeholder 2">
            <a:extLst>
              <a:ext uri="{FF2B5EF4-FFF2-40B4-BE49-F238E27FC236}">
                <a16:creationId xmlns:a16="http://schemas.microsoft.com/office/drawing/2014/main" id="{8F30CB90-7980-4BE1-B9F7-FEA9B0B7DB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The Bible says, </a:t>
            </a:r>
            <a:r>
              <a:rPr lang="en-US" altLang="en-US"/>
              <a:t>“</a:t>
            </a:r>
            <a:r>
              <a:rPr lang="en-US" altLang="fr-FR"/>
              <a:t>You will keep him in perfect peace, whose mind is stayed on You, because he trusts in You. (Isa. 26:3, NKJV). When we have a close relationship with God, we experience peace of mind.  </a:t>
            </a:r>
          </a:p>
          <a:p>
            <a:pPr eaLnBrk="1" hangingPunct="1">
              <a:spcBef>
                <a:spcPct val="0"/>
              </a:spcBef>
            </a:pPr>
            <a:r>
              <a:rPr lang="en-US" altLang="fr-FR"/>
              <a:t>This does not mean that those who believe in God and trust Him implicitly will be free from problems. </a:t>
            </a:r>
            <a:r>
              <a:rPr lang="en-US" altLang="en-US"/>
              <a:t>“</a:t>
            </a:r>
            <a:r>
              <a:rPr lang="en-US" altLang="fr-FR"/>
              <a:t>Trouble and turmoil may surround us, yet we enjoy a calmness and peace of mind of which the world knows nothing. This inward peace is reflected in a . . . vigorous, glowing experience that stimulates all with whom we come in contact. The peace of the Christian depends not upon peaceful conditions in the world about him but upon the indwelling of the Spirit of God.</a:t>
            </a:r>
            <a:r>
              <a:rPr lang="en-US" altLang="en-US"/>
              <a:t>”</a:t>
            </a:r>
            <a:r>
              <a:rPr lang="en-US" altLang="fr-FR"/>
              <a:t>¹⁴</a:t>
            </a:r>
          </a:p>
          <a:p>
            <a:pPr eaLnBrk="1" hangingPunct="1">
              <a:spcBef>
                <a:spcPct val="0"/>
              </a:spcBef>
            </a:pPr>
            <a:endParaRPr lang="en-US" altLang="fr-FR"/>
          </a:p>
        </p:txBody>
      </p:sp>
      <p:sp>
        <p:nvSpPr>
          <p:cNvPr id="478212" name="Slide Number Placeholder 3">
            <a:extLst>
              <a:ext uri="{FF2B5EF4-FFF2-40B4-BE49-F238E27FC236}">
                <a16:creationId xmlns:a16="http://schemas.microsoft.com/office/drawing/2014/main" id="{1C6ACC18-F19A-4F0C-A710-CEAD6A69832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8FB8FF1-CA6C-4F91-8094-649F5B8D172E}" type="slidenum">
              <a:rPr lang="en-US" altLang="fr-FR">
                <a:latin typeface="Calibri" panose="020F0502020204030204" pitchFamily="34" charset="0"/>
                <a:ea typeface="MS PGothic" panose="020B0600070205080204" pitchFamily="34" charset="-128"/>
              </a:rPr>
              <a:pPr/>
              <a:t>30</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Slide Image Placeholder 1">
            <a:extLst>
              <a:ext uri="{FF2B5EF4-FFF2-40B4-BE49-F238E27FC236}">
                <a16:creationId xmlns:a16="http://schemas.microsoft.com/office/drawing/2014/main" id="{31EACE97-A4E9-44A3-92FA-CAA9CE4E00B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0259" name="Notes Placeholder 2">
            <a:extLst>
              <a:ext uri="{FF2B5EF4-FFF2-40B4-BE49-F238E27FC236}">
                <a16:creationId xmlns:a16="http://schemas.microsoft.com/office/drawing/2014/main" id="{1209CDDA-A462-4708-B757-59A652F258C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As nineteenth-century evangelist Dwight L. Moody is quoted by many as saying:</a:t>
            </a:r>
          </a:p>
          <a:p>
            <a:pPr eaLnBrk="1" hangingPunct="1">
              <a:spcBef>
                <a:spcPct val="0"/>
              </a:spcBef>
            </a:pPr>
            <a:r>
              <a:rPr lang="en-US" altLang="en-US"/>
              <a:t>“</a:t>
            </a:r>
            <a:r>
              <a:rPr lang="en-US" altLang="fr-FR"/>
              <a:t>Trust in yourself, and you are doomed to disappointment.</a:t>
            </a:r>
          </a:p>
          <a:p>
            <a:pPr eaLnBrk="1" hangingPunct="1">
              <a:spcBef>
                <a:spcPct val="0"/>
              </a:spcBef>
            </a:pPr>
            <a:r>
              <a:rPr lang="en-US" altLang="en-US"/>
              <a:t>“</a:t>
            </a:r>
            <a:r>
              <a:rPr lang="en-US" altLang="fr-FR"/>
              <a:t>Trust in your friends, and they will die and leave you.</a:t>
            </a:r>
          </a:p>
          <a:p>
            <a:pPr eaLnBrk="1" hangingPunct="1">
              <a:spcBef>
                <a:spcPct val="0"/>
              </a:spcBef>
            </a:pPr>
            <a:r>
              <a:rPr lang="en-US" altLang="en-US"/>
              <a:t>“</a:t>
            </a:r>
            <a:r>
              <a:rPr lang="en-US" altLang="fr-FR"/>
              <a:t>Trust in money, and you may have it taken from you.</a:t>
            </a:r>
          </a:p>
          <a:p>
            <a:pPr eaLnBrk="1" hangingPunct="1">
              <a:spcBef>
                <a:spcPct val="0"/>
              </a:spcBef>
            </a:pPr>
            <a:r>
              <a:rPr lang="en-US" altLang="en-US"/>
              <a:t>“</a:t>
            </a:r>
            <a:r>
              <a:rPr lang="en-US" altLang="fr-FR"/>
              <a:t>Trust in reputation, and some slanderous tongue may blast it.</a:t>
            </a:r>
          </a:p>
          <a:p>
            <a:pPr eaLnBrk="1" hangingPunct="1">
              <a:spcBef>
                <a:spcPct val="0"/>
              </a:spcBef>
            </a:pPr>
            <a:r>
              <a:rPr lang="en-US" altLang="en-US"/>
              <a:t>“</a:t>
            </a:r>
            <a:r>
              <a:rPr lang="en-US" altLang="fr-FR"/>
              <a:t>But trust in God, and you will never be confounded in time or eternity.</a:t>
            </a:r>
            <a:r>
              <a:rPr lang="en-US" altLang="en-US"/>
              <a:t>”</a:t>
            </a:r>
            <a:endParaRPr lang="en-US" altLang="fr-FR"/>
          </a:p>
          <a:p>
            <a:pPr eaLnBrk="1" hangingPunct="1">
              <a:spcBef>
                <a:spcPct val="0"/>
              </a:spcBef>
            </a:pPr>
            <a:r>
              <a:rPr lang="en-US" altLang="fr-FR"/>
              <a:t>Trusting in a loving, powerful God provides us with the ability to enjoy a healthful lifestyle. Belief and faith in God enables Him to fill our lives with abundant peace and joy.</a:t>
            </a:r>
          </a:p>
          <a:p>
            <a:pPr eaLnBrk="1" hangingPunct="1">
              <a:spcBef>
                <a:spcPct val="0"/>
              </a:spcBef>
            </a:pPr>
            <a:endParaRPr lang="en-US" altLang="fr-FR"/>
          </a:p>
        </p:txBody>
      </p:sp>
      <p:sp>
        <p:nvSpPr>
          <p:cNvPr id="480260" name="Slide Number Placeholder 3">
            <a:extLst>
              <a:ext uri="{FF2B5EF4-FFF2-40B4-BE49-F238E27FC236}">
                <a16:creationId xmlns:a16="http://schemas.microsoft.com/office/drawing/2014/main" id="{FF9CDC95-C7DB-4E56-BF2A-8FAF0C6A0B4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768E553-3E2C-44EC-82C6-DBB8815CD0EF}" type="slidenum">
              <a:rPr lang="en-US" altLang="fr-FR">
                <a:latin typeface="Calibri" panose="020F0502020204030204" pitchFamily="34" charset="0"/>
                <a:ea typeface="MS PGothic" panose="020B0600070205080204" pitchFamily="34" charset="-128"/>
              </a:rPr>
              <a:pPr/>
              <a:t>31</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Slide Image Placeholder 1">
            <a:extLst>
              <a:ext uri="{FF2B5EF4-FFF2-40B4-BE49-F238E27FC236}">
                <a16:creationId xmlns:a16="http://schemas.microsoft.com/office/drawing/2014/main" id="{B67DA19F-F9EB-4190-B402-30737EF7B00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2307" name="Notes Placeholder 2">
            <a:extLst>
              <a:ext uri="{FF2B5EF4-FFF2-40B4-BE49-F238E27FC236}">
                <a16:creationId xmlns:a16="http://schemas.microsoft.com/office/drawing/2014/main" id="{0E4B7441-71B6-44DF-A57F-6DEA007F41C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b="1">
                <a:solidFill>
                  <a:schemeClr val="bg1"/>
                </a:solidFill>
              </a:rPr>
              <a:t>LIFE APPLICATION</a:t>
            </a:r>
            <a:br>
              <a:rPr lang="en-US" altLang="fr-FR" b="1">
                <a:solidFill>
                  <a:schemeClr val="bg1"/>
                </a:solidFill>
              </a:rPr>
            </a:br>
            <a:r>
              <a:rPr lang="en-US" altLang="fr-FR" b="1">
                <a:solidFill>
                  <a:schemeClr val="bg1"/>
                </a:solidFill>
              </a:rPr>
              <a:t>QUESTIONS</a:t>
            </a:r>
            <a:endParaRPr lang="en-US" altLang="fr-FR"/>
          </a:p>
        </p:txBody>
      </p:sp>
      <p:sp>
        <p:nvSpPr>
          <p:cNvPr id="482308" name="Slide Number Placeholder 3">
            <a:extLst>
              <a:ext uri="{FF2B5EF4-FFF2-40B4-BE49-F238E27FC236}">
                <a16:creationId xmlns:a16="http://schemas.microsoft.com/office/drawing/2014/main" id="{F9A50118-D38C-488C-903D-1A5021C28569}"/>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CD58720D-CAAB-4412-82EF-B05489C77FEA}" type="slidenum">
              <a:rPr lang="en-US" altLang="fr-FR">
                <a:latin typeface="Calibri" panose="020F0502020204030204" pitchFamily="34" charset="0"/>
                <a:ea typeface="MS PGothic" panose="020B0600070205080204" pitchFamily="34" charset="-128"/>
              </a:rPr>
              <a:pPr/>
              <a:t>32</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Slide Image Placeholder 1">
            <a:extLst>
              <a:ext uri="{FF2B5EF4-FFF2-40B4-BE49-F238E27FC236}">
                <a16:creationId xmlns:a16="http://schemas.microsoft.com/office/drawing/2014/main" id="{290F90E3-283B-4062-8F10-3B360126727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4355" name="Notes Placeholder 2">
            <a:extLst>
              <a:ext uri="{FF2B5EF4-FFF2-40B4-BE49-F238E27FC236}">
                <a16:creationId xmlns:a16="http://schemas.microsoft.com/office/drawing/2014/main" id="{511B1C53-B298-4A57-8F54-12DE9769AA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How gullible am I? </a:t>
            </a:r>
          </a:p>
          <a:p>
            <a:pPr eaLnBrk="1" hangingPunct="1">
              <a:spcBef>
                <a:spcPct val="0"/>
              </a:spcBef>
            </a:pPr>
            <a:r>
              <a:rPr lang="en-US" altLang="fr-FR"/>
              <a:t>What methods do I use when choosing what to believe? </a:t>
            </a:r>
          </a:p>
          <a:p>
            <a:pPr eaLnBrk="1" hangingPunct="1">
              <a:spcBef>
                <a:spcPct val="0"/>
              </a:spcBef>
            </a:pPr>
            <a:endParaRPr lang="en-US" altLang="fr-FR"/>
          </a:p>
          <a:p>
            <a:pPr eaLnBrk="1" hangingPunct="1">
              <a:spcBef>
                <a:spcPct val="0"/>
              </a:spcBef>
            </a:pPr>
            <a:endParaRPr lang="en-US" altLang="fr-FR"/>
          </a:p>
        </p:txBody>
      </p:sp>
      <p:sp>
        <p:nvSpPr>
          <p:cNvPr id="484356" name="Slide Number Placeholder 3">
            <a:extLst>
              <a:ext uri="{FF2B5EF4-FFF2-40B4-BE49-F238E27FC236}">
                <a16:creationId xmlns:a16="http://schemas.microsoft.com/office/drawing/2014/main" id="{0DD74519-99F3-4634-B91F-ED524D1EAA0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D4CEAD2-F460-4AFC-86EE-14CBB2FD232A}" type="slidenum">
              <a:rPr lang="en-US" altLang="fr-FR">
                <a:latin typeface="Calibri" panose="020F0502020204030204" pitchFamily="34" charset="0"/>
                <a:ea typeface="MS PGothic" panose="020B0600070205080204" pitchFamily="34" charset="-128"/>
              </a:rPr>
              <a:pPr/>
              <a:t>33</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Slide Image Placeholder 1">
            <a:extLst>
              <a:ext uri="{FF2B5EF4-FFF2-40B4-BE49-F238E27FC236}">
                <a16:creationId xmlns:a16="http://schemas.microsoft.com/office/drawing/2014/main" id="{2EFBD32E-0D29-46C0-8EF6-EE8FA62F3AB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82B5297A-1B0F-4D1E-9BE3-FA5E7ACC8308}"/>
              </a:ext>
            </a:extLst>
          </p:cNvPr>
          <p:cNvSpPr>
            <a:spLocks noGrp="1"/>
          </p:cNvSpPr>
          <p:nvPr>
            <p:ph type="body" idx="1"/>
          </p:nvPr>
        </p:nvSpPr>
        <p:spPr/>
        <p:txBody>
          <a:bodyPr/>
          <a:lstStyle/>
          <a:p>
            <a:pPr eaLnBrk="1" fontAlgn="auto" hangingPunct="1">
              <a:spcBef>
                <a:spcPts val="0"/>
              </a:spcBef>
              <a:spcAft>
                <a:spcPts val="0"/>
              </a:spcAft>
              <a:defRPr/>
            </a:pPr>
            <a:r>
              <a:rPr lang="en-US" dirty="0">
                <a:ea typeface="+mn-ea"/>
              </a:rPr>
              <a:t>Which influences can I trust?</a:t>
            </a:r>
          </a:p>
          <a:p>
            <a:pPr marL="171450" indent="-171450" eaLnBrk="1" fontAlgn="auto" hangingPunct="1">
              <a:spcBef>
                <a:spcPts val="0"/>
              </a:spcBef>
              <a:spcAft>
                <a:spcPts val="0"/>
              </a:spcAft>
              <a:buFont typeface="Arial" pitchFamily="34" charset="0"/>
              <a:buChar char="•"/>
              <a:defRPr/>
            </a:pPr>
            <a:r>
              <a:rPr lang="en-US" dirty="0">
                <a:ea typeface="+mn-ea"/>
              </a:rPr>
              <a:t>the internet, </a:t>
            </a:r>
          </a:p>
          <a:p>
            <a:pPr marL="171450" indent="-171450" eaLnBrk="1" fontAlgn="auto" hangingPunct="1">
              <a:spcBef>
                <a:spcPts val="0"/>
              </a:spcBef>
              <a:spcAft>
                <a:spcPts val="0"/>
              </a:spcAft>
              <a:buFont typeface="Arial" pitchFamily="34" charset="0"/>
              <a:buChar char="•"/>
              <a:defRPr/>
            </a:pPr>
            <a:r>
              <a:rPr lang="en-US" dirty="0">
                <a:ea typeface="+mn-ea"/>
              </a:rPr>
              <a:t>advertisements, </a:t>
            </a:r>
          </a:p>
          <a:p>
            <a:pPr eaLnBrk="1" fontAlgn="auto" hangingPunct="1">
              <a:spcBef>
                <a:spcPts val="0"/>
              </a:spcBef>
              <a:spcAft>
                <a:spcPts val="0"/>
              </a:spcAft>
              <a:defRPr/>
            </a:pPr>
            <a:endParaRPr lang="en-US" dirty="0">
              <a:ea typeface="+mn-ea"/>
            </a:endParaRPr>
          </a:p>
        </p:txBody>
      </p:sp>
      <p:sp>
        <p:nvSpPr>
          <p:cNvPr id="486404" name="Slide Number Placeholder 3">
            <a:extLst>
              <a:ext uri="{FF2B5EF4-FFF2-40B4-BE49-F238E27FC236}">
                <a16:creationId xmlns:a16="http://schemas.microsoft.com/office/drawing/2014/main" id="{F10D0A41-5FB9-4C38-8285-268EAB8B846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FEA0C6A-13FC-459A-9954-0F24923A718D}" type="slidenum">
              <a:rPr lang="en-US" altLang="fr-FR">
                <a:latin typeface="Calibri" panose="020F0502020204030204" pitchFamily="34" charset="0"/>
                <a:ea typeface="MS PGothic" panose="020B0600070205080204" pitchFamily="34" charset="-128"/>
              </a:rPr>
              <a:pPr/>
              <a:t>34</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0" name="Slide Image Placeholder 1">
            <a:extLst>
              <a:ext uri="{FF2B5EF4-FFF2-40B4-BE49-F238E27FC236}">
                <a16:creationId xmlns:a16="http://schemas.microsoft.com/office/drawing/2014/main" id="{8E6ABE63-5326-45DD-B043-D7CD5DAA319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a:extLst>
              <a:ext uri="{FF2B5EF4-FFF2-40B4-BE49-F238E27FC236}">
                <a16:creationId xmlns:a16="http://schemas.microsoft.com/office/drawing/2014/main" id="{D3118ADE-6CF5-4552-86FC-24EBFBD0954D}"/>
              </a:ext>
            </a:extLst>
          </p:cNvPr>
          <p:cNvSpPr>
            <a:spLocks noGrp="1"/>
          </p:cNvSpPr>
          <p:nvPr>
            <p:ph type="body" idx="1"/>
          </p:nvPr>
        </p:nvSpPr>
        <p:spPr/>
        <p:txBody>
          <a:bodyPr/>
          <a:lstStyle/>
          <a:p>
            <a:pPr marL="171450" indent="-171450" eaLnBrk="1" fontAlgn="auto" hangingPunct="1">
              <a:spcBef>
                <a:spcPts val="0"/>
              </a:spcBef>
              <a:spcAft>
                <a:spcPts val="0"/>
              </a:spcAft>
              <a:buFont typeface="Arial" pitchFamily="34" charset="0"/>
              <a:buChar char="•"/>
              <a:defRPr/>
            </a:pPr>
            <a:r>
              <a:rPr lang="en-US" dirty="0">
                <a:ea typeface="+mn-ea"/>
              </a:rPr>
              <a:t>research backed by vested interests, </a:t>
            </a:r>
          </a:p>
          <a:p>
            <a:pPr marL="171450" indent="-171450" eaLnBrk="1" fontAlgn="auto" hangingPunct="1">
              <a:spcBef>
                <a:spcPts val="0"/>
              </a:spcBef>
              <a:spcAft>
                <a:spcPts val="0"/>
              </a:spcAft>
              <a:buFont typeface="Arial" pitchFamily="34" charset="0"/>
              <a:buChar char="•"/>
              <a:defRPr/>
            </a:pPr>
            <a:r>
              <a:rPr lang="en-US" dirty="0">
                <a:ea typeface="+mn-ea"/>
              </a:rPr>
              <a:t>friends, </a:t>
            </a:r>
          </a:p>
          <a:p>
            <a:pPr marL="171450" indent="-171450" eaLnBrk="1" fontAlgn="auto" hangingPunct="1">
              <a:spcBef>
                <a:spcPts val="0"/>
              </a:spcBef>
              <a:spcAft>
                <a:spcPts val="0"/>
              </a:spcAft>
              <a:buFont typeface="Arial" pitchFamily="34" charset="0"/>
              <a:buChar char="•"/>
              <a:defRPr/>
            </a:pPr>
            <a:r>
              <a:rPr lang="en-US" dirty="0">
                <a:ea typeface="+mn-ea"/>
              </a:rPr>
              <a:t>past experience?</a:t>
            </a:r>
          </a:p>
          <a:p>
            <a:pPr eaLnBrk="1" fontAlgn="auto" hangingPunct="1">
              <a:spcBef>
                <a:spcPts val="0"/>
              </a:spcBef>
              <a:spcAft>
                <a:spcPts val="0"/>
              </a:spcAft>
              <a:defRPr/>
            </a:pPr>
            <a:endParaRPr lang="en-US" dirty="0">
              <a:ea typeface="+mn-ea"/>
            </a:endParaRPr>
          </a:p>
          <a:p>
            <a:pPr eaLnBrk="1" fontAlgn="auto" hangingPunct="1">
              <a:spcBef>
                <a:spcPts val="0"/>
              </a:spcBef>
              <a:spcAft>
                <a:spcPts val="0"/>
              </a:spcAft>
              <a:defRPr/>
            </a:pPr>
            <a:endParaRPr lang="en-US" dirty="0">
              <a:ea typeface="+mn-ea"/>
            </a:endParaRPr>
          </a:p>
        </p:txBody>
      </p:sp>
      <p:sp>
        <p:nvSpPr>
          <p:cNvPr id="488452" name="Slide Number Placeholder 3">
            <a:extLst>
              <a:ext uri="{FF2B5EF4-FFF2-40B4-BE49-F238E27FC236}">
                <a16:creationId xmlns:a16="http://schemas.microsoft.com/office/drawing/2014/main" id="{6E870343-21EC-4AA8-8CA7-1CE61C9A514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1E24EA6-0345-4090-A67B-A1F5228882F3}" type="slidenum">
              <a:rPr lang="en-US" altLang="fr-FR">
                <a:latin typeface="Calibri" panose="020F0502020204030204" pitchFamily="34" charset="0"/>
                <a:ea typeface="MS PGothic" panose="020B0600070205080204" pitchFamily="34" charset="-128"/>
              </a:rPr>
              <a:pPr/>
              <a:t>35</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Slide Image Placeholder 1">
            <a:extLst>
              <a:ext uri="{FF2B5EF4-FFF2-40B4-BE49-F238E27FC236}">
                <a16:creationId xmlns:a16="http://schemas.microsoft.com/office/drawing/2014/main" id="{748C7D53-85A3-4261-8079-9823066BA23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0499" name="Notes Placeholder 2">
            <a:extLst>
              <a:ext uri="{FF2B5EF4-FFF2-40B4-BE49-F238E27FC236}">
                <a16:creationId xmlns:a16="http://schemas.microsoft.com/office/drawing/2014/main" id="{1412EFB2-8291-4D7B-A2BF-B0FE42998AC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benefits have I noticed by having faith in God? </a:t>
            </a:r>
          </a:p>
        </p:txBody>
      </p:sp>
      <p:sp>
        <p:nvSpPr>
          <p:cNvPr id="490500" name="Slide Number Placeholder 3">
            <a:extLst>
              <a:ext uri="{FF2B5EF4-FFF2-40B4-BE49-F238E27FC236}">
                <a16:creationId xmlns:a16="http://schemas.microsoft.com/office/drawing/2014/main" id="{63E8E62D-4D88-4733-9CB2-7816378EB32A}"/>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30904B5-F731-4270-B2F1-EB2636F46C0C}" type="slidenum">
              <a:rPr lang="en-US" altLang="fr-FR">
                <a:latin typeface="Calibri" panose="020F0502020204030204" pitchFamily="34" charset="0"/>
                <a:ea typeface="MS PGothic" panose="020B0600070205080204" pitchFamily="34" charset="-128"/>
              </a:rPr>
              <a:pPr/>
              <a:t>36</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2546" name="Slide Image Placeholder 1">
            <a:extLst>
              <a:ext uri="{FF2B5EF4-FFF2-40B4-BE49-F238E27FC236}">
                <a16:creationId xmlns:a16="http://schemas.microsoft.com/office/drawing/2014/main" id="{E84A2C8F-E5B9-4A14-BE6B-A1F83D4698C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2547" name="Notes Placeholder 2">
            <a:extLst>
              <a:ext uri="{FF2B5EF4-FFF2-40B4-BE49-F238E27FC236}">
                <a16:creationId xmlns:a16="http://schemas.microsoft.com/office/drawing/2014/main" id="{6FC3F1D2-2C87-454A-812F-3B97D12658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How well have I coped with stressful situations? Do I feel peaceful most of the time? </a:t>
            </a:r>
          </a:p>
        </p:txBody>
      </p:sp>
      <p:sp>
        <p:nvSpPr>
          <p:cNvPr id="492548" name="Slide Number Placeholder 3">
            <a:extLst>
              <a:ext uri="{FF2B5EF4-FFF2-40B4-BE49-F238E27FC236}">
                <a16:creationId xmlns:a16="http://schemas.microsoft.com/office/drawing/2014/main" id="{4FD0E0B9-F761-40BA-A2EA-C4143ABE7A3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DA4E6C5-F135-4608-B815-B2DD45A597F5}" type="slidenum">
              <a:rPr lang="en-US" altLang="fr-FR">
                <a:latin typeface="Calibri" panose="020F0502020204030204" pitchFamily="34" charset="0"/>
                <a:ea typeface="MS PGothic" panose="020B0600070205080204" pitchFamily="34" charset="-128"/>
              </a:rPr>
              <a:pPr/>
              <a:t>37</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4594" name="Slide Image Placeholder 1">
            <a:extLst>
              <a:ext uri="{FF2B5EF4-FFF2-40B4-BE49-F238E27FC236}">
                <a16:creationId xmlns:a16="http://schemas.microsoft.com/office/drawing/2014/main" id="{B2A6709E-D929-4B04-8718-4105CBE2662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4595" name="Notes Placeholder 2">
            <a:extLst>
              <a:ext uri="{FF2B5EF4-FFF2-40B4-BE49-F238E27FC236}">
                <a16:creationId xmlns:a16="http://schemas.microsoft.com/office/drawing/2014/main" id="{7A981B38-267C-4B50-B513-489D5A1AAAE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Do I have a strong purpose in life? </a:t>
            </a:r>
          </a:p>
        </p:txBody>
      </p:sp>
      <p:sp>
        <p:nvSpPr>
          <p:cNvPr id="494596" name="Slide Number Placeholder 3">
            <a:extLst>
              <a:ext uri="{FF2B5EF4-FFF2-40B4-BE49-F238E27FC236}">
                <a16:creationId xmlns:a16="http://schemas.microsoft.com/office/drawing/2014/main" id="{43CD3C41-8089-4296-9598-B02B21BFF1B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7CD926C-2171-476E-AB16-F400979A8C31}" type="slidenum">
              <a:rPr lang="en-US" altLang="fr-FR">
                <a:latin typeface="Calibri" panose="020F0502020204030204" pitchFamily="34" charset="0"/>
                <a:ea typeface="MS PGothic" panose="020B0600070205080204" pitchFamily="34" charset="-128"/>
              </a:rPr>
              <a:pPr/>
              <a:t>38</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Slide Image Placeholder 1">
            <a:extLst>
              <a:ext uri="{FF2B5EF4-FFF2-40B4-BE49-F238E27FC236}">
                <a16:creationId xmlns:a16="http://schemas.microsoft.com/office/drawing/2014/main" id="{B4F05B97-A2E1-4C01-A84C-CD50EA39CDD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6643" name="Notes Placeholder 2">
            <a:extLst>
              <a:ext uri="{FF2B5EF4-FFF2-40B4-BE49-F238E27FC236}">
                <a16:creationId xmlns:a16="http://schemas.microsoft.com/office/drawing/2014/main" id="{84D77788-F189-4F96-9EAF-3C30DB647A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Is the community in which I live and work aware of this, and are they benefitting, as well? Are adolescents in my community better protected from disruptive and risky behaviors because of my association with them and the faith I exhibit?</a:t>
            </a:r>
          </a:p>
          <a:p>
            <a:pPr eaLnBrk="1" hangingPunct="1">
              <a:spcBef>
                <a:spcPct val="0"/>
              </a:spcBef>
            </a:pPr>
            <a:endParaRPr lang="en-US" altLang="fr-FR"/>
          </a:p>
        </p:txBody>
      </p:sp>
      <p:sp>
        <p:nvSpPr>
          <p:cNvPr id="496644" name="Slide Number Placeholder 3">
            <a:extLst>
              <a:ext uri="{FF2B5EF4-FFF2-40B4-BE49-F238E27FC236}">
                <a16:creationId xmlns:a16="http://schemas.microsoft.com/office/drawing/2014/main" id="{7E4C31B8-49F4-4141-B8A4-0CEF76AEAB4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9B82E19-3682-48C5-9C13-24B7181DBCB1}" type="slidenum">
              <a:rPr lang="en-US" altLang="fr-FR">
                <a:latin typeface="Calibri" panose="020F0502020204030204" pitchFamily="34" charset="0"/>
                <a:ea typeface="MS PGothic" panose="020B0600070205080204" pitchFamily="34" charset="-128"/>
              </a:rPr>
              <a:pPr/>
              <a:t>39</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Slide Image Placeholder 1">
            <a:extLst>
              <a:ext uri="{FF2B5EF4-FFF2-40B4-BE49-F238E27FC236}">
                <a16:creationId xmlns:a16="http://schemas.microsoft.com/office/drawing/2014/main" id="{A3A8800E-A055-4318-A5A6-B93865A9EB0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8691" name="Notes Placeholder 2">
            <a:extLst>
              <a:ext uri="{FF2B5EF4-FFF2-40B4-BE49-F238E27FC236}">
                <a16:creationId xmlns:a16="http://schemas.microsoft.com/office/drawing/2014/main" id="{BAE3EA62-CF54-4160-9524-65388DA395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Are adolescents in my community better protected from disruptive and risky behaviors because of my association with them and the faith I exhibit?</a:t>
            </a:r>
          </a:p>
          <a:p>
            <a:pPr eaLnBrk="1" hangingPunct="1">
              <a:spcBef>
                <a:spcPct val="0"/>
              </a:spcBef>
            </a:pPr>
            <a:endParaRPr lang="en-US" altLang="fr-FR"/>
          </a:p>
        </p:txBody>
      </p:sp>
      <p:sp>
        <p:nvSpPr>
          <p:cNvPr id="498692" name="Slide Number Placeholder 3">
            <a:extLst>
              <a:ext uri="{FF2B5EF4-FFF2-40B4-BE49-F238E27FC236}">
                <a16:creationId xmlns:a16="http://schemas.microsoft.com/office/drawing/2014/main" id="{2C1336F5-836A-41F7-BBEC-67FEEA1709B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E9A0DA9-ED1F-4047-BE0E-56FB36C6FF29}" type="slidenum">
              <a:rPr lang="en-US" altLang="fr-FR">
                <a:latin typeface="Calibri" panose="020F0502020204030204" pitchFamily="34" charset="0"/>
                <a:ea typeface="MS PGothic" panose="020B0600070205080204" pitchFamily="34" charset="-128"/>
              </a:rPr>
              <a:pPr/>
              <a:t>40</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Slide Image Placeholder 1">
            <a:extLst>
              <a:ext uri="{FF2B5EF4-FFF2-40B4-BE49-F238E27FC236}">
                <a16:creationId xmlns:a16="http://schemas.microsoft.com/office/drawing/2014/main" id="{ACB17D11-5ED8-4406-8F03-B3104F86D21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0739" name="Notes Placeholder 2">
            <a:extLst>
              <a:ext uri="{FF2B5EF4-FFF2-40B4-BE49-F238E27FC236}">
                <a16:creationId xmlns:a16="http://schemas.microsoft.com/office/drawing/2014/main" id="{99F38E68-4634-4BA9-B15C-6FC8C433E35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Which of the effects of stress have I experienced? </a:t>
            </a:r>
          </a:p>
        </p:txBody>
      </p:sp>
      <p:sp>
        <p:nvSpPr>
          <p:cNvPr id="500740" name="Slide Number Placeholder 3">
            <a:extLst>
              <a:ext uri="{FF2B5EF4-FFF2-40B4-BE49-F238E27FC236}">
                <a16:creationId xmlns:a16="http://schemas.microsoft.com/office/drawing/2014/main" id="{A66E96FF-A874-48EA-9DFC-A1F8AFEE836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BE278A9-0CDB-4AC7-8CAE-62CC17163796}" type="slidenum">
              <a:rPr lang="en-US" altLang="fr-FR">
                <a:latin typeface="Calibri" panose="020F0502020204030204" pitchFamily="34" charset="0"/>
                <a:ea typeface="MS PGothic" panose="020B0600070205080204" pitchFamily="34" charset="-128"/>
              </a:rPr>
              <a:pPr/>
              <a:t>41</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Slide Image Placeholder 1">
            <a:extLst>
              <a:ext uri="{FF2B5EF4-FFF2-40B4-BE49-F238E27FC236}">
                <a16:creationId xmlns:a16="http://schemas.microsoft.com/office/drawing/2014/main" id="{8142AB64-7C9F-44B7-85E2-2D100762499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2787" name="Notes Placeholder 2">
            <a:extLst>
              <a:ext uri="{FF2B5EF4-FFF2-40B4-BE49-F238E27FC236}">
                <a16:creationId xmlns:a16="http://schemas.microsoft.com/office/drawing/2014/main" id="{5D4662C3-845C-4B43-B161-ECE6EA753D6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How many visits to physicians could possibly be related to my not having an ongoing, meaningful relationship of trust with my Savior? </a:t>
            </a:r>
          </a:p>
        </p:txBody>
      </p:sp>
      <p:sp>
        <p:nvSpPr>
          <p:cNvPr id="502788" name="Slide Number Placeholder 3">
            <a:extLst>
              <a:ext uri="{FF2B5EF4-FFF2-40B4-BE49-F238E27FC236}">
                <a16:creationId xmlns:a16="http://schemas.microsoft.com/office/drawing/2014/main" id="{4D7D1053-A9B0-4120-9433-E5A39A030910}"/>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D4BEDA1A-91BA-4AA7-B32C-598BDE762FC9}" type="slidenum">
              <a:rPr lang="en-US" altLang="fr-FR">
                <a:latin typeface="Calibri" panose="020F0502020204030204" pitchFamily="34" charset="0"/>
                <a:ea typeface="MS PGothic" panose="020B0600070205080204" pitchFamily="34" charset="-128"/>
              </a:rPr>
              <a:pPr/>
              <a:t>42</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Slide Image Placeholder 1">
            <a:extLst>
              <a:ext uri="{FF2B5EF4-FFF2-40B4-BE49-F238E27FC236}">
                <a16:creationId xmlns:a16="http://schemas.microsoft.com/office/drawing/2014/main" id="{47459ECC-56D8-4E04-B034-8572FA405D0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4835" name="Notes Placeholder 2">
            <a:extLst>
              <a:ext uri="{FF2B5EF4-FFF2-40B4-BE49-F238E27FC236}">
                <a16:creationId xmlns:a16="http://schemas.microsoft.com/office/drawing/2014/main" id="{CF2F5C00-1488-40BB-A062-9BB164ABB83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Do I need to spend more time growing my faith through the study of God</a:t>
            </a:r>
            <a:r>
              <a:rPr lang="en-US" altLang="en-US"/>
              <a:t>’</a:t>
            </a:r>
            <a:r>
              <a:rPr lang="en-US" altLang="fr-FR"/>
              <a:t>s Word and association with those who have the same beliefs I do?</a:t>
            </a:r>
          </a:p>
          <a:p>
            <a:pPr eaLnBrk="1" hangingPunct="1">
              <a:spcBef>
                <a:spcPct val="0"/>
              </a:spcBef>
            </a:pPr>
            <a:endParaRPr lang="en-US" altLang="fr-FR"/>
          </a:p>
        </p:txBody>
      </p:sp>
      <p:sp>
        <p:nvSpPr>
          <p:cNvPr id="504836" name="Slide Number Placeholder 3">
            <a:extLst>
              <a:ext uri="{FF2B5EF4-FFF2-40B4-BE49-F238E27FC236}">
                <a16:creationId xmlns:a16="http://schemas.microsoft.com/office/drawing/2014/main" id="{3BC50E03-7B49-4D94-8CDF-5950E68B0E1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7089926-F0F5-4358-9B7E-E284C13201F4}" type="slidenum">
              <a:rPr lang="en-US" altLang="fr-FR">
                <a:latin typeface="Calibri" panose="020F0502020204030204" pitchFamily="34" charset="0"/>
                <a:ea typeface="MS PGothic" panose="020B0600070205080204" pitchFamily="34" charset="-128"/>
              </a:rPr>
              <a:pPr/>
              <a:t>43</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Slide Image Placeholder 1">
            <a:extLst>
              <a:ext uri="{FF2B5EF4-FFF2-40B4-BE49-F238E27FC236}">
                <a16:creationId xmlns:a16="http://schemas.microsoft.com/office/drawing/2014/main" id="{2094815F-6D3C-4BAD-9AD7-96E0290427C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6883" name="Notes Placeholder 2">
            <a:extLst>
              <a:ext uri="{FF2B5EF4-FFF2-40B4-BE49-F238E27FC236}">
                <a16:creationId xmlns:a16="http://schemas.microsoft.com/office/drawing/2014/main" id="{BD098880-8288-472B-9E63-E6A7FA02E1F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A classmate of Bruce from academy days has stopped attending church. He had a few bad experiences and doubts God</a:t>
            </a:r>
            <a:r>
              <a:rPr lang="en-US" altLang="en-US"/>
              <a:t>’</a:t>
            </a:r>
            <a:r>
              <a:rPr lang="en-US" altLang="fr-FR"/>
              <a:t>s interest in his life situation. </a:t>
            </a:r>
          </a:p>
        </p:txBody>
      </p:sp>
      <p:sp>
        <p:nvSpPr>
          <p:cNvPr id="506884" name="Slide Number Placeholder 3">
            <a:extLst>
              <a:ext uri="{FF2B5EF4-FFF2-40B4-BE49-F238E27FC236}">
                <a16:creationId xmlns:a16="http://schemas.microsoft.com/office/drawing/2014/main" id="{44FDE442-951E-4004-A0E4-701A1D49B44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2EB46D72-D782-4475-B2FF-B3D2FE5B5BDC}" type="slidenum">
              <a:rPr lang="en-US" altLang="fr-FR">
                <a:latin typeface="Calibri" panose="020F0502020204030204" pitchFamily="34" charset="0"/>
                <a:ea typeface="MS PGothic" panose="020B0600070205080204" pitchFamily="34" charset="-128"/>
              </a:rPr>
              <a:pPr/>
              <a:t>44</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Slide Image Placeholder 1">
            <a:extLst>
              <a:ext uri="{FF2B5EF4-FFF2-40B4-BE49-F238E27FC236}">
                <a16:creationId xmlns:a16="http://schemas.microsoft.com/office/drawing/2014/main" id="{933DFD91-6393-4375-9680-9205CDDA5AB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8931" name="Notes Placeholder 2">
            <a:extLst>
              <a:ext uri="{FF2B5EF4-FFF2-40B4-BE49-F238E27FC236}">
                <a16:creationId xmlns:a16="http://schemas.microsoft.com/office/drawing/2014/main" id="{68A4F5D1-D7C0-4029-8629-E250240EA6B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would I have done if those things had happened to me? </a:t>
            </a:r>
          </a:p>
        </p:txBody>
      </p:sp>
      <p:sp>
        <p:nvSpPr>
          <p:cNvPr id="508932" name="Slide Number Placeholder 3">
            <a:extLst>
              <a:ext uri="{FF2B5EF4-FFF2-40B4-BE49-F238E27FC236}">
                <a16:creationId xmlns:a16="http://schemas.microsoft.com/office/drawing/2014/main" id="{BD6974F3-616E-4459-A018-8076A57077A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F2E34EEF-E6B6-4FE1-BCA8-08E7F2582B81}" type="slidenum">
              <a:rPr lang="en-US" altLang="fr-FR">
                <a:latin typeface="Calibri" panose="020F0502020204030204" pitchFamily="34" charset="0"/>
                <a:ea typeface="MS PGothic" panose="020B0600070205080204" pitchFamily="34" charset="-128"/>
              </a:rPr>
              <a:pPr/>
              <a:t>45</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Slide Image Placeholder 1">
            <a:extLst>
              <a:ext uri="{FF2B5EF4-FFF2-40B4-BE49-F238E27FC236}">
                <a16:creationId xmlns:a16="http://schemas.microsoft.com/office/drawing/2014/main" id="{2DDA4F24-2BF2-4097-9C44-75A995B1DD0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0979" name="Notes Placeholder 2">
            <a:extLst>
              <a:ext uri="{FF2B5EF4-FFF2-40B4-BE49-F238E27FC236}">
                <a16:creationId xmlns:a16="http://schemas.microsoft.com/office/drawing/2014/main" id="{221DE588-42C8-4F13-8C74-B12C3724987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Would my faith have been stronger? </a:t>
            </a:r>
          </a:p>
        </p:txBody>
      </p:sp>
      <p:sp>
        <p:nvSpPr>
          <p:cNvPr id="510980" name="Slide Number Placeholder 3">
            <a:extLst>
              <a:ext uri="{FF2B5EF4-FFF2-40B4-BE49-F238E27FC236}">
                <a16:creationId xmlns:a16="http://schemas.microsoft.com/office/drawing/2014/main" id="{9B8532F9-8FD1-4C1B-BEF8-B8BC01E3C76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9D62E24D-5AFA-497F-9ECA-2561E88EB8BF}" type="slidenum">
              <a:rPr lang="en-US" altLang="fr-FR">
                <a:latin typeface="Calibri" panose="020F0502020204030204" pitchFamily="34" charset="0"/>
                <a:ea typeface="MS PGothic" panose="020B0600070205080204" pitchFamily="34" charset="-128"/>
              </a:rPr>
              <a:pPr/>
              <a:t>46</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Slide Image Placeholder 1">
            <a:extLst>
              <a:ext uri="{FF2B5EF4-FFF2-40B4-BE49-F238E27FC236}">
                <a16:creationId xmlns:a16="http://schemas.microsoft.com/office/drawing/2014/main" id="{C78E3409-A4A9-43B4-8E2C-07586597E93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3027" name="Notes Placeholder 2">
            <a:extLst>
              <a:ext uri="{FF2B5EF4-FFF2-40B4-BE49-F238E27FC236}">
                <a16:creationId xmlns:a16="http://schemas.microsoft.com/office/drawing/2014/main" id="{8314AD70-8635-43C5-8496-1E02578FA4F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How can I encourage Bruce? </a:t>
            </a:r>
          </a:p>
        </p:txBody>
      </p:sp>
      <p:sp>
        <p:nvSpPr>
          <p:cNvPr id="513028" name="Slide Number Placeholder 3">
            <a:extLst>
              <a:ext uri="{FF2B5EF4-FFF2-40B4-BE49-F238E27FC236}">
                <a16:creationId xmlns:a16="http://schemas.microsoft.com/office/drawing/2014/main" id="{F27D3817-54A4-491B-A02E-76302E6A08F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8652C5A0-E6C7-42A9-A615-DB31EB037C30}" type="slidenum">
              <a:rPr lang="en-US" altLang="fr-FR">
                <a:latin typeface="Calibri" panose="020F0502020204030204" pitchFamily="34" charset="0"/>
                <a:ea typeface="MS PGothic" panose="020B0600070205080204" pitchFamily="34" charset="-128"/>
              </a:rPr>
              <a:pPr/>
              <a:t>47</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Slide Image Placeholder 1">
            <a:extLst>
              <a:ext uri="{FF2B5EF4-FFF2-40B4-BE49-F238E27FC236}">
                <a16:creationId xmlns:a16="http://schemas.microsoft.com/office/drawing/2014/main" id="{76241D73-434C-48BD-923F-908CD3144B5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5075" name="Notes Placeholder 2">
            <a:extLst>
              <a:ext uri="{FF2B5EF4-FFF2-40B4-BE49-F238E27FC236}">
                <a16:creationId xmlns:a16="http://schemas.microsoft.com/office/drawing/2014/main" id="{617434F5-6726-4C00-A0CA-F84CF81BCFF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Can I choose to start a fellowship group or small-group Bible study? </a:t>
            </a:r>
          </a:p>
        </p:txBody>
      </p:sp>
      <p:sp>
        <p:nvSpPr>
          <p:cNvPr id="515076" name="Slide Number Placeholder 3">
            <a:extLst>
              <a:ext uri="{FF2B5EF4-FFF2-40B4-BE49-F238E27FC236}">
                <a16:creationId xmlns:a16="http://schemas.microsoft.com/office/drawing/2014/main" id="{C2B9F09D-26C2-466A-9DA4-0AF6BA515CA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0D5467FD-CBBD-4B42-BC29-16BF4731EAC6}" type="slidenum">
              <a:rPr lang="en-US" altLang="fr-FR">
                <a:latin typeface="Calibri" panose="020F0502020204030204" pitchFamily="34" charset="0"/>
                <a:ea typeface="MS PGothic" panose="020B0600070205080204" pitchFamily="34" charset="-128"/>
              </a:rPr>
              <a:pPr/>
              <a:t>48</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7122" name="Slide Image Placeholder 1">
            <a:extLst>
              <a:ext uri="{FF2B5EF4-FFF2-40B4-BE49-F238E27FC236}">
                <a16:creationId xmlns:a16="http://schemas.microsoft.com/office/drawing/2014/main" id="{76A30435-A92A-4660-89FC-69180ACFE57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7123" name="Notes Placeholder 2">
            <a:extLst>
              <a:ext uri="{FF2B5EF4-FFF2-40B4-BE49-F238E27FC236}">
                <a16:creationId xmlns:a16="http://schemas.microsoft.com/office/drawing/2014/main" id="{158865E6-951B-4524-B371-B17937733D6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What particularly encouraging experiences can I share with him?</a:t>
            </a:r>
          </a:p>
          <a:p>
            <a:pPr eaLnBrk="1" hangingPunct="1">
              <a:spcBef>
                <a:spcPct val="0"/>
              </a:spcBef>
            </a:pPr>
            <a:endParaRPr lang="en-US" altLang="fr-FR"/>
          </a:p>
        </p:txBody>
      </p:sp>
      <p:sp>
        <p:nvSpPr>
          <p:cNvPr id="517124" name="Slide Number Placeholder 3">
            <a:extLst>
              <a:ext uri="{FF2B5EF4-FFF2-40B4-BE49-F238E27FC236}">
                <a16:creationId xmlns:a16="http://schemas.microsoft.com/office/drawing/2014/main" id="{D5EBE3FC-3B54-4806-A839-52080AA206C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A93D8CB7-EC53-4B4B-AFE4-3B317A4A6123}" type="slidenum">
              <a:rPr lang="en-US" altLang="fr-FR">
                <a:latin typeface="Calibri" panose="020F0502020204030204" pitchFamily="34" charset="0"/>
                <a:ea typeface="MS PGothic" panose="020B0600070205080204" pitchFamily="34" charset="-128"/>
              </a:rPr>
              <a:pPr/>
              <a:t>49</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9170" name="Slide Image Placeholder 1">
            <a:extLst>
              <a:ext uri="{FF2B5EF4-FFF2-40B4-BE49-F238E27FC236}">
                <a16:creationId xmlns:a16="http://schemas.microsoft.com/office/drawing/2014/main" id="{D70DEF5C-E12E-4BEB-A81C-46CCA06BD80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9171" name="Notes Placeholder 2">
            <a:extLst>
              <a:ext uri="{FF2B5EF4-FFF2-40B4-BE49-F238E27FC236}">
                <a16:creationId xmlns:a16="http://schemas.microsoft.com/office/drawing/2014/main" id="{28DC6EBA-D644-4280-857E-785E0EE8077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Which of the four types of prayer do I practice most often? </a:t>
            </a:r>
          </a:p>
        </p:txBody>
      </p:sp>
      <p:sp>
        <p:nvSpPr>
          <p:cNvPr id="519172" name="Slide Number Placeholder 3">
            <a:extLst>
              <a:ext uri="{FF2B5EF4-FFF2-40B4-BE49-F238E27FC236}">
                <a16:creationId xmlns:a16="http://schemas.microsoft.com/office/drawing/2014/main" id="{8A143647-7F73-4E8A-ADBE-D62D90F1460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4A02ABC6-DEC8-4F71-B596-733A93C2D93D}" type="slidenum">
              <a:rPr lang="en-US" altLang="fr-FR">
                <a:latin typeface="Calibri" panose="020F0502020204030204" pitchFamily="34" charset="0"/>
                <a:ea typeface="MS PGothic" panose="020B0600070205080204" pitchFamily="34" charset="-128"/>
              </a:rPr>
              <a:pPr/>
              <a:t>50</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Slide Image Placeholder 1">
            <a:extLst>
              <a:ext uri="{FF2B5EF4-FFF2-40B4-BE49-F238E27FC236}">
                <a16:creationId xmlns:a16="http://schemas.microsoft.com/office/drawing/2014/main" id="{AAEDE35C-B0BE-4450-B478-4E06205C57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1219" name="Notes Placeholder 2">
            <a:extLst>
              <a:ext uri="{FF2B5EF4-FFF2-40B4-BE49-F238E27FC236}">
                <a16:creationId xmlns:a16="http://schemas.microsoft.com/office/drawing/2014/main" id="{89831588-472D-4D1B-85AE-F270E40EAB5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fr-FR"/>
              <a:t>In what ways can I change my prayer habits in order to become more joyful and inwardly peaceful even amid tumultuous events?</a:t>
            </a:r>
          </a:p>
          <a:p>
            <a:pPr eaLnBrk="1" hangingPunct="1">
              <a:spcBef>
                <a:spcPct val="0"/>
              </a:spcBef>
            </a:pPr>
            <a:endParaRPr lang="en-US" altLang="fr-FR"/>
          </a:p>
        </p:txBody>
      </p:sp>
      <p:sp>
        <p:nvSpPr>
          <p:cNvPr id="521220" name="Slide Number Placeholder 3">
            <a:extLst>
              <a:ext uri="{FF2B5EF4-FFF2-40B4-BE49-F238E27FC236}">
                <a16:creationId xmlns:a16="http://schemas.microsoft.com/office/drawing/2014/main" id="{66A14D03-E629-42FC-91DC-634736DB069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Garamond" panose="02020404030301010803" pitchFamily="18" charset="0"/>
              </a:defRPr>
            </a:lvl1pPr>
            <a:lvl2pPr marL="742950" indent="-285750">
              <a:defRPr>
                <a:solidFill>
                  <a:schemeClr val="tx1"/>
                </a:solidFill>
                <a:latin typeface="Garamond" panose="02020404030301010803" pitchFamily="18" charset="0"/>
              </a:defRPr>
            </a:lvl2pPr>
            <a:lvl3pPr marL="1143000" indent="-228600">
              <a:defRPr>
                <a:solidFill>
                  <a:schemeClr val="tx1"/>
                </a:solidFill>
                <a:latin typeface="Garamond" panose="02020404030301010803" pitchFamily="18" charset="0"/>
              </a:defRPr>
            </a:lvl3pPr>
            <a:lvl4pPr marL="1600200" indent="-228600">
              <a:defRPr>
                <a:solidFill>
                  <a:schemeClr val="tx1"/>
                </a:solidFill>
                <a:latin typeface="Garamond" panose="02020404030301010803" pitchFamily="18" charset="0"/>
              </a:defRPr>
            </a:lvl4pPr>
            <a:lvl5pPr marL="2057400" indent="-228600">
              <a:defRPr>
                <a:solidFill>
                  <a:schemeClr val="tx1"/>
                </a:solidFill>
                <a:latin typeface="Garamond" panose="02020404030301010803" pitchFamily="18" charset="0"/>
              </a:defRPr>
            </a:lvl5pPr>
            <a:lvl6pPr marL="2514600" indent="-228600" defTabSz="457200" eaLnBrk="0" fontAlgn="base" hangingPunct="0">
              <a:spcBef>
                <a:spcPct val="0"/>
              </a:spcBef>
              <a:spcAft>
                <a:spcPct val="0"/>
              </a:spcAft>
              <a:defRPr>
                <a:solidFill>
                  <a:schemeClr val="tx1"/>
                </a:solidFill>
                <a:latin typeface="Garamond" panose="02020404030301010803" pitchFamily="18" charset="0"/>
              </a:defRPr>
            </a:lvl6pPr>
            <a:lvl7pPr marL="2971800" indent="-228600" defTabSz="457200" eaLnBrk="0" fontAlgn="base" hangingPunct="0">
              <a:spcBef>
                <a:spcPct val="0"/>
              </a:spcBef>
              <a:spcAft>
                <a:spcPct val="0"/>
              </a:spcAft>
              <a:defRPr>
                <a:solidFill>
                  <a:schemeClr val="tx1"/>
                </a:solidFill>
                <a:latin typeface="Garamond" panose="02020404030301010803" pitchFamily="18" charset="0"/>
              </a:defRPr>
            </a:lvl7pPr>
            <a:lvl8pPr marL="3429000" indent="-228600" defTabSz="457200" eaLnBrk="0" fontAlgn="base" hangingPunct="0">
              <a:spcBef>
                <a:spcPct val="0"/>
              </a:spcBef>
              <a:spcAft>
                <a:spcPct val="0"/>
              </a:spcAft>
              <a:defRPr>
                <a:solidFill>
                  <a:schemeClr val="tx1"/>
                </a:solidFill>
                <a:latin typeface="Garamond" panose="02020404030301010803" pitchFamily="18" charset="0"/>
              </a:defRPr>
            </a:lvl8pPr>
            <a:lvl9pPr marL="3886200" indent="-228600" defTabSz="457200" eaLnBrk="0" fontAlgn="base" hangingPunct="0">
              <a:spcBef>
                <a:spcPct val="0"/>
              </a:spcBef>
              <a:spcAft>
                <a:spcPct val="0"/>
              </a:spcAft>
              <a:defRPr>
                <a:solidFill>
                  <a:schemeClr val="tx1"/>
                </a:solidFill>
                <a:latin typeface="Garamond" panose="02020404030301010803" pitchFamily="18" charset="0"/>
              </a:defRPr>
            </a:lvl9pPr>
          </a:lstStyle>
          <a:p>
            <a:fld id="{7C13021D-209F-4970-8A2A-2B5CE0AF0281}" type="slidenum">
              <a:rPr lang="en-US" altLang="fr-FR">
                <a:latin typeface="Calibri" panose="020F0502020204030204" pitchFamily="34" charset="0"/>
                <a:ea typeface="MS PGothic" panose="020B0600070205080204" pitchFamily="34" charset="-128"/>
              </a:rPr>
              <a:pPr/>
              <a:t>51</a:t>
            </a:fld>
            <a:endParaRPr lang="en-US" altLang="fr-FR">
              <a:latin typeface="Calibri" panose="020F0502020204030204" pitchFamily="34" charset="0"/>
              <a:ea typeface="MS PGothic"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8EA47F-3BC8-4735-9AAF-08333B56ACD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BE"/>
          </a:p>
        </p:txBody>
      </p:sp>
      <p:sp>
        <p:nvSpPr>
          <p:cNvPr id="3" name="Sous-titre 2">
            <a:extLst>
              <a:ext uri="{FF2B5EF4-FFF2-40B4-BE49-F238E27FC236}">
                <a16:creationId xmlns:a16="http://schemas.microsoft.com/office/drawing/2014/main" id="{DD18100C-47A7-4317-9B75-75620644F1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BE"/>
          </a:p>
        </p:txBody>
      </p:sp>
      <p:sp>
        <p:nvSpPr>
          <p:cNvPr id="4" name="Espace réservé de la date 3">
            <a:extLst>
              <a:ext uri="{FF2B5EF4-FFF2-40B4-BE49-F238E27FC236}">
                <a16:creationId xmlns:a16="http://schemas.microsoft.com/office/drawing/2014/main" id="{A5F4E419-C433-4AE2-98C9-5BBEAD3D3BE6}"/>
              </a:ext>
            </a:extLst>
          </p:cNvPr>
          <p:cNvSpPr>
            <a:spLocks noGrp="1"/>
          </p:cNvSpPr>
          <p:nvPr>
            <p:ph type="dt" sz="half" idx="10"/>
          </p:nvPr>
        </p:nvSpPr>
        <p:spPr/>
        <p:txBody>
          <a:bodyPr/>
          <a:lstStyle/>
          <a:p>
            <a:fld id="{5F508DFA-BC68-43F1-A771-41F9901E47F5}" type="datetimeFigureOut">
              <a:rPr lang="fr-BE" smtClean="0"/>
              <a:t>24-08-20</a:t>
            </a:fld>
            <a:endParaRPr lang="fr-BE"/>
          </a:p>
        </p:txBody>
      </p:sp>
      <p:sp>
        <p:nvSpPr>
          <p:cNvPr id="5" name="Espace réservé du pied de page 4">
            <a:extLst>
              <a:ext uri="{FF2B5EF4-FFF2-40B4-BE49-F238E27FC236}">
                <a16:creationId xmlns:a16="http://schemas.microsoft.com/office/drawing/2014/main" id="{D846625A-9325-4F90-B7D8-D4B5A16A5236}"/>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C10F36A5-F5A6-4D69-848F-CA45D97E1A81}"/>
              </a:ext>
            </a:extLst>
          </p:cNvPr>
          <p:cNvSpPr>
            <a:spLocks noGrp="1"/>
          </p:cNvSpPr>
          <p:nvPr>
            <p:ph type="sldNum" sz="quarter" idx="12"/>
          </p:nvPr>
        </p:nvSpPr>
        <p:spPr/>
        <p:txBody>
          <a:bodyPr/>
          <a:lstStyle/>
          <a:p>
            <a:fld id="{B6658BBB-F1AD-4195-BB2D-B131BEBABC65}" type="slidenum">
              <a:rPr lang="fr-BE" smtClean="0"/>
              <a:t>‹#›</a:t>
            </a:fld>
            <a:endParaRPr lang="fr-BE"/>
          </a:p>
        </p:txBody>
      </p:sp>
    </p:spTree>
    <p:extLst>
      <p:ext uri="{BB962C8B-B14F-4D97-AF65-F5344CB8AC3E}">
        <p14:creationId xmlns:p14="http://schemas.microsoft.com/office/powerpoint/2010/main" val="4101128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901414-181D-41DC-9B7F-F290136E06EB}"/>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id="{A152E931-A228-4160-97D7-A7580C24A734}"/>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05849F9E-F52E-420D-ACE5-5E73A4C55C4E}"/>
              </a:ext>
            </a:extLst>
          </p:cNvPr>
          <p:cNvSpPr>
            <a:spLocks noGrp="1"/>
          </p:cNvSpPr>
          <p:nvPr>
            <p:ph type="dt" sz="half" idx="10"/>
          </p:nvPr>
        </p:nvSpPr>
        <p:spPr/>
        <p:txBody>
          <a:bodyPr/>
          <a:lstStyle/>
          <a:p>
            <a:fld id="{5F508DFA-BC68-43F1-A771-41F9901E47F5}" type="datetimeFigureOut">
              <a:rPr lang="fr-BE" smtClean="0"/>
              <a:t>24-08-20</a:t>
            </a:fld>
            <a:endParaRPr lang="fr-BE"/>
          </a:p>
        </p:txBody>
      </p:sp>
      <p:sp>
        <p:nvSpPr>
          <p:cNvPr id="5" name="Espace réservé du pied de page 4">
            <a:extLst>
              <a:ext uri="{FF2B5EF4-FFF2-40B4-BE49-F238E27FC236}">
                <a16:creationId xmlns:a16="http://schemas.microsoft.com/office/drawing/2014/main" id="{8C4963CE-ABCC-41A1-8D16-3F09482ECB3B}"/>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D6D2459C-E043-432D-84E8-610D19F71FB1}"/>
              </a:ext>
            </a:extLst>
          </p:cNvPr>
          <p:cNvSpPr>
            <a:spLocks noGrp="1"/>
          </p:cNvSpPr>
          <p:nvPr>
            <p:ph type="sldNum" sz="quarter" idx="12"/>
          </p:nvPr>
        </p:nvSpPr>
        <p:spPr/>
        <p:txBody>
          <a:bodyPr/>
          <a:lstStyle/>
          <a:p>
            <a:fld id="{B6658BBB-F1AD-4195-BB2D-B131BEBABC65}" type="slidenum">
              <a:rPr lang="fr-BE" smtClean="0"/>
              <a:t>‹#›</a:t>
            </a:fld>
            <a:endParaRPr lang="fr-BE"/>
          </a:p>
        </p:txBody>
      </p:sp>
    </p:spTree>
    <p:extLst>
      <p:ext uri="{BB962C8B-B14F-4D97-AF65-F5344CB8AC3E}">
        <p14:creationId xmlns:p14="http://schemas.microsoft.com/office/powerpoint/2010/main" val="41980539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56BB693-646C-44AE-A5C7-EEC8324A40F4}"/>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BE"/>
          </a:p>
        </p:txBody>
      </p:sp>
      <p:sp>
        <p:nvSpPr>
          <p:cNvPr id="3" name="Espace réservé du texte 2">
            <a:extLst>
              <a:ext uri="{FF2B5EF4-FFF2-40B4-BE49-F238E27FC236}">
                <a16:creationId xmlns:a16="http://schemas.microsoft.com/office/drawing/2014/main" id="{1183A573-129A-4FC3-B3B0-68FB79D381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92EB4AC0-7A6E-459D-B3A3-21B443905673}"/>
              </a:ext>
            </a:extLst>
          </p:cNvPr>
          <p:cNvSpPr>
            <a:spLocks noGrp="1"/>
          </p:cNvSpPr>
          <p:nvPr>
            <p:ph type="dt" sz="half" idx="10"/>
          </p:nvPr>
        </p:nvSpPr>
        <p:spPr/>
        <p:txBody>
          <a:bodyPr/>
          <a:lstStyle/>
          <a:p>
            <a:fld id="{5F508DFA-BC68-43F1-A771-41F9901E47F5}" type="datetimeFigureOut">
              <a:rPr lang="fr-BE" smtClean="0"/>
              <a:t>24-08-20</a:t>
            </a:fld>
            <a:endParaRPr lang="fr-BE"/>
          </a:p>
        </p:txBody>
      </p:sp>
      <p:sp>
        <p:nvSpPr>
          <p:cNvPr id="5" name="Espace réservé du pied de page 4">
            <a:extLst>
              <a:ext uri="{FF2B5EF4-FFF2-40B4-BE49-F238E27FC236}">
                <a16:creationId xmlns:a16="http://schemas.microsoft.com/office/drawing/2014/main" id="{924DF7C7-DE06-44AA-B124-787820C426F4}"/>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F6D72A58-FA0F-45DB-BA88-DF9BEB75A188}"/>
              </a:ext>
            </a:extLst>
          </p:cNvPr>
          <p:cNvSpPr>
            <a:spLocks noGrp="1"/>
          </p:cNvSpPr>
          <p:nvPr>
            <p:ph type="sldNum" sz="quarter" idx="12"/>
          </p:nvPr>
        </p:nvSpPr>
        <p:spPr/>
        <p:txBody>
          <a:bodyPr/>
          <a:lstStyle/>
          <a:p>
            <a:fld id="{B6658BBB-F1AD-4195-BB2D-B131BEBABC65}" type="slidenum">
              <a:rPr lang="fr-BE" smtClean="0"/>
              <a:t>‹#›</a:t>
            </a:fld>
            <a:endParaRPr lang="fr-BE"/>
          </a:p>
        </p:txBody>
      </p:sp>
    </p:spTree>
    <p:extLst>
      <p:ext uri="{BB962C8B-B14F-4D97-AF65-F5344CB8AC3E}">
        <p14:creationId xmlns:p14="http://schemas.microsoft.com/office/powerpoint/2010/main" val="2131839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C6F850B-EF09-474C-8ABB-49768613918C}"/>
              </a:ext>
            </a:extLst>
          </p:cNvPr>
          <p:cNvSpPr>
            <a:spLocks noGrp="1"/>
          </p:cNvSpPr>
          <p:nvPr>
            <p:ph type="title"/>
          </p:nvPr>
        </p:nvSpPr>
        <p:spPr/>
        <p:txBody>
          <a:bodyPr/>
          <a:lstStyle/>
          <a:p>
            <a:r>
              <a:rPr lang="fr-FR"/>
              <a:t>Modifiez le style du titre</a:t>
            </a:r>
            <a:endParaRPr lang="fr-BE"/>
          </a:p>
        </p:txBody>
      </p:sp>
      <p:sp>
        <p:nvSpPr>
          <p:cNvPr id="3" name="Espace réservé du contenu 2">
            <a:extLst>
              <a:ext uri="{FF2B5EF4-FFF2-40B4-BE49-F238E27FC236}">
                <a16:creationId xmlns:a16="http://schemas.microsoft.com/office/drawing/2014/main" id="{53717F9A-2D84-4224-8FEA-EA06AAAE6754}"/>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contenu 3">
            <a:extLst>
              <a:ext uri="{FF2B5EF4-FFF2-40B4-BE49-F238E27FC236}">
                <a16:creationId xmlns:a16="http://schemas.microsoft.com/office/drawing/2014/main" id="{AFB57F1F-B59E-4081-A227-1BEADEBB5847}"/>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e la date 4">
            <a:extLst>
              <a:ext uri="{FF2B5EF4-FFF2-40B4-BE49-F238E27FC236}">
                <a16:creationId xmlns:a16="http://schemas.microsoft.com/office/drawing/2014/main" id="{ADE29BCC-BE8B-486F-A527-CB6533788DC8}"/>
              </a:ext>
            </a:extLst>
          </p:cNvPr>
          <p:cNvSpPr>
            <a:spLocks noGrp="1"/>
          </p:cNvSpPr>
          <p:nvPr>
            <p:ph type="dt" sz="half" idx="10"/>
          </p:nvPr>
        </p:nvSpPr>
        <p:spPr/>
        <p:txBody>
          <a:bodyPr/>
          <a:lstStyle/>
          <a:p>
            <a:fld id="{5F508DFA-BC68-43F1-A771-41F9901E47F5}" type="datetimeFigureOut">
              <a:rPr lang="fr-BE" smtClean="0"/>
              <a:t>24-08-20</a:t>
            </a:fld>
            <a:endParaRPr lang="fr-BE"/>
          </a:p>
        </p:txBody>
      </p:sp>
      <p:sp>
        <p:nvSpPr>
          <p:cNvPr id="6" name="Espace réservé du pied de page 5">
            <a:extLst>
              <a:ext uri="{FF2B5EF4-FFF2-40B4-BE49-F238E27FC236}">
                <a16:creationId xmlns:a16="http://schemas.microsoft.com/office/drawing/2014/main" id="{67442F23-E030-4657-BD9A-EF98B8B5152F}"/>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41949E8F-089A-46E4-9AFC-B80CE435A02E}"/>
              </a:ext>
            </a:extLst>
          </p:cNvPr>
          <p:cNvSpPr>
            <a:spLocks noGrp="1"/>
          </p:cNvSpPr>
          <p:nvPr>
            <p:ph type="sldNum" sz="quarter" idx="12"/>
          </p:nvPr>
        </p:nvSpPr>
        <p:spPr/>
        <p:txBody>
          <a:bodyPr/>
          <a:lstStyle/>
          <a:p>
            <a:fld id="{B6658BBB-F1AD-4195-BB2D-B131BEBABC65}" type="slidenum">
              <a:rPr lang="fr-BE" smtClean="0"/>
              <a:t>‹#›</a:t>
            </a:fld>
            <a:endParaRPr lang="fr-BE"/>
          </a:p>
        </p:txBody>
      </p:sp>
    </p:spTree>
    <p:extLst>
      <p:ext uri="{BB962C8B-B14F-4D97-AF65-F5344CB8AC3E}">
        <p14:creationId xmlns:p14="http://schemas.microsoft.com/office/powerpoint/2010/main" val="3961450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791D3AA-C682-4836-B139-60117F6D2E22}"/>
              </a:ext>
            </a:extLst>
          </p:cNvPr>
          <p:cNvSpPr>
            <a:spLocks noGrp="1"/>
          </p:cNvSpPr>
          <p:nvPr>
            <p:ph type="title"/>
          </p:nvPr>
        </p:nvSpPr>
        <p:spPr>
          <a:xfrm>
            <a:off x="839788" y="365125"/>
            <a:ext cx="10515600" cy="1325563"/>
          </a:xfrm>
        </p:spPr>
        <p:txBody>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id="{95079E09-BD43-47D9-ADC9-148755B082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14DAEFE-4B1B-4541-9068-696393F54C71}"/>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5" name="Espace réservé du texte 4">
            <a:extLst>
              <a:ext uri="{FF2B5EF4-FFF2-40B4-BE49-F238E27FC236}">
                <a16:creationId xmlns:a16="http://schemas.microsoft.com/office/drawing/2014/main" id="{59A3AB97-E1E6-4302-9C7C-3DB93E3657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D23DED37-8393-4F4C-8ABD-4EADEEB7C1A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7" name="Espace réservé de la date 6">
            <a:extLst>
              <a:ext uri="{FF2B5EF4-FFF2-40B4-BE49-F238E27FC236}">
                <a16:creationId xmlns:a16="http://schemas.microsoft.com/office/drawing/2014/main" id="{55182766-5E13-4BF3-A75F-DEC3F9246960}"/>
              </a:ext>
            </a:extLst>
          </p:cNvPr>
          <p:cNvSpPr>
            <a:spLocks noGrp="1"/>
          </p:cNvSpPr>
          <p:nvPr>
            <p:ph type="dt" sz="half" idx="10"/>
          </p:nvPr>
        </p:nvSpPr>
        <p:spPr/>
        <p:txBody>
          <a:bodyPr/>
          <a:lstStyle/>
          <a:p>
            <a:fld id="{5F508DFA-BC68-43F1-A771-41F9901E47F5}" type="datetimeFigureOut">
              <a:rPr lang="fr-BE" smtClean="0"/>
              <a:t>24-08-20</a:t>
            </a:fld>
            <a:endParaRPr lang="fr-BE"/>
          </a:p>
        </p:txBody>
      </p:sp>
      <p:sp>
        <p:nvSpPr>
          <p:cNvPr id="8" name="Espace réservé du pied de page 7">
            <a:extLst>
              <a:ext uri="{FF2B5EF4-FFF2-40B4-BE49-F238E27FC236}">
                <a16:creationId xmlns:a16="http://schemas.microsoft.com/office/drawing/2014/main" id="{843A6084-F914-4DC3-9597-66E76FA44724}"/>
              </a:ext>
            </a:extLst>
          </p:cNvPr>
          <p:cNvSpPr>
            <a:spLocks noGrp="1"/>
          </p:cNvSpPr>
          <p:nvPr>
            <p:ph type="ftr" sz="quarter" idx="11"/>
          </p:nvPr>
        </p:nvSpPr>
        <p:spPr/>
        <p:txBody>
          <a:bodyPr/>
          <a:lstStyle/>
          <a:p>
            <a:endParaRPr lang="fr-BE"/>
          </a:p>
        </p:txBody>
      </p:sp>
      <p:sp>
        <p:nvSpPr>
          <p:cNvPr id="9" name="Espace réservé du numéro de diapositive 8">
            <a:extLst>
              <a:ext uri="{FF2B5EF4-FFF2-40B4-BE49-F238E27FC236}">
                <a16:creationId xmlns:a16="http://schemas.microsoft.com/office/drawing/2014/main" id="{9EE5A975-2926-482F-8DBA-CC38CA4CCF1C}"/>
              </a:ext>
            </a:extLst>
          </p:cNvPr>
          <p:cNvSpPr>
            <a:spLocks noGrp="1"/>
          </p:cNvSpPr>
          <p:nvPr>
            <p:ph type="sldNum" sz="quarter" idx="12"/>
          </p:nvPr>
        </p:nvSpPr>
        <p:spPr/>
        <p:txBody>
          <a:bodyPr/>
          <a:lstStyle/>
          <a:p>
            <a:fld id="{B6658BBB-F1AD-4195-BB2D-B131BEBABC65}" type="slidenum">
              <a:rPr lang="fr-BE" smtClean="0"/>
              <a:t>‹#›</a:t>
            </a:fld>
            <a:endParaRPr lang="fr-BE"/>
          </a:p>
        </p:txBody>
      </p:sp>
    </p:spTree>
    <p:extLst>
      <p:ext uri="{BB962C8B-B14F-4D97-AF65-F5344CB8AC3E}">
        <p14:creationId xmlns:p14="http://schemas.microsoft.com/office/powerpoint/2010/main" val="72802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EB0653D-56FC-4A46-AFD6-6B1C0474AE77}"/>
              </a:ext>
            </a:extLst>
          </p:cNvPr>
          <p:cNvSpPr>
            <a:spLocks noGrp="1"/>
          </p:cNvSpPr>
          <p:nvPr>
            <p:ph type="title"/>
          </p:nvPr>
        </p:nvSpPr>
        <p:spPr/>
        <p:txBody>
          <a:bodyPr/>
          <a:lstStyle/>
          <a:p>
            <a:r>
              <a:rPr lang="fr-FR"/>
              <a:t>Modifiez le style du titre</a:t>
            </a:r>
            <a:endParaRPr lang="fr-BE"/>
          </a:p>
        </p:txBody>
      </p:sp>
      <p:sp>
        <p:nvSpPr>
          <p:cNvPr id="3" name="Espace réservé de la date 2">
            <a:extLst>
              <a:ext uri="{FF2B5EF4-FFF2-40B4-BE49-F238E27FC236}">
                <a16:creationId xmlns:a16="http://schemas.microsoft.com/office/drawing/2014/main" id="{2E0468E6-B6D9-47D7-B911-64213E7047CA}"/>
              </a:ext>
            </a:extLst>
          </p:cNvPr>
          <p:cNvSpPr>
            <a:spLocks noGrp="1"/>
          </p:cNvSpPr>
          <p:nvPr>
            <p:ph type="dt" sz="half" idx="10"/>
          </p:nvPr>
        </p:nvSpPr>
        <p:spPr/>
        <p:txBody>
          <a:bodyPr/>
          <a:lstStyle/>
          <a:p>
            <a:fld id="{5F508DFA-BC68-43F1-A771-41F9901E47F5}" type="datetimeFigureOut">
              <a:rPr lang="fr-BE" smtClean="0"/>
              <a:t>24-08-20</a:t>
            </a:fld>
            <a:endParaRPr lang="fr-BE"/>
          </a:p>
        </p:txBody>
      </p:sp>
      <p:sp>
        <p:nvSpPr>
          <p:cNvPr id="4" name="Espace réservé du pied de page 3">
            <a:extLst>
              <a:ext uri="{FF2B5EF4-FFF2-40B4-BE49-F238E27FC236}">
                <a16:creationId xmlns:a16="http://schemas.microsoft.com/office/drawing/2014/main" id="{9A7C5AA5-D462-47AD-BDAD-7DDE287EEFAC}"/>
              </a:ext>
            </a:extLst>
          </p:cNvPr>
          <p:cNvSpPr>
            <a:spLocks noGrp="1"/>
          </p:cNvSpPr>
          <p:nvPr>
            <p:ph type="ftr" sz="quarter" idx="11"/>
          </p:nvPr>
        </p:nvSpPr>
        <p:spPr/>
        <p:txBody>
          <a:bodyPr/>
          <a:lstStyle/>
          <a:p>
            <a:endParaRPr lang="fr-BE"/>
          </a:p>
        </p:txBody>
      </p:sp>
      <p:sp>
        <p:nvSpPr>
          <p:cNvPr id="5" name="Espace réservé du numéro de diapositive 4">
            <a:extLst>
              <a:ext uri="{FF2B5EF4-FFF2-40B4-BE49-F238E27FC236}">
                <a16:creationId xmlns:a16="http://schemas.microsoft.com/office/drawing/2014/main" id="{A1F27C0B-C914-46FC-A02C-738E3E8FA0C7}"/>
              </a:ext>
            </a:extLst>
          </p:cNvPr>
          <p:cNvSpPr>
            <a:spLocks noGrp="1"/>
          </p:cNvSpPr>
          <p:nvPr>
            <p:ph type="sldNum" sz="quarter" idx="12"/>
          </p:nvPr>
        </p:nvSpPr>
        <p:spPr/>
        <p:txBody>
          <a:bodyPr/>
          <a:lstStyle/>
          <a:p>
            <a:fld id="{B6658BBB-F1AD-4195-BB2D-B131BEBABC65}" type="slidenum">
              <a:rPr lang="fr-BE" smtClean="0"/>
              <a:t>‹#›</a:t>
            </a:fld>
            <a:endParaRPr lang="fr-BE"/>
          </a:p>
        </p:txBody>
      </p:sp>
    </p:spTree>
    <p:extLst>
      <p:ext uri="{BB962C8B-B14F-4D97-AF65-F5344CB8AC3E}">
        <p14:creationId xmlns:p14="http://schemas.microsoft.com/office/powerpoint/2010/main" val="38202172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B18E1A5D-7DAE-4E3C-8409-32A7150BEB64}"/>
              </a:ext>
            </a:extLst>
          </p:cNvPr>
          <p:cNvSpPr>
            <a:spLocks noGrp="1"/>
          </p:cNvSpPr>
          <p:nvPr>
            <p:ph type="dt" sz="half" idx="10"/>
          </p:nvPr>
        </p:nvSpPr>
        <p:spPr/>
        <p:txBody>
          <a:bodyPr/>
          <a:lstStyle/>
          <a:p>
            <a:fld id="{5F508DFA-BC68-43F1-A771-41F9901E47F5}" type="datetimeFigureOut">
              <a:rPr lang="fr-BE" smtClean="0"/>
              <a:t>24-08-20</a:t>
            </a:fld>
            <a:endParaRPr lang="fr-BE"/>
          </a:p>
        </p:txBody>
      </p:sp>
      <p:sp>
        <p:nvSpPr>
          <p:cNvPr id="3" name="Espace réservé du pied de page 2">
            <a:extLst>
              <a:ext uri="{FF2B5EF4-FFF2-40B4-BE49-F238E27FC236}">
                <a16:creationId xmlns:a16="http://schemas.microsoft.com/office/drawing/2014/main" id="{08993729-A32D-4D03-A4A3-8823A6574D55}"/>
              </a:ext>
            </a:extLst>
          </p:cNvPr>
          <p:cNvSpPr>
            <a:spLocks noGrp="1"/>
          </p:cNvSpPr>
          <p:nvPr>
            <p:ph type="ftr" sz="quarter" idx="11"/>
          </p:nvPr>
        </p:nvSpPr>
        <p:spPr/>
        <p:txBody>
          <a:bodyPr/>
          <a:lstStyle/>
          <a:p>
            <a:endParaRPr lang="fr-BE"/>
          </a:p>
        </p:txBody>
      </p:sp>
      <p:sp>
        <p:nvSpPr>
          <p:cNvPr id="4" name="Espace réservé du numéro de diapositive 3">
            <a:extLst>
              <a:ext uri="{FF2B5EF4-FFF2-40B4-BE49-F238E27FC236}">
                <a16:creationId xmlns:a16="http://schemas.microsoft.com/office/drawing/2014/main" id="{AF2AC98C-AEE1-4676-AECA-1C5A571CDFD0}"/>
              </a:ext>
            </a:extLst>
          </p:cNvPr>
          <p:cNvSpPr>
            <a:spLocks noGrp="1"/>
          </p:cNvSpPr>
          <p:nvPr>
            <p:ph type="sldNum" sz="quarter" idx="12"/>
          </p:nvPr>
        </p:nvSpPr>
        <p:spPr/>
        <p:txBody>
          <a:bodyPr/>
          <a:lstStyle/>
          <a:p>
            <a:fld id="{B6658BBB-F1AD-4195-BB2D-B131BEBABC65}" type="slidenum">
              <a:rPr lang="fr-BE" smtClean="0"/>
              <a:t>‹#›</a:t>
            </a:fld>
            <a:endParaRPr lang="fr-BE"/>
          </a:p>
        </p:txBody>
      </p:sp>
    </p:spTree>
    <p:extLst>
      <p:ext uri="{BB962C8B-B14F-4D97-AF65-F5344CB8AC3E}">
        <p14:creationId xmlns:p14="http://schemas.microsoft.com/office/powerpoint/2010/main" val="2169457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4D5E174-2472-484D-BA1D-94A4114888F7}"/>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du contenu 2">
            <a:extLst>
              <a:ext uri="{FF2B5EF4-FFF2-40B4-BE49-F238E27FC236}">
                <a16:creationId xmlns:a16="http://schemas.microsoft.com/office/drawing/2014/main" id="{0B9F97DB-E388-441A-998A-BDBD772956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u texte 3">
            <a:extLst>
              <a:ext uri="{FF2B5EF4-FFF2-40B4-BE49-F238E27FC236}">
                <a16:creationId xmlns:a16="http://schemas.microsoft.com/office/drawing/2014/main" id="{EE68AA04-48A4-439A-9434-60D0272AC3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8D9B1AB-7848-42AE-B6B4-17839C54281F}"/>
              </a:ext>
            </a:extLst>
          </p:cNvPr>
          <p:cNvSpPr>
            <a:spLocks noGrp="1"/>
          </p:cNvSpPr>
          <p:nvPr>
            <p:ph type="dt" sz="half" idx="10"/>
          </p:nvPr>
        </p:nvSpPr>
        <p:spPr/>
        <p:txBody>
          <a:bodyPr/>
          <a:lstStyle/>
          <a:p>
            <a:fld id="{5F508DFA-BC68-43F1-A771-41F9901E47F5}" type="datetimeFigureOut">
              <a:rPr lang="fr-BE" smtClean="0"/>
              <a:t>24-08-20</a:t>
            </a:fld>
            <a:endParaRPr lang="fr-BE"/>
          </a:p>
        </p:txBody>
      </p:sp>
      <p:sp>
        <p:nvSpPr>
          <p:cNvPr id="6" name="Espace réservé du pied de page 5">
            <a:extLst>
              <a:ext uri="{FF2B5EF4-FFF2-40B4-BE49-F238E27FC236}">
                <a16:creationId xmlns:a16="http://schemas.microsoft.com/office/drawing/2014/main" id="{FF5307F6-2E36-4CFF-9028-400105AD5B0B}"/>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A5813827-5A8B-4115-BE7D-3CA7494953A6}"/>
              </a:ext>
            </a:extLst>
          </p:cNvPr>
          <p:cNvSpPr>
            <a:spLocks noGrp="1"/>
          </p:cNvSpPr>
          <p:nvPr>
            <p:ph type="sldNum" sz="quarter" idx="12"/>
          </p:nvPr>
        </p:nvSpPr>
        <p:spPr/>
        <p:txBody>
          <a:bodyPr/>
          <a:lstStyle/>
          <a:p>
            <a:fld id="{B6658BBB-F1AD-4195-BB2D-B131BEBABC65}" type="slidenum">
              <a:rPr lang="fr-BE" smtClean="0"/>
              <a:t>‹#›</a:t>
            </a:fld>
            <a:endParaRPr lang="fr-BE"/>
          </a:p>
        </p:txBody>
      </p:sp>
    </p:spTree>
    <p:extLst>
      <p:ext uri="{BB962C8B-B14F-4D97-AF65-F5344CB8AC3E}">
        <p14:creationId xmlns:p14="http://schemas.microsoft.com/office/powerpoint/2010/main" val="3245484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A09E1CB-A3FA-480D-8CAA-0277FBF1126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BE"/>
          </a:p>
        </p:txBody>
      </p:sp>
      <p:sp>
        <p:nvSpPr>
          <p:cNvPr id="3" name="Espace réservé pour une image  2">
            <a:extLst>
              <a:ext uri="{FF2B5EF4-FFF2-40B4-BE49-F238E27FC236}">
                <a16:creationId xmlns:a16="http://schemas.microsoft.com/office/drawing/2014/main" id="{5F183488-BC4E-4602-857A-495DB6CAE8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BE"/>
          </a:p>
        </p:txBody>
      </p:sp>
      <p:sp>
        <p:nvSpPr>
          <p:cNvPr id="4" name="Espace réservé du texte 3">
            <a:extLst>
              <a:ext uri="{FF2B5EF4-FFF2-40B4-BE49-F238E27FC236}">
                <a16:creationId xmlns:a16="http://schemas.microsoft.com/office/drawing/2014/main" id="{D9BEB896-6AD3-48DD-87FC-27CBC221B8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3EEC2C9-2A68-4E9D-9C78-950D214C81FA}"/>
              </a:ext>
            </a:extLst>
          </p:cNvPr>
          <p:cNvSpPr>
            <a:spLocks noGrp="1"/>
          </p:cNvSpPr>
          <p:nvPr>
            <p:ph type="dt" sz="half" idx="10"/>
          </p:nvPr>
        </p:nvSpPr>
        <p:spPr/>
        <p:txBody>
          <a:bodyPr/>
          <a:lstStyle/>
          <a:p>
            <a:fld id="{5F508DFA-BC68-43F1-A771-41F9901E47F5}" type="datetimeFigureOut">
              <a:rPr lang="fr-BE" smtClean="0"/>
              <a:t>24-08-20</a:t>
            </a:fld>
            <a:endParaRPr lang="fr-BE"/>
          </a:p>
        </p:txBody>
      </p:sp>
      <p:sp>
        <p:nvSpPr>
          <p:cNvPr id="6" name="Espace réservé du pied de page 5">
            <a:extLst>
              <a:ext uri="{FF2B5EF4-FFF2-40B4-BE49-F238E27FC236}">
                <a16:creationId xmlns:a16="http://schemas.microsoft.com/office/drawing/2014/main" id="{4471139A-CEEA-4BE2-9EF5-4D388B09B1E2}"/>
              </a:ext>
            </a:extLst>
          </p:cNvPr>
          <p:cNvSpPr>
            <a:spLocks noGrp="1"/>
          </p:cNvSpPr>
          <p:nvPr>
            <p:ph type="ftr" sz="quarter" idx="11"/>
          </p:nvPr>
        </p:nvSpPr>
        <p:spPr/>
        <p:txBody>
          <a:bodyPr/>
          <a:lstStyle/>
          <a:p>
            <a:endParaRPr lang="fr-BE"/>
          </a:p>
        </p:txBody>
      </p:sp>
      <p:sp>
        <p:nvSpPr>
          <p:cNvPr id="7" name="Espace réservé du numéro de diapositive 6">
            <a:extLst>
              <a:ext uri="{FF2B5EF4-FFF2-40B4-BE49-F238E27FC236}">
                <a16:creationId xmlns:a16="http://schemas.microsoft.com/office/drawing/2014/main" id="{47F2ECD5-574B-4FB5-820E-DDCF5C84FD75}"/>
              </a:ext>
            </a:extLst>
          </p:cNvPr>
          <p:cNvSpPr>
            <a:spLocks noGrp="1"/>
          </p:cNvSpPr>
          <p:nvPr>
            <p:ph type="sldNum" sz="quarter" idx="12"/>
          </p:nvPr>
        </p:nvSpPr>
        <p:spPr/>
        <p:txBody>
          <a:bodyPr/>
          <a:lstStyle/>
          <a:p>
            <a:fld id="{B6658BBB-F1AD-4195-BB2D-B131BEBABC65}" type="slidenum">
              <a:rPr lang="fr-BE" smtClean="0"/>
              <a:t>‹#›</a:t>
            </a:fld>
            <a:endParaRPr lang="fr-BE"/>
          </a:p>
        </p:txBody>
      </p:sp>
    </p:spTree>
    <p:extLst>
      <p:ext uri="{BB962C8B-B14F-4D97-AF65-F5344CB8AC3E}">
        <p14:creationId xmlns:p14="http://schemas.microsoft.com/office/powerpoint/2010/main" val="1878625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F09869-44EF-40B5-8D2B-A8BD5B463DE5}"/>
              </a:ext>
            </a:extLst>
          </p:cNvPr>
          <p:cNvSpPr>
            <a:spLocks noGrp="1"/>
          </p:cNvSpPr>
          <p:nvPr>
            <p:ph type="title"/>
          </p:nvPr>
        </p:nvSpPr>
        <p:spPr/>
        <p:txBody>
          <a:bodyPr/>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id="{6BCB1A50-2A98-43C9-8C46-7489F408509A}"/>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14078170-9A7D-4F21-91E7-7785FEE44472}"/>
              </a:ext>
            </a:extLst>
          </p:cNvPr>
          <p:cNvSpPr>
            <a:spLocks noGrp="1"/>
          </p:cNvSpPr>
          <p:nvPr>
            <p:ph type="dt" sz="half" idx="10"/>
          </p:nvPr>
        </p:nvSpPr>
        <p:spPr/>
        <p:txBody>
          <a:bodyPr/>
          <a:lstStyle/>
          <a:p>
            <a:fld id="{5F508DFA-BC68-43F1-A771-41F9901E47F5}" type="datetimeFigureOut">
              <a:rPr lang="fr-BE" smtClean="0"/>
              <a:t>24-08-20</a:t>
            </a:fld>
            <a:endParaRPr lang="fr-BE"/>
          </a:p>
        </p:txBody>
      </p:sp>
      <p:sp>
        <p:nvSpPr>
          <p:cNvPr id="5" name="Espace réservé du pied de page 4">
            <a:extLst>
              <a:ext uri="{FF2B5EF4-FFF2-40B4-BE49-F238E27FC236}">
                <a16:creationId xmlns:a16="http://schemas.microsoft.com/office/drawing/2014/main" id="{8B911175-1D2F-4F46-8ECC-34CC72222ED9}"/>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616730CC-4C1A-4B1E-A0CC-3DE54B84F09A}"/>
              </a:ext>
            </a:extLst>
          </p:cNvPr>
          <p:cNvSpPr>
            <a:spLocks noGrp="1"/>
          </p:cNvSpPr>
          <p:nvPr>
            <p:ph type="sldNum" sz="quarter" idx="12"/>
          </p:nvPr>
        </p:nvSpPr>
        <p:spPr/>
        <p:txBody>
          <a:bodyPr/>
          <a:lstStyle/>
          <a:p>
            <a:fld id="{B6658BBB-F1AD-4195-BB2D-B131BEBABC65}" type="slidenum">
              <a:rPr lang="fr-BE" smtClean="0"/>
              <a:t>‹#›</a:t>
            </a:fld>
            <a:endParaRPr lang="fr-BE"/>
          </a:p>
        </p:txBody>
      </p:sp>
    </p:spTree>
    <p:extLst>
      <p:ext uri="{BB962C8B-B14F-4D97-AF65-F5344CB8AC3E}">
        <p14:creationId xmlns:p14="http://schemas.microsoft.com/office/powerpoint/2010/main" val="4264298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FF489B2-18B6-43C5-8109-FD631AB45432}"/>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BE"/>
          </a:p>
        </p:txBody>
      </p:sp>
      <p:sp>
        <p:nvSpPr>
          <p:cNvPr id="3" name="Espace réservé du texte vertical 2">
            <a:extLst>
              <a:ext uri="{FF2B5EF4-FFF2-40B4-BE49-F238E27FC236}">
                <a16:creationId xmlns:a16="http://schemas.microsoft.com/office/drawing/2014/main" id="{C04596D3-32EF-4C37-9721-86905103D91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9DEE16E3-D389-4E23-885E-987EBEBF994E}"/>
              </a:ext>
            </a:extLst>
          </p:cNvPr>
          <p:cNvSpPr>
            <a:spLocks noGrp="1"/>
          </p:cNvSpPr>
          <p:nvPr>
            <p:ph type="dt" sz="half" idx="10"/>
          </p:nvPr>
        </p:nvSpPr>
        <p:spPr/>
        <p:txBody>
          <a:bodyPr/>
          <a:lstStyle/>
          <a:p>
            <a:fld id="{5F508DFA-BC68-43F1-A771-41F9901E47F5}" type="datetimeFigureOut">
              <a:rPr lang="fr-BE" smtClean="0"/>
              <a:t>24-08-20</a:t>
            </a:fld>
            <a:endParaRPr lang="fr-BE"/>
          </a:p>
        </p:txBody>
      </p:sp>
      <p:sp>
        <p:nvSpPr>
          <p:cNvPr id="5" name="Espace réservé du pied de page 4">
            <a:extLst>
              <a:ext uri="{FF2B5EF4-FFF2-40B4-BE49-F238E27FC236}">
                <a16:creationId xmlns:a16="http://schemas.microsoft.com/office/drawing/2014/main" id="{3570DEA3-E72F-439A-8B3A-F7E03B05936F}"/>
              </a:ext>
            </a:extLst>
          </p:cNvPr>
          <p:cNvSpPr>
            <a:spLocks noGrp="1"/>
          </p:cNvSpPr>
          <p:nvPr>
            <p:ph type="ftr" sz="quarter" idx="11"/>
          </p:nvPr>
        </p:nvSpPr>
        <p:spPr/>
        <p:txBody>
          <a:bodyPr/>
          <a:lstStyle/>
          <a:p>
            <a:endParaRPr lang="fr-BE"/>
          </a:p>
        </p:txBody>
      </p:sp>
      <p:sp>
        <p:nvSpPr>
          <p:cNvPr id="6" name="Espace réservé du numéro de diapositive 5">
            <a:extLst>
              <a:ext uri="{FF2B5EF4-FFF2-40B4-BE49-F238E27FC236}">
                <a16:creationId xmlns:a16="http://schemas.microsoft.com/office/drawing/2014/main" id="{A2623B0D-CCCE-4069-A1EF-CA07EF4A2882}"/>
              </a:ext>
            </a:extLst>
          </p:cNvPr>
          <p:cNvSpPr>
            <a:spLocks noGrp="1"/>
          </p:cNvSpPr>
          <p:nvPr>
            <p:ph type="sldNum" sz="quarter" idx="12"/>
          </p:nvPr>
        </p:nvSpPr>
        <p:spPr/>
        <p:txBody>
          <a:bodyPr/>
          <a:lstStyle/>
          <a:p>
            <a:fld id="{B6658BBB-F1AD-4195-BB2D-B131BEBABC65}" type="slidenum">
              <a:rPr lang="fr-BE" smtClean="0"/>
              <a:t>‹#›</a:t>
            </a:fld>
            <a:endParaRPr lang="fr-BE"/>
          </a:p>
        </p:txBody>
      </p:sp>
    </p:spTree>
    <p:extLst>
      <p:ext uri="{BB962C8B-B14F-4D97-AF65-F5344CB8AC3E}">
        <p14:creationId xmlns:p14="http://schemas.microsoft.com/office/powerpoint/2010/main" val="3314833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C7ECC2C-5A32-4F9A-B67E-D656C86848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BE"/>
          </a:p>
        </p:txBody>
      </p:sp>
      <p:sp>
        <p:nvSpPr>
          <p:cNvPr id="3" name="Espace réservé du texte 2">
            <a:extLst>
              <a:ext uri="{FF2B5EF4-FFF2-40B4-BE49-F238E27FC236}">
                <a16:creationId xmlns:a16="http://schemas.microsoft.com/office/drawing/2014/main" id="{1D972633-FCEF-4723-8E51-4473C8D26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BE"/>
          </a:p>
        </p:txBody>
      </p:sp>
      <p:sp>
        <p:nvSpPr>
          <p:cNvPr id="4" name="Espace réservé de la date 3">
            <a:extLst>
              <a:ext uri="{FF2B5EF4-FFF2-40B4-BE49-F238E27FC236}">
                <a16:creationId xmlns:a16="http://schemas.microsoft.com/office/drawing/2014/main" id="{CEB6BC1F-C7FF-4557-805F-54ADE4AE018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508DFA-BC68-43F1-A771-41F9901E47F5}" type="datetimeFigureOut">
              <a:rPr lang="fr-BE" smtClean="0"/>
              <a:t>24-08-20</a:t>
            </a:fld>
            <a:endParaRPr lang="fr-BE"/>
          </a:p>
        </p:txBody>
      </p:sp>
      <p:sp>
        <p:nvSpPr>
          <p:cNvPr id="5" name="Espace réservé du pied de page 4">
            <a:extLst>
              <a:ext uri="{FF2B5EF4-FFF2-40B4-BE49-F238E27FC236}">
                <a16:creationId xmlns:a16="http://schemas.microsoft.com/office/drawing/2014/main" id="{0F9D56A8-1F72-40B5-9C3F-3D18CEF326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BE"/>
          </a:p>
        </p:txBody>
      </p:sp>
      <p:sp>
        <p:nvSpPr>
          <p:cNvPr id="6" name="Espace réservé du numéro de diapositive 5">
            <a:extLst>
              <a:ext uri="{FF2B5EF4-FFF2-40B4-BE49-F238E27FC236}">
                <a16:creationId xmlns:a16="http://schemas.microsoft.com/office/drawing/2014/main" id="{CC886FAE-132F-4519-B985-86A5683992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658BBB-F1AD-4195-BB2D-B131BEBABC65}" type="slidenum">
              <a:rPr lang="fr-BE" smtClean="0"/>
              <a:t>‹#›</a:t>
            </a:fld>
            <a:endParaRPr lang="fr-BE"/>
          </a:p>
        </p:txBody>
      </p:sp>
    </p:spTree>
    <p:extLst>
      <p:ext uri="{BB962C8B-B14F-4D97-AF65-F5344CB8AC3E}">
        <p14:creationId xmlns:p14="http://schemas.microsoft.com/office/powerpoint/2010/main" val="23253056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34.jpeg"/><Relationship Id="rId3" Type="http://schemas.openxmlformats.org/officeDocument/2006/relationships/image" Target="../media/image29.jpeg"/><Relationship Id="rId7" Type="http://schemas.openxmlformats.org/officeDocument/2006/relationships/image" Target="../media/image33.jpe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2.jpeg"/><Relationship Id="rId5" Type="http://schemas.openxmlformats.org/officeDocument/2006/relationships/image" Target="../media/image31.jpeg"/><Relationship Id="rId4" Type="http://schemas.openxmlformats.org/officeDocument/2006/relationships/image" Target="../media/image30.jpeg"/></Relationships>
</file>

<file path=ppt/slides/_rels/slide30.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5066AF-A381-47C8-BD34-83596BB0AF1B}"/>
              </a:ext>
            </a:extLst>
          </p:cNvPr>
          <p:cNvSpPr>
            <a:spLocks noGrp="1"/>
          </p:cNvSpPr>
          <p:nvPr>
            <p:ph type="ctrTitle"/>
          </p:nvPr>
        </p:nvSpPr>
        <p:spPr/>
        <p:txBody>
          <a:bodyPr>
            <a:normAutofit/>
          </a:bodyPr>
          <a:lstStyle/>
          <a:p>
            <a:r>
              <a:rPr lang="fr-FR" sz="7200" dirty="0"/>
              <a:t>BELIEF</a:t>
            </a:r>
            <a:endParaRPr lang="fr-BE" sz="7200" dirty="0"/>
          </a:p>
        </p:txBody>
      </p:sp>
      <p:sp>
        <p:nvSpPr>
          <p:cNvPr id="3" name="Sous-titre 2">
            <a:extLst>
              <a:ext uri="{FF2B5EF4-FFF2-40B4-BE49-F238E27FC236}">
                <a16:creationId xmlns:a16="http://schemas.microsoft.com/office/drawing/2014/main" id="{9E0EFB5C-D0EC-49B4-A151-F9C1C1F4239E}"/>
              </a:ext>
            </a:extLst>
          </p:cNvPr>
          <p:cNvSpPr>
            <a:spLocks noGrp="1"/>
          </p:cNvSpPr>
          <p:nvPr>
            <p:ph type="subTitle" idx="1"/>
          </p:nvPr>
        </p:nvSpPr>
        <p:spPr/>
        <p:txBody>
          <a:bodyPr/>
          <a:lstStyle/>
          <a:p>
            <a:endParaRPr lang="fr-FR" sz="4400" dirty="0"/>
          </a:p>
          <a:p>
            <a:r>
              <a:rPr lang="fr-FR" sz="4400" dirty="0"/>
              <a:t>CHAPTER 5</a:t>
            </a:r>
            <a:endParaRPr lang="fr-BE" dirty="0"/>
          </a:p>
        </p:txBody>
      </p:sp>
    </p:spTree>
    <p:extLst>
      <p:ext uri="{BB962C8B-B14F-4D97-AF65-F5344CB8AC3E}">
        <p14:creationId xmlns:p14="http://schemas.microsoft.com/office/powerpoint/2010/main" val="185882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42" name="Picture 2" descr="G:\For Merle\Chapter 5 - belief\stk22926ppm - man scratching his head.jpg">
            <a:extLst>
              <a:ext uri="{FF2B5EF4-FFF2-40B4-BE49-F238E27FC236}">
                <a16:creationId xmlns:a16="http://schemas.microsoft.com/office/drawing/2014/main" id="{6598D458-0126-4D99-906C-F83A69395B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1764" y="1143000"/>
            <a:ext cx="6848475" cy="5075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43" name="Title 1">
            <a:extLst>
              <a:ext uri="{FF2B5EF4-FFF2-40B4-BE49-F238E27FC236}">
                <a16:creationId xmlns:a16="http://schemas.microsoft.com/office/drawing/2014/main" id="{E6F431E9-2EA2-47E0-8E10-FCFC228D3297}"/>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Celebrating belief</a:t>
            </a:r>
          </a:p>
        </p:txBody>
      </p:sp>
      <p:sp>
        <p:nvSpPr>
          <p:cNvPr id="419844" name="Content Placeholder 2">
            <a:extLst>
              <a:ext uri="{FF2B5EF4-FFF2-40B4-BE49-F238E27FC236}">
                <a16:creationId xmlns:a16="http://schemas.microsoft.com/office/drawing/2014/main" id="{7B45B6A4-580E-495C-9EF1-7E584A99A960}"/>
              </a:ext>
            </a:extLst>
          </p:cNvPr>
          <p:cNvSpPr>
            <a:spLocks noGrp="1" noChangeArrowheads="1"/>
          </p:cNvSpPr>
          <p:nvPr>
            <p:ph idx="1"/>
          </p:nvPr>
        </p:nvSpPr>
        <p:spPr>
          <a:xfrm>
            <a:off x="2819400" y="4618038"/>
            <a:ext cx="6624638" cy="2316162"/>
          </a:xfrm>
        </p:spPr>
        <p:txBody>
          <a:bodyPr/>
          <a:lstStyle/>
          <a:p>
            <a:pPr marL="0" indent="0">
              <a:buNone/>
            </a:pPr>
            <a:r>
              <a:rPr lang="en-US" altLang="en-US" sz="2000">
                <a:solidFill>
                  <a:schemeClr val="bg1"/>
                </a:solidFill>
              </a:rPr>
              <a:t>“</a:t>
            </a:r>
            <a:r>
              <a:rPr lang="en-US" altLang="fr-FR" sz="2000">
                <a:solidFill>
                  <a:schemeClr val="bg1"/>
                </a:solidFill>
              </a:rPr>
              <a:t>The good news is that half of the material you learn in medical school will survive all scrutiny and investigation. It will be enduring. The other half of what we teach you, however, will be proven incorrect. The bad news is we have no way of knowing which half is which!</a:t>
            </a:r>
            <a:r>
              <a:rPr lang="en-US" altLang="en-US" sz="2000">
                <a:solidFill>
                  <a:schemeClr val="bg1"/>
                </a:solidFill>
              </a:rPr>
              <a:t>”</a:t>
            </a:r>
            <a:r>
              <a:rPr lang="en-US" altLang="fr-FR" sz="2000">
                <a:solidFill>
                  <a:schemeClr val="bg1"/>
                </a:solidFill>
              </a:rPr>
              <a:t> </a:t>
            </a:r>
          </a:p>
          <a:p>
            <a:pPr marL="0" indent="0"/>
            <a:endParaRPr lang="en-US" altLang="fr-FR" sz="2000">
              <a:solidFill>
                <a:schemeClr val="bg1"/>
              </a:solidFill>
            </a:endParaRPr>
          </a:p>
        </p:txBody>
      </p:sp>
      <p:sp>
        <p:nvSpPr>
          <p:cNvPr id="419845" name="Footer Placeholder 3">
            <a:extLst>
              <a:ext uri="{FF2B5EF4-FFF2-40B4-BE49-F238E27FC236}">
                <a16:creationId xmlns:a16="http://schemas.microsoft.com/office/drawing/2014/main" id="{C3C1ED00-EDAC-4684-8F9F-2ACD5CCDC67A}"/>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19846" name="Slide Number Placeholder 4">
            <a:extLst>
              <a:ext uri="{FF2B5EF4-FFF2-40B4-BE49-F238E27FC236}">
                <a16:creationId xmlns:a16="http://schemas.microsoft.com/office/drawing/2014/main" id="{B5996B00-7B9D-41A4-AAB4-FFB62BE1899E}"/>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Arial" panose="020B0604020202020204" pitchFamily="34" charset="0"/>
                <a:ea typeface="MS PGothic" panose="020B0600070205080204" pitchFamily="34" charset="-128"/>
                <a:cs typeface="Arial" panose="020B0604020202020204" pitchFamily="34" charset="0"/>
              </a:rPr>
              <a:t>Belief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Title 1">
            <a:extLst>
              <a:ext uri="{FF2B5EF4-FFF2-40B4-BE49-F238E27FC236}">
                <a16:creationId xmlns:a16="http://schemas.microsoft.com/office/drawing/2014/main" id="{6593D37D-AD79-484F-A118-D08EE1CC18E5}"/>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What to believe?</a:t>
            </a:r>
          </a:p>
        </p:txBody>
      </p:sp>
      <p:sp>
        <p:nvSpPr>
          <p:cNvPr id="421891" name="Footer Placeholder 3">
            <a:extLst>
              <a:ext uri="{FF2B5EF4-FFF2-40B4-BE49-F238E27FC236}">
                <a16:creationId xmlns:a16="http://schemas.microsoft.com/office/drawing/2014/main" id="{CA570D36-E346-4515-B25E-91C6464074C7}"/>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21892" name="Slide Number Placeholder 4">
            <a:extLst>
              <a:ext uri="{FF2B5EF4-FFF2-40B4-BE49-F238E27FC236}">
                <a16:creationId xmlns:a16="http://schemas.microsoft.com/office/drawing/2014/main" id="{3B19F6F5-EBBD-453B-8EF6-606620A472A7}"/>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Arial" panose="020B0604020202020204" pitchFamily="34" charset="0"/>
                <a:ea typeface="MS PGothic" panose="020B0600070205080204" pitchFamily="34" charset="-128"/>
                <a:cs typeface="Arial" panose="020B0604020202020204" pitchFamily="34" charset="0"/>
              </a:rPr>
              <a:t>Belief  3</a:t>
            </a:r>
          </a:p>
        </p:txBody>
      </p:sp>
      <p:pic>
        <p:nvPicPr>
          <p:cNvPr id="421893" name="Picture 2" descr="C:\Users\thomasn\Downloads\stk73302cor.jpg">
            <a:extLst>
              <a:ext uri="{FF2B5EF4-FFF2-40B4-BE49-F238E27FC236}">
                <a16:creationId xmlns:a16="http://schemas.microsoft.com/office/drawing/2014/main" id="{5AE75A1E-8282-4F6A-9105-52E30C4FA0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8976" y="1295400"/>
            <a:ext cx="5686425" cy="474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938" name="Title 1">
            <a:extLst>
              <a:ext uri="{FF2B5EF4-FFF2-40B4-BE49-F238E27FC236}">
                <a16:creationId xmlns:a16="http://schemas.microsoft.com/office/drawing/2014/main" id="{84CEA545-9DA7-4CED-AA9D-F73271C0DEEC}"/>
              </a:ext>
            </a:extLst>
          </p:cNvPr>
          <p:cNvSpPr>
            <a:spLocks noGrp="1" noChangeArrowheads="1"/>
          </p:cNvSpPr>
          <p:nvPr>
            <p:ph type="title"/>
          </p:nvPr>
        </p:nvSpPr>
        <p:spPr>
          <a:xfrm>
            <a:off x="1981200" y="152400"/>
            <a:ext cx="8229600" cy="1143000"/>
          </a:xfrm>
        </p:spPr>
        <p:txBody>
          <a:bodyPr>
            <a:normAutofit fontScale="90000"/>
          </a:bodyPr>
          <a:lstStyle/>
          <a:p>
            <a:pPr eaLnBrk="1" hangingPunct="1"/>
            <a:r>
              <a:rPr lang="en-US" altLang="fr-FR">
                <a:ln>
                  <a:noFill/>
                </a:ln>
              </a:rPr>
              <a:t>Belief is essential to human existence</a:t>
            </a:r>
          </a:p>
        </p:txBody>
      </p:sp>
      <p:sp>
        <p:nvSpPr>
          <p:cNvPr id="423940" name="Footer Placeholder 3">
            <a:extLst>
              <a:ext uri="{FF2B5EF4-FFF2-40B4-BE49-F238E27FC236}">
                <a16:creationId xmlns:a16="http://schemas.microsoft.com/office/drawing/2014/main" id="{2852AD42-BFA1-498C-8D67-B519BB10131E}"/>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23941" name="Slide Number Placeholder 4">
            <a:extLst>
              <a:ext uri="{FF2B5EF4-FFF2-40B4-BE49-F238E27FC236}">
                <a16:creationId xmlns:a16="http://schemas.microsoft.com/office/drawing/2014/main" id="{9EBFD062-3D54-4DAE-BD29-23F742DBD8D0}"/>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Arial" panose="020B0604020202020204" pitchFamily="34" charset="0"/>
                <a:ea typeface="MS PGothic" panose="020B0600070205080204" pitchFamily="34" charset="-128"/>
                <a:cs typeface="Arial" panose="020B0604020202020204" pitchFamily="34" charset="0"/>
              </a:rPr>
              <a:t>Belief  4</a:t>
            </a:r>
          </a:p>
        </p:txBody>
      </p:sp>
      <p:pic>
        <p:nvPicPr>
          <p:cNvPr id="423942" name="Picture 2" descr="G:\For Merle\Chapter 5 - belief\134060130.jpg">
            <a:extLst>
              <a:ext uri="{FF2B5EF4-FFF2-40B4-BE49-F238E27FC236}">
                <a16:creationId xmlns:a16="http://schemas.microsoft.com/office/drawing/2014/main" id="{08CB625A-FFAD-4381-B206-3CEB0528D3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8500" y="1219200"/>
            <a:ext cx="82169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Title 1">
            <a:extLst>
              <a:ext uri="{FF2B5EF4-FFF2-40B4-BE49-F238E27FC236}">
                <a16:creationId xmlns:a16="http://schemas.microsoft.com/office/drawing/2014/main" id="{4E62D4E0-F583-4EE0-9A84-48FDB7273233}"/>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Power of belief</a:t>
            </a:r>
          </a:p>
        </p:txBody>
      </p:sp>
      <p:sp>
        <p:nvSpPr>
          <p:cNvPr id="425987" name="Footer Placeholder 3">
            <a:extLst>
              <a:ext uri="{FF2B5EF4-FFF2-40B4-BE49-F238E27FC236}">
                <a16:creationId xmlns:a16="http://schemas.microsoft.com/office/drawing/2014/main" id="{BE49C356-10A1-440F-84E7-24F6E841C7E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25988" name="Slide Number Placeholder 4">
            <a:extLst>
              <a:ext uri="{FF2B5EF4-FFF2-40B4-BE49-F238E27FC236}">
                <a16:creationId xmlns:a16="http://schemas.microsoft.com/office/drawing/2014/main" id="{885095D5-35AF-4047-838D-E0A41EAB6D02}"/>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Arial" panose="020B0604020202020204" pitchFamily="34" charset="0"/>
                <a:ea typeface="MS PGothic" panose="020B0600070205080204" pitchFamily="34" charset="-128"/>
                <a:cs typeface="Arial" panose="020B0604020202020204" pitchFamily="34" charset="0"/>
              </a:rPr>
              <a:t>Belief  5</a:t>
            </a:r>
          </a:p>
        </p:txBody>
      </p:sp>
      <p:pic>
        <p:nvPicPr>
          <p:cNvPr id="425989" name="Picture 6" descr="C:\Users\thomasn\Pictures\Thinkstock hmpix4\Thinkstock Nancy\medicine, equipment and objects, diagrams\126487623.jpg">
            <a:extLst>
              <a:ext uri="{FF2B5EF4-FFF2-40B4-BE49-F238E27FC236}">
                <a16:creationId xmlns:a16="http://schemas.microsoft.com/office/drawing/2014/main" id="{B86D3F9C-35CD-4509-AB50-64C1A7F2EA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5200" y="1266826"/>
            <a:ext cx="2590800" cy="490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25990" name="Picture 7" descr="C:\Users\thomasn\Pictures\Thinkstock hmpix4\Thinkstock Nancy\medicine, equipment and objects, diagrams\126487623.jpg">
            <a:extLst>
              <a:ext uri="{FF2B5EF4-FFF2-40B4-BE49-F238E27FC236}">
                <a16:creationId xmlns:a16="http://schemas.microsoft.com/office/drawing/2014/main" id="{13B4526E-E92D-4F1B-8E65-FA8B8B0B7A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7888" y="1266826"/>
            <a:ext cx="2559050" cy="4905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4" name="Footer Placeholder 3">
            <a:extLst>
              <a:ext uri="{FF2B5EF4-FFF2-40B4-BE49-F238E27FC236}">
                <a16:creationId xmlns:a16="http://schemas.microsoft.com/office/drawing/2014/main" id="{6EDA969E-0A39-4596-ACB2-AA1BE833B1AC}"/>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28035" name="Slide Number Placeholder 4">
            <a:extLst>
              <a:ext uri="{FF2B5EF4-FFF2-40B4-BE49-F238E27FC236}">
                <a16:creationId xmlns:a16="http://schemas.microsoft.com/office/drawing/2014/main" id="{DE71B1CF-0729-4985-9639-D86127521249}"/>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6</a:t>
            </a:r>
          </a:p>
        </p:txBody>
      </p:sp>
      <p:pic>
        <p:nvPicPr>
          <p:cNvPr id="428036" name="Picture 2" descr="C:\Users\thomasn\Pictures\Thinkstock hmpix4\Thinkstock Nancy\medical personnel  procedures, hospitals\96312439.jpg">
            <a:extLst>
              <a:ext uri="{FF2B5EF4-FFF2-40B4-BE49-F238E27FC236}">
                <a16:creationId xmlns:a16="http://schemas.microsoft.com/office/drawing/2014/main" id="{44A0DEF4-CD7B-4AC2-9B60-A74866947E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293814"/>
            <a:ext cx="7543800" cy="472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8037" name="TextBox 1">
            <a:extLst>
              <a:ext uri="{FF2B5EF4-FFF2-40B4-BE49-F238E27FC236}">
                <a16:creationId xmlns:a16="http://schemas.microsoft.com/office/drawing/2014/main" id="{92D8EFDC-064B-4A3E-9AF1-ABFCB19C4870}"/>
              </a:ext>
            </a:extLst>
          </p:cNvPr>
          <p:cNvSpPr txBox="1">
            <a:spLocks noChangeArrowheads="1"/>
          </p:cNvSpPr>
          <p:nvPr/>
        </p:nvSpPr>
        <p:spPr bwMode="auto">
          <a:xfrm>
            <a:off x="2514601" y="381001"/>
            <a:ext cx="71723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eaLnBrk="1" hangingPunct="1">
              <a:spcBef>
                <a:spcPct val="0"/>
              </a:spcBef>
              <a:spcAft>
                <a:spcPct val="0"/>
              </a:spcAft>
              <a:buClrTx/>
              <a:buSzTx/>
              <a:buFontTx/>
              <a:buNone/>
            </a:pPr>
            <a:r>
              <a:rPr lang="en-US" altLang="fr-FR" sz="3600">
                <a:solidFill>
                  <a:schemeClr val="tx1"/>
                </a:solidFill>
                <a:latin typeface="Calibri" panose="020F0502020204030204" pitchFamily="34" charset="0"/>
                <a:ea typeface="MS PGothic" panose="020B0600070205080204" pitchFamily="34" charset="-128"/>
                <a:cs typeface="Arial" panose="020B0604020202020204" pitchFamily="34" charset="0"/>
              </a:rPr>
              <a:t>Doctor drew a small amount of blood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82" name="Footer Placeholder 3">
            <a:extLst>
              <a:ext uri="{FF2B5EF4-FFF2-40B4-BE49-F238E27FC236}">
                <a16:creationId xmlns:a16="http://schemas.microsoft.com/office/drawing/2014/main" id="{C55DFD87-3EBC-4DC1-B5F5-ED603C0FFB4A}"/>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30083" name="Slide Number Placeholder 4">
            <a:extLst>
              <a:ext uri="{FF2B5EF4-FFF2-40B4-BE49-F238E27FC236}">
                <a16:creationId xmlns:a16="http://schemas.microsoft.com/office/drawing/2014/main" id="{C4AFF53B-662D-4661-842E-80737A91F156}"/>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7</a:t>
            </a:r>
          </a:p>
        </p:txBody>
      </p:sp>
      <p:pic>
        <p:nvPicPr>
          <p:cNvPr id="430084" name="Picture 2" descr="C:\Users\thomasn\Pictures\Thinkstock hmpix4\Thinkstock Nancy\scenery, gardens, plants\133428260.jpg">
            <a:extLst>
              <a:ext uri="{FF2B5EF4-FFF2-40B4-BE49-F238E27FC236}">
                <a16:creationId xmlns:a16="http://schemas.microsoft.com/office/drawing/2014/main" id="{F7C7A384-0A6E-4388-B2A6-43DC868749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608138"/>
            <a:ext cx="7543800" cy="441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085" name="TextBox 1">
            <a:extLst>
              <a:ext uri="{FF2B5EF4-FFF2-40B4-BE49-F238E27FC236}">
                <a16:creationId xmlns:a16="http://schemas.microsoft.com/office/drawing/2014/main" id="{E8286522-7869-477D-B2E3-1F5B3354FD8F}"/>
              </a:ext>
            </a:extLst>
          </p:cNvPr>
          <p:cNvSpPr txBox="1">
            <a:spLocks noChangeArrowheads="1"/>
          </p:cNvSpPr>
          <p:nvPr/>
        </p:nvSpPr>
        <p:spPr bwMode="auto">
          <a:xfrm>
            <a:off x="1981200" y="314325"/>
            <a:ext cx="8305800"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ctr" eaLnBrk="1" hangingPunct="1">
              <a:spcBef>
                <a:spcPct val="0"/>
              </a:spcBef>
              <a:spcAft>
                <a:spcPct val="0"/>
              </a:spcAft>
              <a:buClrTx/>
              <a:buSzTx/>
              <a:buFontTx/>
              <a:buNone/>
            </a:pPr>
            <a:r>
              <a:rPr lang="en-US" altLang="fr-FR" sz="3400">
                <a:solidFill>
                  <a:schemeClr val="tx1"/>
                </a:solidFill>
                <a:latin typeface="Calibri" panose="020F0502020204030204" pitchFamily="34" charset="0"/>
                <a:ea typeface="MS PGothic" panose="020B0600070205080204" pitchFamily="34" charset="-128"/>
                <a:cs typeface="Arial" panose="020B0604020202020204" pitchFamily="34" charset="0"/>
              </a:rPr>
              <a:t>Place our belief and trust in</a:t>
            </a:r>
          </a:p>
          <a:p>
            <a:pPr algn="ctr" eaLnBrk="1" hangingPunct="1">
              <a:spcBef>
                <a:spcPct val="0"/>
              </a:spcBef>
              <a:spcAft>
                <a:spcPct val="0"/>
              </a:spcAft>
              <a:buClrTx/>
              <a:buSzTx/>
              <a:buFontTx/>
              <a:buNone/>
            </a:pPr>
            <a:r>
              <a:rPr lang="en-US" altLang="fr-FR" sz="3400">
                <a:solidFill>
                  <a:schemeClr val="tx1"/>
                </a:solidFill>
                <a:latin typeface="Calibri" panose="020F0502020204030204" pitchFamily="34" charset="0"/>
                <a:ea typeface="MS PGothic" panose="020B0600070205080204" pitchFamily="34" charset="-128"/>
                <a:cs typeface="Arial" panose="020B0604020202020204" pitchFamily="34" charset="0"/>
              </a:rPr>
              <a:t> that which is reliable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Title 1">
            <a:extLst>
              <a:ext uri="{FF2B5EF4-FFF2-40B4-BE49-F238E27FC236}">
                <a16:creationId xmlns:a16="http://schemas.microsoft.com/office/drawing/2014/main" id="{E9824803-F592-42EC-B59D-7DA43E7283CA}"/>
              </a:ext>
            </a:extLst>
          </p:cNvPr>
          <p:cNvSpPr>
            <a:spLocks noGrp="1" noChangeArrowheads="1"/>
          </p:cNvSpPr>
          <p:nvPr>
            <p:ph type="title"/>
          </p:nvPr>
        </p:nvSpPr>
        <p:spPr>
          <a:xfrm>
            <a:off x="2209800" y="152400"/>
            <a:ext cx="8229600" cy="1143000"/>
          </a:xfrm>
        </p:spPr>
        <p:txBody>
          <a:bodyPr>
            <a:normAutofit fontScale="90000"/>
          </a:bodyPr>
          <a:lstStyle/>
          <a:p>
            <a:pPr eaLnBrk="1" hangingPunct="1"/>
            <a:r>
              <a:rPr lang="en-US" altLang="fr-FR">
                <a:ln>
                  <a:noFill/>
                </a:ln>
              </a:rPr>
              <a:t>Belief—or faith, within a religious setting…</a:t>
            </a:r>
          </a:p>
        </p:txBody>
      </p:sp>
      <p:sp>
        <p:nvSpPr>
          <p:cNvPr id="432131" name="Footer Placeholder 3">
            <a:extLst>
              <a:ext uri="{FF2B5EF4-FFF2-40B4-BE49-F238E27FC236}">
                <a16:creationId xmlns:a16="http://schemas.microsoft.com/office/drawing/2014/main" id="{8CDF94DE-4EF0-4B8E-84F9-2ECC54C5AF6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32132" name="Slide Number Placeholder 4">
            <a:extLst>
              <a:ext uri="{FF2B5EF4-FFF2-40B4-BE49-F238E27FC236}">
                <a16:creationId xmlns:a16="http://schemas.microsoft.com/office/drawing/2014/main" id="{31E1853D-02FA-42D7-A6FA-C995FCBF3C6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8</a:t>
            </a:r>
          </a:p>
        </p:txBody>
      </p:sp>
      <p:pic>
        <p:nvPicPr>
          <p:cNvPr id="432133" name="Picture 2" descr="G:\For Merle\Chapter 5 - belief\Low Res\91818925 - prayer group.jpg">
            <a:extLst>
              <a:ext uri="{FF2B5EF4-FFF2-40B4-BE49-F238E27FC236}">
                <a16:creationId xmlns:a16="http://schemas.microsoft.com/office/drawing/2014/main" id="{C0339F16-6CC2-49B3-9948-CAFB9A4120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447801"/>
            <a:ext cx="7620000" cy="481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78" name="Content Placeholder 2">
            <a:extLst>
              <a:ext uri="{FF2B5EF4-FFF2-40B4-BE49-F238E27FC236}">
                <a16:creationId xmlns:a16="http://schemas.microsoft.com/office/drawing/2014/main" id="{5BCAFF69-B725-4327-A635-631532CC12F8}"/>
              </a:ext>
            </a:extLst>
          </p:cNvPr>
          <p:cNvSpPr>
            <a:spLocks noGrp="1" noChangeArrowheads="1"/>
          </p:cNvSpPr>
          <p:nvPr>
            <p:ph idx="1"/>
          </p:nvPr>
        </p:nvSpPr>
        <p:spPr>
          <a:xfrm>
            <a:off x="1981200" y="1951038"/>
            <a:ext cx="3962400" cy="4525962"/>
          </a:xfrm>
        </p:spPr>
        <p:txBody>
          <a:bodyPr/>
          <a:lstStyle/>
          <a:p>
            <a:pPr marL="0" indent="0">
              <a:buNone/>
            </a:pPr>
            <a:r>
              <a:rPr lang="en-US" altLang="fr-FR" sz="3000"/>
              <a:t>A decreased mortality rate over a 15-year follow-up in the religious group </a:t>
            </a:r>
          </a:p>
        </p:txBody>
      </p:sp>
      <p:pic>
        <p:nvPicPr>
          <p:cNvPr id="434179" name="Picture 2" descr="C:\Users\thomasn\Pictures\Thinkstock hmpix4\Thinkstock Nancy\people\111958010.jpg">
            <a:extLst>
              <a:ext uri="{FF2B5EF4-FFF2-40B4-BE49-F238E27FC236}">
                <a16:creationId xmlns:a16="http://schemas.microsoft.com/office/drawing/2014/main" id="{D134504C-3CEB-414F-85C6-9C48A0D07F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5050" y="12700"/>
            <a:ext cx="4552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4180" name="Footer Placeholder 3">
            <a:extLst>
              <a:ext uri="{FF2B5EF4-FFF2-40B4-BE49-F238E27FC236}">
                <a16:creationId xmlns:a16="http://schemas.microsoft.com/office/drawing/2014/main" id="{40BF42D0-8561-472D-96D5-9C7A2D22232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34181" name="Slide Number Placeholder 4">
            <a:extLst>
              <a:ext uri="{FF2B5EF4-FFF2-40B4-BE49-F238E27FC236}">
                <a16:creationId xmlns:a16="http://schemas.microsoft.com/office/drawing/2014/main" id="{DB62AEE1-CF9C-4588-9B08-01AA17D358B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chemeClr val="bg1"/>
                </a:solidFill>
                <a:latin typeface="Humanst521 BT" charset="0"/>
                <a:ea typeface="MS PGothic" panose="020B0600070205080204" pitchFamily="34" charset="-128"/>
                <a:cs typeface="Arial" panose="020B0604020202020204" pitchFamily="34" charset="0"/>
              </a:rPr>
              <a:t>Belief  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Title 1">
            <a:extLst>
              <a:ext uri="{FF2B5EF4-FFF2-40B4-BE49-F238E27FC236}">
                <a16:creationId xmlns:a16="http://schemas.microsoft.com/office/drawing/2014/main" id="{7FF19F03-EE07-421B-8BCF-C8FDD1E6F747}"/>
              </a:ext>
            </a:extLst>
          </p:cNvPr>
          <p:cNvSpPr>
            <a:spLocks noGrp="1" noChangeArrowheads="1"/>
          </p:cNvSpPr>
          <p:nvPr>
            <p:ph type="title"/>
          </p:nvPr>
        </p:nvSpPr>
        <p:spPr>
          <a:xfrm>
            <a:off x="1981200" y="152400"/>
            <a:ext cx="8229600" cy="1143000"/>
          </a:xfrm>
        </p:spPr>
        <p:txBody>
          <a:bodyPr>
            <a:normAutofit fontScale="90000"/>
          </a:bodyPr>
          <a:lstStyle/>
          <a:p>
            <a:pPr eaLnBrk="1" hangingPunct="1"/>
            <a:r>
              <a:rPr lang="en-US" altLang="fr-FR">
                <a:ln>
                  <a:noFill/>
                </a:ln>
              </a:rPr>
              <a:t>Religious activities…improved health…</a:t>
            </a:r>
          </a:p>
        </p:txBody>
      </p:sp>
      <p:sp>
        <p:nvSpPr>
          <p:cNvPr id="436227" name="Footer Placeholder 3">
            <a:extLst>
              <a:ext uri="{FF2B5EF4-FFF2-40B4-BE49-F238E27FC236}">
                <a16:creationId xmlns:a16="http://schemas.microsoft.com/office/drawing/2014/main" id="{006D5E69-82FF-4884-9D2F-908624E6B436}"/>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36228" name="Slide Number Placeholder 4">
            <a:extLst>
              <a:ext uri="{FF2B5EF4-FFF2-40B4-BE49-F238E27FC236}">
                <a16:creationId xmlns:a16="http://schemas.microsoft.com/office/drawing/2014/main" id="{7E2C59B2-B99D-47F2-BE1D-033A542268F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10</a:t>
            </a:r>
          </a:p>
        </p:txBody>
      </p:sp>
      <p:pic>
        <p:nvPicPr>
          <p:cNvPr id="436229" name="Picture 2" descr="G:\For Merle\Chapter 5 - belief\Low Res\cropped dv1413011 - smiling man in a suit.jpg">
            <a:extLst>
              <a:ext uri="{FF2B5EF4-FFF2-40B4-BE49-F238E27FC236}">
                <a16:creationId xmlns:a16="http://schemas.microsoft.com/office/drawing/2014/main" id="{AA72051C-40B3-4BF7-9318-06FF2D8198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295401"/>
            <a:ext cx="6248400" cy="491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4" name="Title 1">
            <a:extLst>
              <a:ext uri="{FF2B5EF4-FFF2-40B4-BE49-F238E27FC236}">
                <a16:creationId xmlns:a16="http://schemas.microsoft.com/office/drawing/2014/main" id="{E60133C5-AE66-4B39-999A-9F50EF2703BE}"/>
              </a:ext>
            </a:extLst>
          </p:cNvPr>
          <p:cNvSpPr>
            <a:spLocks noGrp="1" noChangeArrowheads="1"/>
          </p:cNvSpPr>
          <p:nvPr>
            <p:ph type="title"/>
          </p:nvPr>
        </p:nvSpPr>
        <p:spPr/>
        <p:txBody>
          <a:bodyPr/>
          <a:lstStyle/>
          <a:p>
            <a:pPr eaLnBrk="1" hangingPunct="1"/>
            <a:r>
              <a:rPr lang="en-US" altLang="fr-FR" sz="3400"/>
              <a:t>There is a connection between social relationships and survival</a:t>
            </a:r>
          </a:p>
        </p:txBody>
      </p:sp>
      <p:sp>
        <p:nvSpPr>
          <p:cNvPr id="438275" name="Footer Placeholder 3">
            <a:extLst>
              <a:ext uri="{FF2B5EF4-FFF2-40B4-BE49-F238E27FC236}">
                <a16:creationId xmlns:a16="http://schemas.microsoft.com/office/drawing/2014/main" id="{FD0949E5-4A63-4819-BB85-E7214EDC201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38276" name="Slide Number Placeholder 4">
            <a:extLst>
              <a:ext uri="{FF2B5EF4-FFF2-40B4-BE49-F238E27FC236}">
                <a16:creationId xmlns:a16="http://schemas.microsoft.com/office/drawing/2014/main" id="{0BA4E4FB-B179-4498-912E-34C3ED0DCAF2}"/>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11</a:t>
            </a:r>
          </a:p>
        </p:txBody>
      </p:sp>
      <p:pic>
        <p:nvPicPr>
          <p:cNvPr id="438277" name="Picture 2" descr="G:\For Merle\Chapter 5 - belief\Low Res\78404477 - group in church.jpg">
            <a:extLst>
              <a:ext uri="{FF2B5EF4-FFF2-40B4-BE49-F238E27FC236}">
                <a16:creationId xmlns:a16="http://schemas.microsoft.com/office/drawing/2014/main" id="{4DB041D3-8F41-499A-B44A-7C97677698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620838"/>
            <a:ext cx="7315200" cy="439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22" name="Title 1">
            <a:extLst>
              <a:ext uri="{FF2B5EF4-FFF2-40B4-BE49-F238E27FC236}">
                <a16:creationId xmlns:a16="http://schemas.microsoft.com/office/drawing/2014/main" id="{3AFF45BA-D3B5-4BA6-91FB-3AF1FF7839C2}"/>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Improved quality of life</a:t>
            </a:r>
          </a:p>
        </p:txBody>
      </p:sp>
      <p:sp>
        <p:nvSpPr>
          <p:cNvPr id="440323" name="Content Placeholder 2">
            <a:extLst>
              <a:ext uri="{FF2B5EF4-FFF2-40B4-BE49-F238E27FC236}">
                <a16:creationId xmlns:a16="http://schemas.microsoft.com/office/drawing/2014/main" id="{C99A701E-34C7-40FC-A12B-3D2922BC6E9C}"/>
              </a:ext>
            </a:extLst>
          </p:cNvPr>
          <p:cNvSpPr>
            <a:spLocks noGrp="1" noChangeArrowheads="1"/>
          </p:cNvSpPr>
          <p:nvPr>
            <p:ph idx="1"/>
          </p:nvPr>
        </p:nvSpPr>
        <p:spPr/>
        <p:txBody>
          <a:bodyPr/>
          <a:lstStyle/>
          <a:p>
            <a:pPr eaLnBrk="1" hangingPunct="1"/>
            <a:endParaRPr lang="fr-FR" altLang="fr-FR"/>
          </a:p>
        </p:txBody>
      </p:sp>
      <p:sp>
        <p:nvSpPr>
          <p:cNvPr id="440324" name="Footer Placeholder 3">
            <a:extLst>
              <a:ext uri="{FF2B5EF4-FFF2-40B4-BE49-F238E27FC236}">
                <a16:creationId xmlns:a16="http://schemas.microsoft.com/office/drawing/2014/main" id="{1EFAC6C0-5F92-439B-8B59-F8220F8303FE}"/>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40325" name="Slide Number Placeholder 4">
            <a:extLst>
              <a:ext uri="{FF2B5EF4-FFF2-40B4-BE49-F238E27FC236}">
                <a16:creationId xmlns:a16="http://schemas.microsoft.com/office/drawing/2014/main" id="{1F60658F-C46A-483A-9653-63E74DCB258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12</a:t>
            </a:r>
          </a:p>
        </p:txBody>
      </p:sp>
      <p:pic>
        <p:nvPicPr>
          <p:cNvPr id="440326" name="Picture 2" descr="C:\Users\thomasn\Pictures\Thinkstock hmpix4\Thinkstock Nancy\people\123105190.jpg">
            <a:extLst>
              <a:ext uri="{FF2B5EF4-FFF2-40B4-BE49-F238E27FC236}">
                <a16:creationId xmlns:a16="http://schemas.microsoft.com/office/drawing/2014/main" id="{09C2C679-0064-4ECB-B8A8-1EE92DF53F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66900" y="1201738"/>
            <a:ext cx="8458200" cy="498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370" name="Title 1">
            <a:extLst>
              <a:ext uri="{FF2B5EF4-FFF2-40B4-BE49-F238E27FC236}">
                <a16:creationId xmlns:a16="http://schemas.microsoft.com/office/drawing/2014/main" id="{86221B2D-878A-40D8-94A5-3B3EAA0E525D}"/>
              </a:ext>
            </a:extLst>
          </p:cNvPr>
          <p:cNvSpPr>
            <a:spLocks noGrp="1" noChangeArrowheads="1"/>
          </p:cNvSpPr>
          <p:nvPr>
            <p:ph type="title"/>
          </p:nvPr>
        </p:nvSpPr>
        <p:spPr/>
        <p:txBody>
          <a:bodyPr/>
          <a:lstStyle/>
          <a:p>
            <a:pPr eaLnBrk="1" hangingPunct="1"/>
            <a:r>
              <a:rPr lang="en-US" altLang="fr-FR" sz="3400"/>
              <a:t>Spirituality helps believers and</a:t>
            </a:r>
            <a:br>
              <a:rPr lang="en-US" altLang="fr-FR" sz="3400"/>
            </a:br>
            <a:r>
              <a:rPr lang="en-US" altLang="fr-FR" sz="3400"/>
              <a:t> non-believers in their community</a:t>
            </a:r>
          </a:p>
        </p:txBody>
      </p:sp>
      <p:sp>
        <p:nvSpPr>
          <p:cNvPr id="442371" name="Footer Placeholder 3">
            <a:extLst>
              <a:ext uri="{FF2B5EF4-FFF2-40B4-BE49-F238E27FC236}">
                <a16:creationId xmlns:a16="http://schemas.microsoft.com/office/drawing/2014/main" id="{D55759F6-125E-46ED-B20D-5E8C0700ADD6}"/>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42372" name="Slide Number Placeholder 4">
            <a:extLst>
              <a:ext uri="{FF2B5EF4-FFF2-40B4-BE49-F238E27FC236}">
                <a16:creationId xmlns:a16="http://schemas.microsoft.com/office/drawing/2014/main" id="{E0E3296B-4629-4AB8-B053-7C4C999C9007}"/>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13</a:t>
            </a:r>
          </a:p>
        </p:txBody>
      </p:sp>
      <p:pic>
        <p:nvPicPr>
          <p:cNvPr id="442373" name="Picture 3" descr="G:\For Merle\Chapter 5 - belief\Low Res\87344551 - praying hands.jpg">
            <a:extLst>
              <a:ext uri="{FF2B5EF4-FFF2-40B4-BE49-F238E27FC236}">
                <a16:creationId xmlns:a16="http://schemas.microsoft.com/office/drawing/2014/main" id="{701F062B-29C9-4987-B288-C69CDD9F69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1506538"/>
            <a:ext cx="7162800" cy="474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418" name="Title 1">
            <a:extLst>
              <a:ext uri="{FF2B5EF4-FFF2-40B4-BE49-F238E27FC236}">
                <a16:creationId xmlns:a16="http://schemas.microsoft.com/office/drawing/2014/main" id="{6795FFCD-4540-46F1-843B-BB94CD599441}"/>
              </a:ext>
            </a:extLst>
          </p:cNvPr>
          <p:cNvSpPr>
            <a:spLocks noGrp="1" noChangeArrowheads="1"/>
          </p:cNvSpPr>
          <p:nvPr>
            <p:ph type="title"/>
          </p:nvPr>
        </p:nvSpPr>
        <p:spPr>
          <a:xfrm>
            <a:off x="1981200" y="381000"/>
            <a:ext cx="8229600" cy="1143000"/>
          </a:xfrm>
        </p:spPr>
        <p:txBody>
          <a:bodyPr/>
          <a:lstStyle/>
          <a:p>
            <a:pPr eaLnBrk="1" hangingPunct="1"/>
            <a:r>
              <a:rPr lang="en-US" altLang="fr-FR" sz="3400"/>
              <a:t>Belief in a loving God produces a positive</a:t>
            </a:r>
            <a:br>
              <a:rPr lang="en-US" altLang="fr-FR" sz="3400"/>
            </a:br>
            <a:r>
              <a:rPr lang="en-US" altLang="fr-FR" sz="3400"/>
              <a:t> and health-promoting mind</a:t>
            </a:r>
          </a:p>
        </p:txBody>
      </p:sp>
      <p:sp>
        <p:nvSpPr>
          <p:cNvPr id="444419" name="Footer Placeholder 3">
            <a:extLst>
              <a:ext uri="{FF2B5EF4-FFF2-40B4-BE49-F238E27FC236}">
                <a16:creationId xmlns:a16="http://schemas.microsoft.com/office/drawing/2014/main" id="{47B3358F-80AC-400B-8E37-83B799628B2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44420" name="Slide Number Placeholder 4">
            <a:extLst>
              <a:ext uri="{FF2B5EF4-FFF2-40B4-BE49-F238E27FC236}">
                <a16:creationId xmlns:a16="http://schemas.microsoft.com/office/drawing/2014/main" id="{C9A066BB-1668-4F67-8654-777AE6E1E33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14</a:t>
            </a:r>
          </a:p>
        </p:txBody>
      </p:sp>
      <p:pic>
        <p:nvPicPr>
          <p:cNvPr id="444421" name="Picture 2" descr="G:\For Merle\Chapter 5 - belief\Low Res\75627303 - praying hands on bible.jpg">
            <a:extLst>
              <a:ext uri="{FF2B5EF4-FFF2-40B4-BE49-F238E27FC236}">
                <a16:creationId xmlns:a16="http://schemas.microsoft.com/office/drawing/2014/main" id="{B3DA00DF-A494-4C1B-B43F-D918DBEA84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3588" y="1692276"/>
            <a:ext cx="8101012" cy="4403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466" name="Title 1">
            <a:extLst>
              <a:ext uri="{FF2B5EF4-FFF2-40B4-BE49-F238E27FC236}">
                <a16:creationId xmlns:a16="http://schemas.microsoft.com/office/drawing/2014/main" id="{C44A3BC0-0918-43DB-B212-9B80BDC56BED}"/>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      Stress issues</a:t>
            </a:r>
          </a:p>
        </p:txBody>
      </p:sp>
      <p:sp>
        <p:nvSpPr>
          <p:cNvPr id="446467" name="Footer Placeholder 3">
            <a:extLst>
              <a:ext uri="{FF2B5EF4-FFF2-40B4-BE49-F238E27FC236}">
                <a16:creationId xmlns:a16="http://schemas.microsoft.com/office/drawing/2014/main" id="{F47B011D-6DE6-488D-B34C-E6EB6DA7C0D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46468" name="Slide Number Placeholder 4">
            <a:extLst>
              <a:ext uri="{FF2B5EF4-FFF2-40B4-BE49-F238E27FC236}">
                <a16:creationId xmlns:a16="http://schemas.microsoft.com/office/drawing/2014/main" id="{F70027D8-E64F-46CB-92C0-E6F7A98028C2}"/>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15</a:t>
            </a:r>
          </a:p>
        </p:txBody>
      </p:sp>
      <p:pic>
        <p:nvPicPr>
          <p:cNvPr id="14338" name="Picture 2" descr="G:\For Merle\Chapter 5 - belief\117402350 - man praying.jpg">
            <a:extLst>
              <a:ext uri="{FF2B5EF4-FFF2-40B4-BE49-F238E27FC236}">
                <a16:creationId xmlns:a16="http://schemas.microsoft.com/office/drawing/2014/main" id="{7FFC4343-C246-4AEE-B181-CCC3114694EB}"/>
              </a:ext>
            </a:extLst>
          </p:cNvPr>
          <p:cNvPicPr>
            <a:picLocks noChangeAspect="1" noChangeArrowheads="1"/>
          </p:cNvPicPr>
          <p:nvPr/>
        </p:nvPicPr>
        <p:blipFill rotWithShape="1">
          <a:blip r:embed="rId3" cstate="email"/>
          <a:srcRect/>
          <a:stretch/>
        </p:blipFill>
        <p:spPr bwMode="auto">
          <a:xfrm>
            <a:off x="1905001" y="1219200"/>
            <a:ext cx="4853609" cy="4559840"/>
          </a:xfrm>
          <a:prstGeom prst="rect">
            <a:avLst/>
          </a:prstGeom>
          <a:ln>
            <a:noFill/>
          </a:ln>
          <a:effectLst>
            <a:softEdge rad="112500"/>
          </a:effectLst>
        </p:spPr>
      </p:pic>
      <p:sp>
        <p:nvSpPr>
          <p:cNvPr id="446470" name="Rectangle 6">
            <a:extLst>
              <a:ext uri="{FF2B5EF4-FFF2-40B4-BE49-F238E27FC236}">
                <a16:creationId xmlns:a16="http://schemas.microsoft.com/office/drawing/2014/main" id="{F1870EA9-9C8D-4289-B2D7-A0C56D4897FC}"/>
              </a:ext>
            </a:extLst>
          </p:cNvPr>
          <p:cNvSpPr>
            <a:spLocks noChangeArrowheads="1"/>
          </p:cNvSpPr>
          <p:nvPr/>
        </p:nvSpPr>
        <p:spPr bwMode="auto">
          <a:xfrm>
            <a:off x="7162800" y="1641476"/>
            <a:ext cx="3048000" cy="354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ctr" eaLnBrk="1" hangingPunct="1">
              <a:spcBef>
                <a:spcPct val="0"/>
              </a:spcBef>
              <a:spcAft>
                <a:spcPct val="0"/>
              </a:spcAft>
              <a:buClrTx/>
              <a:buSzTx/>
              <a:buFontTx/>
              <a:buNone/>
            </a:pPr>
            <a:r>
              <a:rPr lang="en-US" altLang="fr-FR" sz="3200">
                <a:solidFill>
                  <a:schemeClr val="tx1"/>
                </a:solidFill>
                <a:latin typeface="Calibri" panose="020F0502020204030204" pitchFamily="34" charset="0"/>
                <a:ea typeface="MS PGothic" panose="020B0600070205080204" pitchFamily="34" charset="-128"/>
                <a:cs typeface="Arial" panose="020B0604020202020204" pitchFamily="34" charset="0"/>
              </a:rPr>
              <a:t>Belief in God may be associated with reduction in stress, depression, and loneliness.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1E894-E4FB-4078-9922-2E860DD3EA6D}"/>
              </a:ext>
            </a:extLst>
          </p:cNvPr>
          <p:cNvSpPr>
            <a:spLocks noGrp="1"/>
          </p:cNvSpPr>
          <p:nvPr>
            <p:ph type="title"/>
          </p:nvPr>
        </p:nvSpPr>
        <p:spPr>
          <a:xfrm>
            <a:off x="1981200" y="152400"/>
            <a:ext cx="8229600" cy="1143000"/>
          </a:xfrm>
        </p:spPr>
        <p:txBody>
          <a:bodyPr rtlCol="0">
            <a:normAutofit fontScale="90000"/>
          </a:bodyPr>
          <a:lstStyle/>
          <a:p>
            <a:pPr>
              <a:defRPr/>
            </a:pPr>
            <a:r>
              <a:rPr lang="en-US" dirty="0">
                <a:latin typeface="+mn-lt"/>
              </a:rPr>
              <a:t>Stress weakens body organs, over time</a:t>
            </a:r>
            <a:endParaRPr lang="en-US" dirty="0">
              <a:latin typeface="+mn-lt"/>
              <a:ea typeface="Tahoma" pitchFamily="34" charset="0"/>
              <a:cs typeface="Tahoma" pitchFamily="34" charset="0"/>
            </a:endParaRPr>
          </a:p>
        </p:txBody>
      </p:sp>
      <p:sp>
        <p:nvSpPr>
          <p:cNvPr id="448515" name="Footer Placeholder 3">
            <a:extLst>
              <a:ext uri="{FF2B5EF4-FFF2-40B4-BE49-F238E27FC236}">
                <a16:creationId xmlns:a16="http://schemas.microsoft.com/office/drawing/2014/main" id="{734D22EF-C2A0-4E4B-9B05-67073C2366D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48516" name="Slide Number Placeholder 4">
            <a:extLst>
              <a:ext uri="{FF2B5EF4-FFF2-40B4-BE49-F238E27FC236}">
                <a16:creationId xmlns:a16="http://schemas.microsoft.com/office/drawing/2014/main" id="{3B2C2333-84A6-42B2-B10B-5FD5FE51E77C}"/>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16</a:t>
            </a:r>
          </a:p>
        </p:txBody>
      </p:sp>
      <p:pic>
        <p:nvPicPr>
          <p:cNvPr id="448517" name="Picture 2" descr="C:\Users\thomasn\Downloads\115958121.jpg">
            <a:extLst>
              <a:ext uri="{FF2B5EF4-FFF2-40B4-BE49-F238E27FC236}">
                <a16:creationId xmlns:a16="http://schemas.microsoft.com/office/drawing/2014/main" id="{F49F8992-3F8C-4D44-A082-9529899564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1270000"/>
            <a:ext cx="3962400" cy="528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Title 1">
            <a:extLst>
              <a:ext uri="{FF2B5EF4-FFF2-40B4-BE49-F238E27FC236}">
                <a16:creationId xmlns:a16="http://schemas.microsoft.com/office/drawing/2014/main" id="{308B79A3-EB71-4154-BCB4-BB54D7781E24}"/>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Stress can cause heart palpitations</a:t>
            </a:r>
          </a:p>
        </p:txBody>
      </p:sp>
      <p:sp>
        <p:nvSpPr>
          <p:cNvPr id="450563" name="Footer Placeholder 3">
            <a:extLst>
              <a:ext uri="{FF2B5EF4-FFF2-40B4-BE49-F238E27FC236}">
                <a16:creationId xmlns:a16="http://schemas.microsoft.com/office/drawing/2014/main" id="{7FCE3A3E-1651-412C-81A6-6602E144CC5C}"/>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50564" name="Slide Number Placeholder 4">
            <a:extLst>
              <a:ext uri="{FF2B5EF4-FFF2-40B4-BE49-F238E27FC236}">
                <a16:creationId xmlns:a16="http://schemas.microsoft.com/office/drawing/2014/main" id="{E88C2F6A-E797-4B4F-AEB9-46E6DF9315F6}"/>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17</a:t>
            </a:r>
          </a:p>
        </p:txBody>
      </p:sp>
      <p:pic>
        <p:nvPicPr>
          <p:cNvPr id="450565" name="Picture 2" descr="C:\Users\thomasn\Pictures\Thinkstock hmpix4\Thinkstock Nancy\ICS Cardiovascular Health\99786634.jpg">
            <a:extLst>
              <a:ext uri="{FF2B5EF4-FFF2-40B4-BE49-F238E27FC236}">
                <a16:creationId xmlns:a16="http://schemas.microsoft.com/office/drawing/2014/main" id="{1D2B0C98-D2D7-44A7-AD5B-EBD3CC39BB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1295400"/>
            <a:ext cx="7442200" cy="494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610" name="Title 1">
            <a:extLst>
              <a:ext uri="{FF2B5EF4-FFF2-40B4-BE49-F238E27FC236}">
                <a16:creationId xmlns:a16="http://schemas.microsoft.com/office/drawing/2014/main" id="{ECFD8FD4-412C-4169-99F9-AB16D7544CEF}"/>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Cold hands and feet</a:t>
            </a:r>
          </a:p>
        </p:txBody>
      </p:sp>
      <p:sp>
        <p:nvSpPr>
          <p:cNvPr id="452611" name="Footer Placeholder 3">
            <a:extLst>
              <a:ext uri="{FF2B5EF4-FFF2-40B4-BE49-F238E27FC236}">
                <a16:creationId xmlns:a16="http://schemas.microsoft.com/office/drawing/2014/main" id="{97D087B1-9542-4081-861C-0AC981DE7ED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52612" name="Slide Number Placeholder 4">
            <a:extLst>
              <a:ext uri="{FF2B5EF4-FFF2-40B4-BE49-F238E27FC236}">
                <a16:creationId xmlns:a16="http://schemas.microsoft.com/office/drawing/2014/main" id="{C8C74D11-9C71-42F3-A91C-57E0BD0446CC}"/>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18</a:t>
            </a:r>
          </a:p>
        </p:txBody>
      </p:sp>
      <p:pic>
        <p:nvPicPr>
          <p:cNvPr id="452613" name="Picture 2" descr="C:\Users\thomasn\Pictures\Thinkstock hmpix4\Thinkstock Nancy\Hands, feet, mouth, ears etc\78629350.jpg">
            <a:extLst>
              <a:ext uri="{FF2B5EF4-FFF2-40B4-BE49-F238E27FC236}">
                <a16:creationId xmlns:a16="http://schemas.microsoft.com/office/drawing/2014/main" id="{FCF9320D-B06A-4721-BC6F-C289A46943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295400"/>
            <a:ext cx="7772400" cy="480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658" name="Footer Placeholder 3">
            <a:extLst>
              <a:ext uri="{FF2B5EF4-FFF2-40B4-BE49-F238E27FC236}">
                <a16:creationId xmlns:a16="http://schemas.microsoft.com/office/drawing/2014/main" id="{292782EB-2DDA-4FCB-83D2-70D66944FF8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54659" name="Slide Number Placeholder 4">
            <a:extLst>
              <a:ext uri="{FF2B5EF4-FFF2-40B4-BE49-F238E27FC236}">
                <a16:creationId xmlns:a16="http://schemas.microsoft.com/office/drawing/2014/main" id="{1E15B532-A9F1-417B-B2D7-C31B616BFCC9}"/>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19</a:t>
            </a:r>
          </a:p>
        </p:txBody>
      </p:sp>
      <p:pic>
        <p:nvPicPr>
          <p:cNvPr id="454660" name="Picture 2" descr="C:\Users\thomasn\Pictures\Thinkstock hmpix4\Thinkstock Nancy\medicine, equipment and objects, diagrams\94552207.jpg">
            <a:extLst>
              <a:ext uri="{FF2B5EF4-FFF2-40B4-BE49-F238E27FC236}">
                <a16:creationId xmlns:a16="http://schemas.microsoft.com/office/drawing/2014/main" id="{A1C0155E-7545-4C0D-B86B-D3E4FC3843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4475" y="1676401"/>
            <a:ext cx="4083050" cy="475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4661" name="TextBox 1">
            <a:extLst>
              <a:ext uri="{FF2B5EF4-FFF2-40B4-BE49-F238E27FC236}">
                <a16:creationId xmlns:a16="http://schemas.microsoft.com/office/drawing/2014/main" id="{72F2AE8A-A311-4BD8-93A3-B91F7F3DA3AA}"/>
              </a:ext>
            </a:extLst>
          </p:cNvPr>
          <p:cNvSpPr txBox="1">
            <a:spLocks noChangeArrowheads="1"/>
          </p:cNvSpPr>
          <p:nvPr/>
        </p:nvSpPr>
        <p:spPr bwMode="auto">
          <a:xfrm>
            <a:off x="1524000" y="381000"/>
            <a:ext cx="9144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ctr" eaLnBrk="1" hangingPunct="1">
              <a:spcBef>
                <a:spcPct val="0"/>
              </a:spcBef>
              <a:spcAft>
                <a:spcPct val="0"/>
              </a:spcAft>
              <a:buClrTx/>
              <a:buSzTx/>
              <a:buFontTx/>
              <a:buNone/>
            </a:pPr>
            <a:r>
              <a:rPr lang="en-US" altLang="fr-FR" sz="3600">
                <a:solidFill>
                  <a:schemeClr val="tx1"/>
                </a:solidFill>
                <a:latin typeface="Calibri" panose="020F0502020204030204" pitchFamily="34" charset="0"/>
                <a:ea typeface="MS PGothic" panose="020B0600070205080204" pitchFamily="34" charset="-128"/>
                <a:cs typeface="Arial" panose="020B0604020202020204" pitchFamily="34" charset="0"/>
              </a:rPr>
              <a:t>Stress may induce shallow</a:t>
            </a:r>
          </a:p>
          <a:p>
            <a:pPr algn="ctr" eaLnBrk="1" hangingPunct="1">
              <a:spcBef>
                <a:spcPct val="0"/>
              </a:spcBef>
              <a:spcAft>
                <a:spcPct val="0"/>
              </a:spcAft>
              <a:buClrTx/>
              <a:buSzTx/>
              <a:buFontTx/>
              <a:buNone/>
            </a:pPr>
            <a:r>
              <a:rPr lang="en-US" altLang="fr-FR" sz="3600">
                <a:solidFill>
                  <a:schemeClr val="tx1"/>
                </a:solidFill>
                <a:latin typeface="Calibri" panose="020F0502020204030204" pitchFamily="34" charset="0"/>
                <a:ea typeface="MS PGothic" panose="020B0600070205080204" pitchFamily="34" charset="-128"/>
                <a:cs typeface="Arial" panose="020B0604020202020204" pitchFamily="34" charset="0"/>
              </a:rPr>
              <a:t> and rapid breathing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6706" name="Title 1">
            <a:extLst>
              <a:ext uri="{FF2B5EF4-FFF2-40B4-BE49-F238E27FC236}">
                <a16:creationId xmlns:a16="http://schemas.microsoft.com/office/drawing/2014/main" id="{549F30F2-ED88-4A84-A2B7-5609B75A51E4}"/>
              </a:ext>
            </a:extLst>
          </p:cNvPr>
          <p:cNvSpPr>
            <a:spLocks noGrp="1" noChangeArrowheads="1"/>
          </p:cNvSpPr>
          <p:nvPr>
            <p:ph type="title"/>
          </p:nvPr>
        </p:nvSpPr>
        <p:spPr>
          <a:xfrm>
            <a:off x="1981200" y="152400"/>
            <a:ext cx="8229600" cy="1143000"/>
          </a:xfrm>
        </p:spPr>
        <p:txBody>
          <a:bodyPr>
            <a:normAutofit fontScale="90000"/>
          </a:bodyPr>
          <a:lstStyle/>
          <a:p>
            <a:pPr eaLnBrk="1" hangingPunct="1"/>
            <a:r>
              <a:rPr lang="en-US" altLang="fr-FR">
                <a:ln>
                  <a:noFill/>
                </a:ln>
              </a:rPr>
              <a:t>Stress may affect the digestive process</a:t>
            </a:r>
          </a:p>
        </p:txBody>
      </p:sp>
      <p:sp>
        <p:nvSpPr>
          <p:cNvPr id="456707" name="Footer Placeholder 3">
            <a:extLst>
              <a:ext uri="{FF2B5EF4-FFF2-40B4-BE49-F238E27FC236}">
                <a16:creationId xmlns:a16="http://schemas.microsoft.com/office/drawing/2014/main" id="{B1BEA24E-F06E-496D-9843-B157624E91E4}"/>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56708" name="Slide Number Placeholder 4">
            <a:extLst>
              <a:ext uri="{FF2B5EF4-FFF2-40B4-BE49-F238E27FC236}">
                <a16:creationId xmlns:a16="http://schemas.microsoft.com/office/drawing/2014/main" id="{CCD518D4-CD07-47C4-9C6E-562C8BD32AF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20</a:t>
            </a:r>
          </a:p>
        </p:txBody>
      </p:sp>
      <p:pic>
        <p:nvPicPr>
          <p:cNvPr id="456709" name="Picture 2" descr="C:\Users\thomasn\Pictures\Thinkstock hmpix4\Thinkstock Nancy\medicine, equipment and objects, diagrams\95293206.jpg">
            <a:extLst>
              <a:ext uri="{FF2B5EF4-FFF2-40B4-BE49-F238E27FC236}">
                <a16:creationId xmlns:a16="http://schemas.microsoft.com/office/drawing/2014/main" id="{20149501-4987-4E6C-AC3D-A61D544A90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57600" y="1295401"/>
            <a:ext cx="4953000" cy="4945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754" name="Title 1">
            <a:extLst>
              <a:ext uri="{FF2B5EF4-FFF2-40B4-BE49-F238E27FC236}">
                <a16:creationId xmlns:a16="http://schemas.microsoft.com/office/drawing/2014/main" id="{695E4CE7-5493-4750-ADA2-7D242C98472B}"/>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Stress induces clotting of the blood</a:t>
            </a:r>
          </a:p>
        </p:txBody>
      </p:sp>
      <p:sp>
        <p:nvSpPr>
          <p:cNvPr id="458755" name="Footer Placeholder 3">
            <a:extLst>
              <a:ext uri="{FF2B5EF4-FFF2-40B4-BE49-F238E27FC236}">
                <a16:creationId xmlns:a16="http://schemas.microsoft.com/office/drawing/2014/main" id="{7E8364F1-B566-4869-8C7F-14EC3B3C96D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58756" name="Slide Number Placeholder 4">
            <a:extLst>
              <a:ext uri="{FF2B5EF4-FFF2-40B4-BE49-F238E27FC236}">
                <a16:creationId xmlns:a16="http://schemas.microsoft.com/office/drawing/2014/main" id="{9ED50FCC-B8A2-4E00-A0DB-0E595FD74B2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21</a:t>
            </a:r>
          </a:p>
        </p:txBody>
      </p:sp>
      <p:pic>
        <p:nvPicPr>
          <p:cNvPr id="458757" name="Picture 2" descr="C:\Users\thomasn\Downloads\122496146.jpg">
            <a:extLst>
              <a:ext uri="{FF2B5EF4-FFF2-40B4-BE49-F238E27FC236}">
                <a16:creationId xmlns:a16="http://schemas.microsoft.com/office/drawing/2014/main" id="{ABEC852B-0537-4F89-852C-91568398C8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1239838"/>
            <a:ext cx="8077200" cy="508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02" name="Title 1">
            <a:extLst>
              <a:ext uri="{FF2B5EF4-FFF2-40B4-BE49-F238E27FC236}">
                <a16:creationId xmlns:a16="http://schemas.microsoft.com/office/drawing/2014/main" id="{F5C138FF-35F0-4B20-ADA8-E42AA1AC1F98}"/>
              </a:ext>
            </a:extLst>
          </p:cNvPr>
          <p:cNvSpPr>
            <a:spLocks noGrp="1" noChangeArrowheads="1"/>
          </p:cNvSpPr>
          <p:nvPr>
            <p:ph type="title"/>
          </p:nvPr>
        </p:nvSpPr>
        <p:spPr>
          <a:xfrm>
            <a:off x="1981200" y="152400"/>
            <a:ext cx="8229600" cy="1143000"/>
          </a:xfrm>
        </p:spPr>
        <p:txBody>
          <a:bodyPr>
            <a:normAutofit fontScale="90000"/>
          </a:bodyPr>
          <a:lstStyle/>
          <a:p>
            <a:pPr eaLnBrk="1" hangingPunct="1"/>
            <a:r>
              <a:rPr lang="en-US" altLang="fr-FR">
                <a:ln>
                  <a:noFill/>
                </a:ln>
              </a:rPr>
              <a:t>Chronic stress may increase perspiration</a:t>
            </a:r>
          </a:p>
        </p:txBody>
      </p:sp>
      <p:sp>
        <p:nvSpPr>
          <p:cNvPr id="460803" name="Footer Placeholder 3">
            <a:extLst>
              <a:ext uri="{FF2B5EF4-FFF2-40B4-BE49-F238E27FC236}">
                <a16:creationId xmlns:a16="http://schemas.microsoft.com/office/drawing/2014/main" id="{EAD530C4-49F1-4E42-B110-95FD5B274426}"/>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60804" name="Slide Number Placeholder 4">
            <a:extLst>
              <a:ext uri="{FF2B5EF4-FFF2-40B4-BE49-F238E27FC236}">
                <a16:creationId xmlns:a16="http://schemas.microsoft.com/office/drawing/2014/main" id="{1160BE48-9BEE-4385-920F-F96CDEA115E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22</a:t>
            </a:r>
          </a:p>
        </p:txBody>
      </p:sp>
      <p:pic>
        <p:nvPicPr>
          <p:cNvPr id="460805" name="Picture 2" descr="C:\Users\thomasn\Downloads\114417935.jpg">
            <a:extLst>
              <a:ext uri="{FF2B5EF4-FFF2-40B4-BE49-F238E27FC236}">
                <a16:creationId xmlns:a16="http://schemas.microsoft.com/office/drawing/2014/main" id="{BBE7570E-312C-4802-858E-0CEE4783D8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4400" y="1219201"/>
            <a:ext cx="7874000" cy="4976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Title 1">
            <a:extLst>
              <a:ext uri="{FF2B5EF4-FFF2-40B4-BE49-F238E27FC236}">
                <a16:creationId xmlns:a16="http://schemas.microsoft.com/office/drawing/2014/main" id="{74670259-68E7-4131-912F-C978BED400B4}"/>
              </a:ext>
            </a:extLst>
          </p:cNvPr>
          <p:cNvSpPr>
            <a:spLocks noGrp="1" noChangeArrowheads="1"/>
          </p:cNvSpPr>
          <p:nvPr>
            <p:ph type="title"/>
          </p:nvPr>
        </p:nvSpPr>
        <p:spPr>
          <a:xfrm>
            <a:off x="1981200" y="152400"/>
            <a:ext cx="8229600" cy="1143000"/>
          </a:xfrm>
        </p:spPr>
        <p:txBody>
          <a:bodyPr/>
          <a:lstStyle/>
          <a:p>
            <a:pPr eaLnBrk="1" hangingPunct="1"/>
            <a:r>
              <a:rPr lang="en-US" altLang="fr-FR" sz="3400"/>
              <a:t>Chronic stress may lead to diabetes</a:t>
            </a:r>
          </a:p>
        </p:txBody>
      </p:sp>
      <p:sp>
        <p:nvSpPr>
          <p:cNvPr id="462851" name="Footer Placeholder 3">
            <a:extLst>
              <a:ext uri="{FF2B5EF4-FFF2-40B4-BE49-F238E27FC236}">
                <a16:creationId xmlns:a16="http://schemas.microsoft.com/office/drawing/2014/main" id="{6435C2A5-8BCF-4FB1-A5DF-724CEAAE6B6A}"/>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62852" name="Slide Number Placeholder 4">
            <a:extLst>
              <a:ext uri="{FF2B5EF4-FFF2-40B4-BE49-F238E27FC236}">
                <a16:creationId xmlns:a16="http://schemas.microsoft.com/office/drawing/2014/main" id="{92AE45F2-056A-4C48-BA52-810E1C1586B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23</a:t>
            </a:r>
          </a:p>
        </p:txBody>
      </p:sp>
      <p:pic>
        <p:nvPicPr>
          <p:cNvPr id="462853" name="Picture 2" descr="C:\Users\thomasn\Pictures\Thinkstock hmpix4\Thinkstock Nancy\medicine, equipment and objects, diagrams\99936686.jpg">
            <a:extLst>
              <a:ext uri="{FF2B5EF4-FFF2-40B4-BE49-F238E27FC236}">
                <a16:creationId xmlns:a16="http://schemas.microsoft.com/office/drawing/2014/main" id="{530BC42A-BDA8-4028-945E-EA48341E8E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1" y="1371601"/>
            <a:ext cx="8207375" cy="467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4898" name="Title 1">
            <a:extLst>
              <a:ext uri="{FF2B5EF4-FFF2-40B4-BE49-F238E27FC236}">
                <a16:creationId xmlns:a16="http://schemas.microsoft.com/office/drawing/2014/main" id="{ED635BFD-4BDA-4A12-9EED-65C4A00BA09F}"/>
              </a:ext>
            </a:extLst>
          </p:cNvPr>
          <p:cNvSpPr>
            <a:spLocks noGrp="1" noChangeArrowheads="1"/>
          </p:cNvSpPr>
          <p:nvPr>
            <p:ph type="title"/>
          </p:nvPr>
        </p:nvSpPr>
        <p:spPr>
          <a:xfrm>
            <a:off x="2133600" y="381000"/>
            <a:ext cx="8077200" cy="1143000"/>
          </a:xfrm>
        </p:spPr>
        <p:txBody>
          <a:bodyPr/>
          <a:lstStyle/>
          <a:p>
            <a:pPr eaLnBrk="1" hangingPunct="1"/>
            <a:r>
              <a:rPr lang="en-US" altLang="fr-FR" sz="3400"/>
              <a:t>Stress may cause numerous</a:t>
            </a:r>
            <a:br>
              <a:rPr lang="en-US" altLang="fr-FR" sz="3400"/>
            </a:br>
            <a:r>
              <a:rPr lang="en-US" altLang="fr-FR" sz="3400"/>
              <a:t> physical complaints</a:t>
            </a:r>
          </a:p>
        </p:txBody>
      </p:sp>
      <p:sp>
        <p:nvSpPr>
          <p:cNvPr id="464899" name="Footer Placeholder 3">
            <a:extLst>
              <a:ext uri="{FF2B5EF4-FFF2-40B4-BE49-F238E27FC236}">
                <a16:creationId xmlns:a16="http://schemas.microsoft.com/office/drawing/2014/main" id="{E16F9357-7D0E-4C00-B0DF-8D5EA12968F0}"/>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64900" name="Slide Number Placeholder 4">
            <a:extLst>
              <a:ext uri="{FF2B5EF4-FFF2-40B4-BE49-F238E27FC236}">
                <a16:creationId xmlns:a16="http://schemas.microsoft.com/office/drawing/2014/main" id="{E6D9193B-2150-4438-9EA9-3FB13265A009}"/>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24</a:t>
            </a:r>
          </a:p>
        </p:txBody>
      </p:sp>
      <p:pic>
        <p:nvPicPr>
          <p:cNvPr id="464901" name="Picture 2" descr="C:\Users\thomasn\Pictures\Thinkstock hmpix4\Thinkstock Nancy\medical personnel  procedures, hospitals\119668908.jpg">
            <a:extLst>
              <a:ext uri="{FF2B5EF4-FFF2-40B4-BE49-F238E27FC236}">
                <a16:creationId xmlns:a16="http://schemas.microsoft.com/office/drawing/2014/main" id="{350ACC24-F47C-4734-B212-3ED9694CFF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1674814"/>
            <a:ext cx="6934200" cy="4573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946" name="Title 1">
            <a:extLst>
              <a:ext uri="{FF2B5EF4-FFF2-40B4-BE49-F238E27FC236}">
                <a16:creationId xmlns:a16="http://schemas.microsoft.com/office/drawing/2014/main" id="{DA38C853-EAC2-43CD-9B8B-76DAC13F466C}"/>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Benefits of prayer</a:t>
            </a:r>
          </a:p>
        </p:txBody>
      </p:sp>
      <p:sp>
        <p:nvSpPr>
          <p:cNvPr id="466947" name="Footer Placeholder 3">
            <a:extLst>
              <a:ext uri="{FF2B5EF4-FFF2-40B4-BE49-F238E27FC236}">
                <a16:creationId xmlns:a16="http://schemas.microsoft.com/office/drawing/2014/main" id="{26280731-8F3E-48E1-9E77-3597F2C6E540}"/>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66948" name="Slide Number Placeholder 4">
            <a:extLst>
              <a:ext uri="{FF2B5EF4-FFF2-40B4-BE49-F238E27FC236}">
                <a16:creationId xmlns:a16="http://schemas.microsoft.com/office/drawing/2014/main" id="{7789117F-76C5-4E9F-8B5E-CEFFBBC499BE}"/>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25</a:t>
            </a:r>
          </a:p>
        </p:txBody>
      </p:sp>
      <p:pic>
        <p:nvPicPr>
          <p:cNvPr id="466949" name="Picture 2" descr="G:\For Merle\Chapter 5 - belief\126887540 - sky and clouds.jpg">
            <a:extLst>
              <a:ext uri="{FF2B5EF4-FFF2-40B4-BE49-F238E27FC236}">
                <a16:creationId xmlns:a16="http://schemas.microsoft.com/office/drawing/2014/main" id="{88548599-EED4-416C-A22D-2306B22851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3900" y="1143001"/>
            <a:ext cx="8166100" cy="514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5544F34A-F7FE-41F1-933C-96B952B08E68}"/>
              </a:ext>
            </a:extLst>
          </p:cNvPr>
          <p:cNvSpPr/>
          <p:nvPr/>
        </p:nvSpPr>
        <p:spPr>
          <a:xfrm>
            <a:off x="2120900" y="1447801"/>
            <a:ext cx="2832100" cy="1662113"/>
          </a:xfrm>
          <a:prstGeom prst="rect">
            <a:avLst/>
          </a:prstGeom>
        </p:spPr>
        <p:txBody>
          <a:bodyPr>
            <a:spAutoFit/>
          </a:bodyPr>
          <a:lstStyle/>
          <a:p>
            <a:pPr>
              <a:defRPr/>
            </a:pPr>
            <a:r>
              <a:rPr lang="en-US" b="1" dirty="0">
                <a:solidFill>
                  <a:srgbClr val="FFFFFF"/>
                </a:solidFill>
                <a:effectLst>
                  <a:outerShdw blurRad="38100" dist="38100" dir="2700000" algn="tl">
                    <a:srgbClr val="000000">
                      <a:alpha val="43137"/>
                    </a:srgbClr>
                  </a:outerShdw>
                </a:effectLst>
                <a:latin typeface="Humanst521 BT" pitchFamily="34" charset="0"/>
              </a:rPr>
              <a:t>The path of those who live right is like the early morning light. It gets brighter and brighter until the full light of day. </a:t>
            </a:r>
          </a:p>
          <a:p>
            <a:pPr algn="r">
              <a:defRPr/>
            </a:pPr>
            <a:r>
              <a:rPr lang="en-US" sz="1200" b="1" i="1" dirty="0">
                <a:solidFill>
                  <a:srgbClr val="FFFFFF"/>
                </a:solidFill>
                <a:effectLst>
                  <a:outerShdw blurRad="38100" dist="38100" dir="2700000" algn="tl">
                    <a:srgbClr val="000000">
                      <a:alpha val="43137"/>
                    </a:srgbClr>
                  </a:outerShdw>
                </a:effectLst>
                <a:latin typeface="Humanst521 BT" pitchFamily="34" charset="0"/>
              </a:rPr>
              <a:t>Proverbs 4:18, ERV</a:t>
            </a:r>
            <a:endParaRPr lang="en-US" sz="1200" b="1" dirty="0">
              <a:solidFill>
                <a:srgbClr val="FFFFFF"/>
              </a:solidFill>
              <a:effectLst>
                <a:outerShdw blurRad="38100" dist="38100" dir="2700000" algn="tl">
                  <a:srgbClr val="000000">
                    <a:alpha val="43137"/>
                  </a:srgbClr>
                </a:outerShdw>
              </a:effectLst>
              <a:latin typeface="Humanst521 BT" pitchFamily="34"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8994" name="Picture 2" descr="G:\For Merle\77891554.jpg">
            <a:extLst>
              <a:ext uri="{FF2B5EF4-FFF2-40B4-BE49-F238E27FC236}">
                <a16:creationId xmlns:a16="http://schemas.microsoft.com/office/drawing/2014/main" id="{3B0374A8-AA35-45C7-9C20-813B96D2B5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3200" y="1295400"/>
            <a:ext cx="342265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8995" name="Title 1">
            <a:extLst>
              <a:ext uri="{FF2B5EF4-FFF2-40B4-BE49-F238E27FC236}">
                <a16:creationId xmlns:a16="http://schemas.microsoft.com/office/drawing/2014/main" id="{1B2B4BF1-5A5D-4CA4-B964-B1AAD70B552B}"/>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Four types of prayer</a:t>
            </a:r>
          </a:p>
        </p:txBody>
      </p:sp>
      <p:sp>
        <p:nvSpPr>
          <p:cNvPr id="3" name="Content Placeholder 2">
            <a:extLst>
              <a:ext uri="{FF2B5EF4-FFF2-40B4-BE49-F238E27FC236}">
                <a16:creationId xmlns:a16="http://schemas.microsoft.com/office/drawing/2014/main" id="{74F2B561-71D3-433C-8F67-E9F1F23B02B1}"/>
              </a:ext>
            </a:extLst>
          </p:cNvPr>
          <p:cNvSpPr>
            <a:spLocks noGrp="1" noChangeArrowheads="1"/>
          </p:cNvSpPr>
          <p:nvPr>
            <p:ph idx="1"/>
          </p:nvPr>
        </p:nvSpPr>
        <p:spPr>
          <a:xfrm>
            <a:off x="1981200" y="2209800"/>
            <a:ext cx="3962400" cy="2590800"/>
          </a:xfrm>
        </p:spPr>
        <p:txBody>
          <a:bodyPr/>
          <a:lstStyle/>
          <a:p>
            <a:pPr eaLnBrk="1" hangingPunct="1"/>
            <a:r>
              <a:rPr lang="en-US" altLang="fr-FR"/>
              <a:t>Petitionary prayer</a:t>
            </a:r>
          </a:p>
          <a:p>
            <a:pPr eaLnBrk="1" hangingPunct="1"/>
            <a:r>
              <a:rPr lang="en-US" altLang="fr-FR"/>
              <a:t>Ritual prayer</a:t>
            </a:r>
          </a:p>
          <a:p>
            <a:pPr eaLnBrk="1" hangingPunct="1"/>
            <a:r>
              <a:rPr lang="en-US" altLang="fr-FR"/>
              <a:t>Meditative prayer</a:t>
            </a:r>
          </a:p>
          <a:p>
            <a:pPr eaLnBrk="1" hangingPunct="1"/>
            <a:r>
              <a:rPr lang="en-US" altLang="fr-FR"/>
              <a:t>Colloquial prayer</a:t>
            </a:r>
          </a:p>
        </p:txBody>
      </p:sp>
      <p:sp>
        <p:nvSpPr>
          <p:cNvPr id="468997" name="Footer Placeholder 3">
            <a:extLst>
              <a:ext uri="{FF2B5EF4-FFF2-40B4-BE49-F238E27FC236}">
                <a16:creationId xmlns:a16="http://schemas.microsoft.com/office/drawing/2014/main" id="{2D813597-D613-477F-B6F4-6BB8F2525EC3}"/>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68998" name="Slide Number Placeholder 4">
            <a:extLst>
              <a:ext uri="{FF2B5EF4-FFF2-40B4-BE49-F238E27FC236}">
                <a16:creationId xmlns:a16="http://schemas.microsoft.com/office/drawing/2014/main" id="{243A517B-9E64-4B15-B9CC-050512EA1F8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26</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Title 1">
            <a:extLst>
              <a:ext uri="{FF2B5EF4-FFF2-40B4-BE49-F238E27FC236}">
                <a16:creationId xmlns:a16="http://schemas.microsoft.com/office/drawing/2014/main" id="{815D79EC-0D1C-4837-99A4-D83361BE7EF3}"/>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Role of prayer in healing</a:t>
            </a:r>
          </a:p>
        </p:txBody>
      </p:sp>
      <p:sp>
        <p:nvSpPr>
          <p:cNvPr id="471043" name="Footer Placeholder 3">
            <a:extLst>
              <a:ext uri="{FF2B5EF4-FFF2-40B4-BE49-F238E27FC236}">
                <a16:creationId xmlns:a16="http://schemas.microsoft.com/office/drawing/2014/main" id="{587BDBCE-BDBB-4EBD-B6EE-FA7E23DF3187}"/>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71044" name="Slide Number Placeholder 4">
            <a:extLst>
              <a:ext uri="{FF2B5EF4-FFF2-40B4-BE49-F238E27FC236}">
                <a16:creationId xmlns:a16="http://schemas.microsoft.com/office/drawing/2014/main" id="{DF4B64B5-426F-46C2-9BC8-B92D6A273FA6}"/>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27</a:t>
            </a:r>
          </a:p>
        </p:txBody>
      </p:sp>
      <p:pic>
        <p:nvPicPr>
          <p:cNvPr id="471045" name="Picture 2" descr="C:\Users\thomasn\Downloads\152137507.jpg">
            <a:extLst>
              <a:ext uri="{FF2B5EF4-FFF2-40B4-BE49-F238E27FC236}">
                <a16:creationId xmlns:a16="http://schemas.microsoft.com/office/drawing/2014/main" id="{C4E4BF9D-34A8-4132-88F5-385C9D5D61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143000"/>
            <a:ext cx="7620000" cy="5118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Title 1">
            <a:extLst>
              <a:ext uri="{FF2B5EF4-FFF2-40B4-BE49-F238E27FC236}">
                <a16:creationId xmlns:a16="http://schemas.microsoft.com/office/drawing/2014/main" id="{44D80049-9113-4E4F-9527-83BDFAA3EA18}"/>
              </a:ext>
            </a:extLst>
          </p:cNvPr>
          <p:cNvSpPr>
            <a:spLocks noGrp="1" noChangeArrowheads="1"/>
          </p:cNvSpPr>
          <p:nvPr>
            <p:ph type="title"/>
          </p:nvPr>
        </p:nvSpPr>
        <p:spPr>
          <a:xfrm>
            <a:off x="1981200" y="152400"/>
            <a:ext cx="8229600" cy="1143000"/>
          </a:xfrm>
        </p:spPr>
        <p:txBody>
          <a:bodyPr>
            <a:normAutofit fontScale="90000"/>
          </a:bodyPr>
          <a:lstStyle/>
          <a:p>
            <a:pPr eaLnBrk="1" hangingPunct="1"/>
            <a:r>
              <a:rPr lang="en-US" altLang="fr-FR">
                <a:ln>
                  <a:noFill/>
                </a:ln>
              </a:rPr>
              <a:t>Many have tried self-empowerment</a:t>
            </a:r>
          </a:p>
        </p:txBody>
      </p:sp>
      <p:sp>
        <p:nvSpPr>
          <p:cNvPr id="473091" name="Footer Placeholder 3">
            <a:extLst>
              <a:ext uri="{FF2B5EF4-FFF2-40B4-BE49-F238E27FC236}">
                <a16:creationId xmlns:a16="http://schemas.microsoft.com/office/drawing/2014/main" id="{160B1AA0-11AD-4612-9448-1A2670592D0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73092" name="Slide Number Placeholder 4">
            <a:extLst>
              <a:ext uri="{FF2B5EF4-FFF2-40B4-BE49-F238E27FC236}">
                <a16:creationId xmlns:a16="http://schemas.microsoft.com/office/drawing/2014/main" id="{5FDB83F0-CC14-4661-9706-7FB2FC24F41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28</a:t>
            </a:r>
          </a:p>
        </p:txBody>
      </p:sp>
      <p:pic>
        <p:nvPicPr>
          <p:cNvPr id="473093" name="Picture 2" descr="C:\Users\thomasn\Pictures\Thinkstock hmpix4\Thinkstock Nancy\Prayer, Praise\86483525.jpg">
            <a:extLst>
              <a:ext uri="{FF2B5EF4-FFF2-40B4-BE49-F238E27FC236}">
                <a16:creationId xmlns:a16="http://schemas.microsoft.com/office/drawing/2014/main" id="{4C5C5C65-E6C8-4F4F-A824-DB24171284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143000"/>
            <a:ext cx="6248400" cy="511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138" name="Title 1">
            <a:extLst>
              <a:ext uri="{FF2B5EF4-FFF2-40B4-BE49-F238E27FC236}">
                <a16:creationId xmlns:a16="http://schemas.microsoft.com/office/drawing/2014/main" id="{0BB4A61F-EBCE-4C6B-A9AE-766E103808E9}"/>
              </a:ext>
            </a:extLst>
          </p:cNvPr>
          <p:cNvSpPr>
            <a:spLocks noGrp="1" noChangeArrowheads="1"/>
          </p:cNvSpPr>
          <p:nvPr>
            <p:ph type="title"/>
          </p:nvPr>
        </p:nvSpPr>
        <p:spPr>
          <a:xfrm>
            <a:off x="1752600" y="152400"/>
            <a:ext cx="8686800" cy="1143000"/>
          </a:xfrm>
        </p:spPr>
        <p:txBody>
          <a:bodyPr>
            <a:normAutofit fontScale="90000"/>
          </a:bodyPr>
          <a:lstStyle/>
          <a:p>
            <a:pPr eaLnBrk="1" hangingPunct="1"/>
            <a:r>
              <a:rPr lang="en-US" altLang="fr-FR">
                <a:ln>
                  <a:noFill/>
                </a:ln>
              </a:rPr>
              <a:t>Celebrate belief—it</a:t>
            </a:r>
            <a:r>
              <a:rPr lang="en-US" altLang="en-US">
                <a:ln>
                  <a:noFill/>
                </a:ln>
              </a:rPr>
              <a:t>’</a:t>
            </a:r>
            <a:r>
              <a:rPr lang="en-US" altLang="fr-FR">
                <a:ln>
                  <a:noFill/>
                </a:ln>
              </a:rPr>
              <a:t>s the foundation of life!</a:t>
            </a:r>
          </a:p>
        </p:txBody>
      </p:sp>
      <p:sp>
        <p:nvSpPr>
          <p:cNvPr id="475139" name="Footer Placeholder 3">
            <a:extLst>
              <a:ext uri="{FF2B5EF4-FFF2-40B4-BE49-F238E27FC236}">
                <a16:creationId xmlns:a16="http://schemas.microsoft.com/office/drawing/2014/main" id="{046C00C6-DAB7-494B-8F3E-21272D1AA63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75140" name="Slide Number Placeholder 4">
            <a:extLst>
              <a:ext uri="{FF2B5EF4-FFF2-40B4-BE49-F238E27FC236}">
                <a16:creationId xmlns:a16="http://schemas.microsoft.com/office/drawing/2014/main" id="{08FE995D-6BE2-4740-88AF-5FE4C169F0BB}"/>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29</a:t>
            </a:r>
          </a:p>
        </p:txBody>
      </p:sp>
      <p:pic>
        <p:nvPicPr>
          <p:cNvPr id="475141" name="Picture 2" descr="G:\For Merle\Chapter 5 - belief\Low Res\cropped dv1413011 - smiling man in a suit.jpg">
            <a:extLst>
              <a:ext uri="{FF2B5EF4-FFF2-40B4-BE49-F238E27FC236}">
                <a16:creationId xmlns:a16="http://schemas.microsoft.com/office/drawing/2014/main" id="{EC017ED0-CF34-41BC-BE7C-685449D040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1295400"/>
            <a:ext cx="2262188" cy="2262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5142" name="Picture 3" descr="G:\For Merle\Chapter 5 - belief\Low Res\cropped 134559437 - man holding bible.jpg">
            <a:extLst>
              <a:ext uri="{FF2B5EF4-FFF2-40B4-BE49-F238E27FC236}">
                <a16:creationId xmlns:a16="http://schemas.microsoft.com/office/drawing/2014/main" id="{4E650F05-FE47-407F-BC0B-A09D6011CD0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53001" y="1322388"/>
            <a:ext cx="2303463" cy="223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5143" name="Picture 4" descr="G:\For Merle\Chapter 5 - belief\Low Res\78317526 - black child praying.jpg">
            <a:extLst>
              <a:ext uri="{FF2B5EF4-FFF2-40B4-BE49-F238E27FC236}">
                <a16:creationId xmlns:a16="http://schemas.microsoft.com/office/drawing/2014/main" id="{89F3CB95-2E98-4200-8404-E807CB3493E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96201" y="1322388"/>
            <a:ext cx="2303463" cy="223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5144" name="Picture 5" descr="G:\For Merle\Chapter 5 - belief\Low Res\cropped 78486196 0 child praying.jpg">
            <a:extLst>
              <a:ext uri="{FF2B5EF4-FFF2-40B4-BE49-F238E27FC236}">
                <a16:creationId xmlns:a16="http://schemas.microsoft.com/office/drawing/2014/main" id="{8E8089AE-13A8-4A9B-9318-DC8A7CAFBFF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09800" y="3833814"/>
            <a:ext cx="2262188" cy="226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5145" name="Picture 6" descr="G:\For Merle\Chapter 5 - belief\Low Res\cropped 75627303 - praying hands on bible.jpg">
            <a:extLst>
              <a:ext uri="{FF2B5EF4-FFF2-40B4-BE49-F238E27FC236}">
                <a16:creationId xmlns:a16="http://schemas.microsoft.com/office/drawing/2014/main" id="{84F3B7E7-78BE-4AA3-ADBD-BFD4EC9E954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53001" y="3792538"/>
            <a:ext cx="2303463" cy="2303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5146" name="Picture 7" descr="G:\For Merle\Chapter 5 - belief\Low Res\cropped 86500320 - holding bible.jpg">
            <a:extLst>
              <a:ext uri="{FF2B5EF4-FFF2-40B4-BE49-F238E27FC236}">
                <a16:creationId xmlns:a16="http://schemas.microsoft.com/office/drawing/2014/main" id="{F9EE3BC1-B739-49A0-9961-F213FF71B11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723189" y="3821114"/>
            <a:ext cx="2276475" cy="227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Title 1">
            <a:extLst>
              <a:ext uri="{FF2B5EF4-FFF2-40B4-BE49-F238E27FC236}">
                <a16:creationId xmlns:a16="http://schemas.microsoft.com/office/drawing/2014/main" id="{538E8999-D9B6-4F62-AAFA-6D126D379995}"/>
              </a:ext>
            </a:extLst>
          </p:cNvPr>
          <p:cNvSpPr>
            <a:spLocks noGrp="1" noChangeArrowheads="1"/>
          </p:cNvSpPr>
          <p:nvPr>
            <p:ph type="title"/>
          </p:nvPr>
        </p:nvSpPr>
        <p:spPr>
          <a:xfrm>
            <a:off x="1981200" y="152400"/>
            <a:ext cx="8229600" cy="1143000"/>
          </a:xfrm>
        </p:spPr>
        <p:txBody>
          <a:bodyPr/>
          <a:lstStyle/>
          <a:p>
            <a:pPr eaLnBrk="1" hangingPunct="1"/>
            <a:r>
              <a:rPr lang="en-US" altLang="fr-FR">
                <a:ln>
                  <a:noFill/>
                </a:ln>
              </a:rPr>
              <a:t>Peace of mind</a:t>
            </a:r>
          </a:p>
        </p:txBody>
      </p:sp>
      <p:sp>
        <p:nvSpPr>
          <p:cNvPr id="477187" name="Footer Placeholder 3">
            <a:extLst>
              <a:ext uri="{FF2B5EF4-FFF2-40B4-BE49-F238E27FC236}">
                <a16:creationId xmlns:a16="http://schemas.microsoft.com/office/drawing/2014/main" id="{CE0C1401-5F46-41B4-B879-9DABA9D80525}"/>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77188" name="Slide Number Placeholder 4">
            <a:extLst>
              <a:ext uri="{FF2B5EF4-FFF2-40B4-BE49-F238E27FC236}">
                <a16:creationId xmlns:a16="http://schemas.microsoft.com/office/drawing/2014/main" id="{B53C84D9-FACF-43CD-916F-31D5B402E192}"/>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30</a:t>
            </a:r>
          </a:p>
        </p:txBody>
      </p:sp>
      <p:pic>
        <p:nvPicPr>
          <p:cNvPr id="477189" name="Picture 2" descr="G:\For Merle\Chapter 5 - belief\Low Res\rbrb_0558 - lady in hospital.jpg">
            <a:extLst>
              <a:ext uri="{FF2B5EF4-FFF2-40B4-BE49-F238E27FC236}">
                <a16:creationId xmlns:a16="http://schemas.microsoft.com/office/drawing/2014/main" id="{42D689A3-7941-459F-9323-41EC8A41F3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1219201"/>
            <a:ext cx="8077200" cy="493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Title 1">
            <a:extLst>
              <a:ext uri="{FF2B5EF4-FFF2-40B4-BE49-F238E27FC236}">
                <a16:creationId xmlns:a16="http://schemas.microsoft.com/office/drawing/2014/main" id="{F92F9277-E0CE-4F69-8FBF-B6FF6E1565B2}"/>
              </a:ext>
            </a:extLst>
          </p:cNvPr>
          <p:cNvSpPr>
            <a:spLocks noGrp="1" noChangeArrowheads="1"/>
          </p:cNvSpPr>
          <p:nvPr>
            <p:ph type="title"/>
          </p:nvPr>
        </p:nvSpPr>
        <p:spPr/>
        <p:txBody>
          <a:bodyPr/>
          <a:lstStyle/>
          <a:p>
            <a:pPr eaLnBrk="1" hangingPunct="1"/>
            <a:r>
              <a:rPr lang="en-US" altLang="en-US" sz="3200"/>
              <a:t>“</a:t>
            </a:r>
            <a:r>
              <a:rPr lang="en-US" altLang="fr-FR" sz="3200"/>
              <a:t>Trust in God, and you will never be confounded in time or eternity.</a:t>
            </a:r>
            <a:r>
              <a:rPr lang="en-US" altLang="en-US" sz="3200"/>
              <a:t>”</a:t>
            </a:r>
            <a:r>
              <a:rPr lang="en-US" altLang="fr-FR" sz="3200"/>
              <a:t> </a:t>
            </a:r>
            <a:r>
              <a:rPr lang="en-US" altLang="fr-FR" sz="2000"/>
              <a:t>Dwight L. Moody</a:t>
            </a:r>
          </a:p>
        </p:txBody>
      </p:sp>
      <p:sp>
        <p:nvSpPr>
          <p:cNvPr id="479235" name="Footer Placeholder 3">
            <a:extLst>
              <a:ext uri="{FF2B5EF4-FFF2-40B4-BE49-F238E27FC236}">
                <a16:creationId xmlns:a16="http://schemas.microsoft.com/office/drawing/2014/main" id="{CCF3ABA1-DA2B-4532-BBE5-D9AFE38646F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79236" name="Slide Number Placeholder 4">
            <a:extLst>
              <a:ext uri="{FF2B5EF4-FFF2-40B4-BE49-F238E27FC236}">
                <a16:creationId xmlns:a16="http://schemas.microsoft.com/office/drawing/2014/main" id="{A7004F29-9BB3-48D2-A551-AE69CF6053BA}"/>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31</a:t>
            </a:r>
          </a:p>
        </p:txBody>
      </p:sp>
      <p:pic>
        <p:nvPicPr>
          <p:cNvPr id="479237" name="Picture 2" descr="G:\For Merle\84120566.jpg">
            <a:extLst>
              <a:ext uri="{FF2B5EF4-FFF2-40B4-BE49-F238E27FC236}">
                <a16:creationId xmlns:a16="http://schemas.microsoft.com/office/drawing/2014/main" id="{8B02C6A5-FD20-40F5-95F1-602820FFFD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9526" y="1622426"/>
            <a:ext cx="7051675" cy="470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82" name="Picture 2" descr="G:\For Merle\AA013151.jpg">
            <a:extLst>
              <a:ext uri="{FF2B5EF4-FFF2-40B4-BE49-F238E27FC236}">
                <a16:creationId xmlns:a16="http://schemas.microsoft.com/office/drawing/2014/main" id="{819D8345-720D-4FE5-A4A4-6CDB52DED2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283" name="Title 1">
            <a:extLst>
              <a:ext uri="{FF2B5EF4-FFF2-40B4-BE49-F238E27FC236}">
                <a16:creationId xmlns:a16="http://schemas.microsoft.com/office/drawing/2014/main" id="{68263F3B-F684-4394-B8E2-29B1FB4DF5A9}"/>
              </a:ext>
            </a:extLst>
          </p:cNvPr>
          <p:cNvSpPr>
            <a:spLocks noGrp="1" noChangeArrowheads="1"/>
          </p:cNvSpPr>
          <p:nvPr>
            <p:ph type="title"/>
          </p:nvPr>
        </p:nvSpPr>
        <p:spPr>
          <a:xfrm>
            <a:off x="1981200" y="457200"/>
            <a:ext cx="8229600" cy="1143000"/>
          </a:xfrm>
        </p:spPr>
        <p:txBody>
          <a:bodyPr>
            <a:normAutofit fontScale="90000"/>
          </a:bodyPr>
          <a:lstStyle/>
          <a:p>
            <a:pPr eaLnBrk="1" hangingPunct="1"/>
            <a:r>
              <a:rPr lang="en-US" altLang="fr-FR" b="1">
                <a:ln>
                  <a:noFill/>
                </a:ln>
                <a:solidFill>
                  <a:schemeClr val="bg1"/>
                </a:solidFill>
              </a:rPr>
              <a:t>LIFE APPLICATION</a:t>
            </a:r>
            <a:br>
              <a:rPr lang="en-US" altLang="fr-FR" b="1">
                <a:ln>
                  <a:noFill/>
                </a:ln>
                <a:solidFill>
                  <a:schemeClr val="bg1"/>
                </a:solidFill>
              </a:rPr>
            </a:br>
            <a:r>
              <a:rPr lang="en-US" altLang="fr-FR" b="1">
                <a:ln>
                  <a:noFill/>
                </a:ln>
                <a:solidFill>
                  <a:schemeClr val="bg1"/>
                </a:solidFill>
              </a:rPr>
              <a:t>QUESTIONS</a:t>
            </a:r>
          </a:p>
        </p:txBody>
      </p:sp>
      <p:sp>
        <p:nvSpPr>
          <p:cNvPr id="481284" name="Footer Placeholder 3">
            <a:extLst>
              <a:ext uri="{FF2B5EF4-FFF2-40B4-BE49-F238E27FC236}">
                <a16:creationId xmlns:a16="http://schemas.microsoft.com/office/drawing/2014/main" id="{359A3BC8-4BB2-40D2-A319-AC74ACB513B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81285" name="Slide Number Placeholder 4">
            <a:extLst>
              <a:ext uri="{FF2B5EF4-FFF2-40B4-BE49-F238E27FC236}">
                <a16:creationId xmlns:a16="http://schemas.microsoft.com/office/drawing/2014/main" id="{49658341-B901-4697-81E4-EA5344A02072}"/>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3F1E6E-ADB3-4922-92DB-6A8617472BF0}"/>
              </a:ext>
            </a:extLst>
          </p:cNvPr>
          <p:cNvSpPr>
            <a:spLocks noGrp="1"/>
          </p:cNvSpPr>
          <p:nvPr>
            <p:ph idx="1"/>
          </p:nvPr>
        </p:nvSpPr>
        <p:spPr>
          <a:xfrm>
            <a:off x="1981200" y="1862138"/>
            <a:ext cx="4114800" cy="2938462"/>
          </a:xfrm>
        </p:spPr>
        <p:txBody>
          <a:bodyPr rtlCol="0">
            <a:normAutofit/>
          </a:bodyPr>
          <a:lstStyle/>
          <a:p>
            <a:pPr marL="0" indent="0">
              <a:buNone/>
              <a:defRPr/>
            </a:pPr>
            <a:r>
              <a:rPr lang="en-US" sz="3000" dirty="0"/>
              <a:t>How gullible am I? </a:t>
            </a:r>
          </a:p>
          <a:p>
            <a:pPr marL="0" indent="0">
              <a:buNone/>
              <a:defRPr/>
            </a:pPr>
            <a:endParaRPr lang="en-US" sz="3000" dirty="0"/>
          </a:p>
          <a:p>
            <a:pPr marL="0" indent="0">
              <a:buNone/>
              <a:defRPr/>
            </a:pPr>
            <a:r>
              <a:rPr lang="en-US" sz="3000" dirty="0"/>
              <a:t>What methods do I use when choosing what to believe? </a:t>
            </a:r>
          </a:p>
          <a:p>
            <a:pPr marL="0" indent="0">
              <a:buNone/>
              <a:defRPr/>
            </a:pPr>
            <a:endParaRPr lang="en-US" sz="3000" dirty="0"/>
          </a:p>
          <a:p>
            <a:pPr>
              <a:defRPr/>
            </a:pPr>
            <a:endParaRPr lang="en-US" sz="3000" dirty="0"/>
          </a:p>
        </p:txBody>
      </p:sp>
      <p:sp>
        <p:nvSpPr>
          <p:cNvPr id="483331" name="Footer Placeholder 3">
            <a:extLst>
              <a:ext uri="{FF2B5EF4-FFF2-40B4-BE49-F238E27FC236}">
                <a16:creationId xmlns:a16="http://schemas.microsoft.com/office/drawing/2014/main" id="{592A6565-530A-400A-B3D9-1FE36134BC7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83332" name="Slide Number Placeholder 4">
            <a:extLst>
              <a:ext uri="{FF2B5EF4-FFF2-40B4-BE49-F238E27FC236}">
                <a16:creationId xmlns:a16="http://schemas.microsoft.com/office/drawing/2014/main" id="{1A3545D6-7443-4B35-AE7F-56AA81269B7E}"/>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33</a:t>
            </a:r>
          </a:p>
        </p:txBody>
      </p:sp>
      <p:pic>
        <p:nvPicPr>
          <p:cNvPr id="483333" name="Picture 2" descr="C:\Users\thomasn\Pictures\Thinkstock hmpix4\Thinkstock Nancy\people\77005633 (1).jpg">
            <a:extLst>
              <a:ext uri="{FF2B5EF4-FFF2-40B4-BE49-F238E27FC236}">
                <a16:creationId xmlns:a16="http://schemas.microsoft.com/office/drawing/2014/main" id="{73D418AE-A664-498B-8BCD-8425B32CE8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914400"/>
            <a:ext cx="40259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84D910-8BDD-46FC-8CA4-E9A187C2D0FB}"/>
              </a:ext>
            </a:extLst>
          </p:cNvPr>
          <p:cNvSpPr>
            <a:spLocks noGrp="1"/>
          </p:cNvSpPr>
          <p:nvPr>
            <p:ph idx="1"/>
          </p:nvPr>
        </p:nvSpPr>
        <p:spPr>
          <a:xfrm>
            <a:off x="1981200" y="1752600"/>
            <a:ext cx="4114800" cy="3124200"/>
          </a:xfrm>
        </p:spPr>
        <p:txBody>
          <a:bodyPr rtlCol="0">
            <a:normAutofit/>
          </a:bodyPr>
          <a:lstStyle/>
          <a:p>
            <a:pPr marL="0" indent="0">
              <a:buNone/>
              <a:defRPr/>
            </a:pPr>
            <a:endParaRPr lang="en-US" dirty="0"/>
          </a:p>
          <a:p>
            <a:pPr marL="0" indent="0">
              <a:buNone/>
              <a:defRPr/>
            </a:pPr>
            <a:r>
              <a:rPr lang="en-US" dirty="0"/>
              <a:t>Which influences can I trust?</a:t>
            </a:r>
          </a:p>
          <a:p>
            <a:pPr marL="0" indent="0">
              <a:buNone/>
              <a:defRPr/>
            </a:pPr>
            <a:endParaRPr lang="en-US" dirty="0"/>
          </a:p>
          <a:p>
            <a:pPr>
              <a:defRPr/>
            </a:pPr>
            <a:r>
              <a:rPr lang="en-US" dirty="0"/>
              <a:t>The internet</a:t>
            </a:r>
          </a:p>
          <a:p>
            <a:pPr>
              <a:defRPr/>
            </a:pPr>
            <a:r>
              <a:rPr lang="en-US" dirty="0"/>
              <a:t>Advertisements</a:t>
            </a:r>
          </a:p>
          <a:p>
            <a:pPr>
              <a:defRPr/>
            </a:pPr>
            <a:endParaRPr lang="en-US" dirty="0"/>
          </a:p>
        </p:txBody>
      </p:sp>
      <p:sp>
        <p:nvSpPr>
          <p:cNvPr id="485379" name="Footer Placeholder 3">
            <a:extLst>
              <a:ext uri="{FF2B5EF4-FFF2-40B4-BE49-F238E27FC236}">
                <a16:creationId xmlns:a16="http://schemas.microsoft.com/office/drawing/2014/main" id="{0621C766-756F-469F-A557-FA64559BCE68}"/>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85380" name="Slide Number Placeholder 4">
            <a:extLst>
              <a:ext uri="{FF2B5EF4-FFF2-40B4-BE49-F238E27FC236}">
                <a16:creationId xmlns:a16="http://schemas.microsoft.com/office/drawing/2014/main" id="{32131DC0-D205-420C-AA74-964E5784E104}"/>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34</a:t>
            </a:r>
          </a:p>
        </p:txBody>
      </p:sp>
      <p:pic>
        <p:nvPicPr>
          <p:cNvPr id="485381" name="Picture 2" descr="C:\Users\thomasn\Pictures\Thinkstock hmpix4\Thinkstock Nancy\people\77005633 (1).jpg">
            <a:extLst>
              <a:ext uri="{FF2B5EF4-FFF2-40B4-BE49-F238E27FC236}">
                <a16:creationId xmlns:a16="http://schemas.microsoft.com/office/drawing/2014/main" id="{41280C9B-111B-4C41-8B51-016774B7BD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762001"/>
            <a:ext cx="4254500" cy="539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9D695C-C4D2-4B4D-BE5F-C5F865A1C168}"/>
              </a:ext>
            </a:extLst>
          </p:cNvPr>
          <p:cNvSpPr>
            <a:spLocks noGrp="1"/>
          </p:cNvSpPr>
          <p:nvPr>
            <p:ph idx="1"/>
          </p:nvPr>
        </p:nvSpPr>
        <p:spPr>
          <a:xfrm>
            <a:off x="1981200" y="2019300"/>
            <a:ext cx="4114800" cy="2552700"/>
          </a:xfrm>
        </p:spPr>
        <p:txBody>
          <a:bodyPr rtlCol="0">
            <a:normAutofit/>
          </a:bodyPr>
          <a:lstStyle/>
          <a:p>
            <a:pPr marL="0" indent="0">
              <a:buNone/>
              <a:defRPr/>
            </a:pPr>
            <a:endParaRPr lang="en-US" dirty="0"/>
          </a:p>
          <a:p>
            <a:pPr>
              <a:defRPr/>
            </a:pPr>
            <a:r>
              <a:rPr lang="en-US" dirty="0"/>
              <a:t>Research backed by vested interests</a:t>
            </a:r>
          </a:p>
          <a:p>
            <a:pPr>
              <a:defRPr/>
            </a:pPr>
            <a:r>
              <a:rPr lang="en-US" dirty="0"/>
              <a:t>Friends</a:t>
            </a:r>
          </a:p>
          <a:p>
            <a:pPr>
              <a:defRPr/>
            </a:pPr>
            <a:r>
              <a:rPr lang="en-US" dirty="0"/>
              <a:t>Past experience</a:t>
            </a:r>
          </a:p>
          <a:p>
            <a:pPr>
              <a:defRPr/>
            </a:pPr>
            <a:endParaRPr lang="en-US" dirty="0"/>
          </a:p>
        </p:txBody>
      </p:sp>
      <p:sp>
        <p:nvSpPr>
          <p:cNvPr id="487427" name="Footer Placeholder 3">
            <a:extLst>
              <a:ext uri="{FF2B5EF4-FFF2-40B4-BE49-F238E27FC236}">
                <a16:creationId xmlns:a16="http://schemas.microsoft.com/office/drawing/2014/main" id="{17C153AF-B1B1-40F4-A078-3DDF25EFCC9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87428" name="Slide Number Placeholder 4">
            <a:extLst>
              <a:ext uri="{FF2B5EF4-FFF2-40B4-BE49-F238E27FC236}">
                <a16:creationId xmlns:a16="http://schemas.microsoft.com/office/drawing/2014/main" id="{EA8220FE-3F64-42BB-9EDF-FEA7B3414B13}"/>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35</a:t>
            </a:r>
          </a:p>
        </p:txBody>
      </p:sp>
      <p:pic>
        <p:nvPicPr>
          <p:cNvPr id="487429" name="Picture 2" descr="C:\Users\thomasn\Pictures\Thinkstock hmpix4\Thinkstock Nancy\people\77005633 (1).jpg">
            <a:extLst>
              <a:ext uri="{FF2B5EF4-FFF2-40B4-BE49-F238E27FC236}">
                <a16:creationId xmlns:a16="http://schemas.microsoft.com/office/drawing/2014/main" id="{52AE57D0-4D1D-43B3-84DA-D9EA7F58E4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914400"/>
            <a:ext cx="40259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474" name="Content Placeholder 2">
            <a:extLst>
              <a:ext uri="{FF2B5EF4-FFF2-40B4-BE49-F238E27FC236}">
                <a16:creationId xmlns:a16="http://schemas.microsoft.com/office/drawing/2014/main" id="{D820B3D3-5B8B-4A18-A2DA-440BE95606A8}"/>
              </a:ext>
            </a:extLst>
          </p:cNvPr>
          <p:cNvSpPr>
            <a:spLocks noGrp="1" noChangeArrowheads="1"/>
          </p:cNvSpPr>
          <p:nvPr>
            <p:ph idx="1"/>
          </p:nvPr>
        </p:nvSpPr>
        <p:spPr>
          <a:xfrm>
            <a:off x="1981200" y="2327276"/>
            <a:ext cx="3352800" cy="2168525"/>
          </a:xfrm>
        </p:spPr>
        <p:txBody>
          <a:bodyPr/>
          <a:lstStyle/>
          <a:p>
            <a:pPr marL="0" indent="0">
              <a:buNone/>
            </a:pPr>
            <a:r>
              <a:rPr lang="en-US" altLang="fr-FR" sz="3000"/>
              <a:t>What benefits have I noticed by having faith in God? </a:t>
            </a:r>
          </a:p>
        </p:txBody>
      </p:sp>
      <p:sp>
        <p:nvSpPr>
          <p:cNvPr id="489475" name="Footer Placeholder 3">
            <a:extLst>
              <a:ext uri="{FF2B5EF4-FFF2-40B4-BE49-F238E27FC236}">
                <a16:creationId xmlns:a16="http://schemas.microsoft.com/office/drawing/2014/main" id="{872033EA-98C6-4FC6-A0B9-BE04AECD29D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89476" name="Slide Number Placeholder 4">
            <a:extLst>
              <a:ext uri="{FF2B5EF4-FFF2-40B4-BE49-F238E27FC236}">
                <a16:creationId xmlns:a16="http://schemas.microsoft.com/office/drawing/2014/main" id="{992B3B86-5684-4067-AFEA-9623B690395E}"/>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36</a:t>
            </a:r>
          </a:p>
        </p:txBody>
      </p:sp>
      <p:pic>
        <p:nvPicPr>
          <p:cNvPr id="489477" name="Picture 2" descr="G:\For Merle\78618679.jpg">
            <a:extLst>
              <a:ext uri="{FF2B5EF4-FFF2-40B4-BE49-F238E27FC236}">
                <a16:creationId xmlns:a16="http://schemas.microsoft.com/office/drawing/2014/main" id="{98D7A557-5F77-4DD6-84AD-C1D63A3B38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381001"/>
            <a:ext cx="4419600" cy="559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22" name="Content Placeholder 2">
            <a:extLst>
              <a:ext uri="{FF2B5EF4-FFF2-40B4-BE49-F238E27FC236}">
                <a16:creationId xmlns:a16="http://schemas.microsoft.com/office/drawing/2014/main" id="{A529F374-C193-4CB9-A6CF-CF158C198C0F}"/>
              </a:ext>
            </a:extLst>
          </p:cNvPr>
          <p:cNvSpPr>
            <a:spLocks noGrp="1" noChangeArrowheads="1"/>
          </p:cNvSpPr>
          <p:nvPr>
            <p:ph idx="1"/>
          </p:nvPr>
        </p:nvSpPr>
        <p:spPr>
          <a:xfrm>
            <a:off x="6629400" y="1524000"/>
            <a:ext cx="3810000" cy="3962400"/>
          </a:xfrm>
        </p:spPr>
        <p:txBody>
          <a:bodyPr/>
          <a:lstStyle/>
          <a:p>
            <a:pPr marL="0" indent="0">
              <a:buNone/>
            </a:pPr>
            <a:r>
              <a:rPr lang="en-US" altLang="fr-FR" sz="3000"/>
              <a:t>How well have I coped with stressful situations? </a:t>
            </a:r>
          </a:p>
          <a:p>
            <a:pPr marL="0" indent="0">
              <a:buNone/>
            </a:pPr>
            <a:endParaRPr lang="en-US" altLang="fr-FR" sz="3000"/>
          </a:p>
          <a:p>
            <a:pPr marL="0" indent="0">
              <a:buNone/>
            </a:pPr>
            <a:r>
              <a:rPr lang="en-US" altLang="fr-FR" sz="3000"/>
              <a:t>Do I feel peaceful most of the time? </a:t>
            </a:r>
          </a:p>
        </p:txBody>
      </p:sp>
      <p:sp>
        <p:nvSpPr>
          <p:cNvPr id="491523" name="Footer Placeholder 3">
            <a:extLst>
              <a:ext uri="{FF2B5EF4-FFF2-40B4-BE49-F238E27FC236}">
                <a16:creationId xmlns:a16="http://schemas.microsoft.com/office/drawing/2014/main" id="{D0060192-A133-4928-9B48-71CB8C3F421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91524" name="Slide Number Placeholder 4">
            <a:extLst>
              <a:ext uri="{FF2B5EF4-FFF2-40B4-BE49-F238E27FC236}">
                <a16:creationId xmlns:a16="http://schemas.microsoft.com/office/drawing/2014/main" id="{310DD518-C21D-4898-89B4-6A1E009E8A04}"/>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37</a:t>
            </a:r>
          </a:p>
        </p:txBody>
      </p:sp>
      <p:pic>
        <p:nvPicPr>
          <p:cNvPr id="491525" name="Picture 2" descr="G:\For Merle\78618679.jpg">
            <a:extLst>
              <a:ext uri="{FF2B5EF4-FFF2-40B4-BE49-F238E27FC236}">
                <a16:creationId xmlns:a16="http://schemas.microsoft.com/office/drawing/2014/main" id="{D535D938-F783-4C5F-A5B7-E843EB2EE5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9114" y="866775"/>
            <a:ext cx="4154487"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570" name="Content Placeholder 2">
            <a:extLst>
              <a:ext uri="{FF2B5EF4-FFF2-40B4-BE49-F238E27FC236}">
                <a16:creationId xmlns:a16="http://schemas.microsoft.com/office/drawing/2014/main" id="{36EBBFFA-BA2B-491F-B51A-A455ACD46EAC}"/>
              </a:ext>
            </a:extLst>
          </p:cNvPr>
          <p:cNvSpPr>
            <a:spLocks noGrp="1" noChangeArrowheads="1"/>
          </p:cNvSpPr>
          <p:nvPr>
            <p:ph idx="1"/>
          </p:nvPr>
        </p:nvSpPr>
        <p:spPr>
          <a:xfrm>
            <a:off x="1981200" y="2819400"/>
            <a:ext cx="3505200" cy="1447800"/>
          </a:xfrm>
        </p:spPr>
        <p:txBody>
          <a:bodyPr/>
          <a:lstStyle/>
          <a:p>
            <a:pPr marL="0" indent="0">
              <a:buNone/>
            </a:pPr>
            <a:r>
              <a:rPr lang="en-US" altLang="fr-FR" sz="3000"/>
              <a:t>Do I have a strong purpose in life?</a:t>
            </a:r>
          </a:p>
        </p:txBody>
      </p:sp>
      <p:sp>
        <p:nvSpPr>
          <p:cNvPr id="493571" name="Footer Placeholder 3">
            <a:extLst>
              <a:ext uri="{FF2B5EF4-FFF2-40B4-BE49-F238E27FC236}">
                <a16:creationId xmlns:a16="http://schemas.microsoft.com/office/drawing/2014/main" id="{CEEA5090-70AA-4F70-AACE-5268652ED7A9}"/>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93572" name="Slide Number Placeholder 4">
            <a:extLst>
              <a:ext uri="{FF2B5EF4-FFF2-40B4-BE49-F238E27FC236}">
                <a16:creationId xmlns:a16="http://schemas.microsoft.com/office/drawing/2014/main" id="{BA07790C-8375-4891-9483-F2DA87007E07}"/>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38</a:t>
            </a:r>
          </a:p>
        </p:txBody>
      </p:sp>
      <p:pic>
        <p:nvPicPr>
          <p:cNvPr id="493573" name="Picture 2" descr="G:\For Merle\78618679.jpg">
            <a:extLst>
              <a:ext uri="{FF2B5EF4-FFF2-40B4-BE49-F238E27FC236}">
                <a16:creationId xmlns:a16="http://schemas.microsoft.com/office/drawing/2014/main" id="{19A47955-356E-4FC8-B9CF-2FEC8AB92F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50001" y="914400"/>
            <a:ext cx="4029075"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65BD50-462D-44BE-A464-DE198872B6F1}"/>
              </a:ext>
            </a:extLst>
          </p:cNvPr>
          <p:cNvSpPr>
            <a:spLocks noGrp="1"/>
          </p:cNvSpPr>
          <p:nvPr>
            <p:ph idx="1"/>
          </p:nvPr>
        </p:nvSpPr>
        <p:spPr>
          <a:xfrm>
            <a:off x="1981200" y="2133600"/>
            <a:ext cx="4114800" cy="2743200"/>
          </a:xfrm>
        </p:spPr>
        <p:txBody>
          <a:bodyPr rtlCol="0">
            <a:normAutofit/>
          </a:bodyPr>
          <a:lstStyle/>
          <a:p>
            <a:pPr marL="0" indent="0">
              <a:buNone/>
              <a:defRPr/>
            </a:pPr>
            <a:r>
              <a:rPr lang="en-US" sz="3000" dirty="0"/>
              <a:t>Is the community in which I live and work aware of this, and are they benefitting, as well? </a:t>
            </a:r>
          </a:p>
          <a:p>
            <a:pPr marL="0" indent="0">
              <a:buNone/>
              <a:defRPr/>
            </a:pPr>
            <a:endParaRPr lang="en-US" sz="3000" dirty="0"/>
          </a:p>
          <a:p>
            <a:pPr>
              <a:defRPr/>
            </a:pPr>
            <a:endParaRPr lang="en-US" sz="3000" dirty="0"/>
          </a:p>
        </p:txBody>
      </p:sp>
      <p:sp>
        <p:nvSpPr>
          <p:cNvPr id="495619" name="Footer Placeholder 3">
            <a:extLst>
              <a:ext uri="{FF2B5EF4-FFF2-40B4-BE49-F238E27FC236}">
                <a16:creationId xmlns:a16="http://schemas.microsoft.com/office/drawing/2014/main" id="{051C58FA-3741-470B-9FCD-BAB9A60B2E8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95620" name="Slide Number Placeholder 4">
            <a:extLst>
              <a:ext uri="{FF2B5EF4-FFF2-40B4-BE49-F238E27FC236}">
                <a16:creationId xmlns:a16="http://schemas.microsoft.com/office/drawing/2014/main" id="{A9494587-4604-4B89-8A2C-1AD46244E494}"/>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39</a:t>
            </a:r>
          </a:p>
        </p:txBody>
      </p:sp>
      <p:pic>
        <p:nvPicPr>
          <p:cNvPr id="495621" name="Picture 2" descr="C:\Users\thomasn\Pictures\Thinkstock hmpix4\Thinkstock Nancy\people\86507853.jpg">
            <a:extLst>
              <a:ext uri="{FF2B5EF4-FFF2-40B4-BE49-F238E27FC236}">
                <a16:creationId xmlns:a16="http://schemas.microsoft.com/office/drawing/2014/main" id="{88DFED2B-D8D3-40A0-8030-B4532E22F8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260350"/>
            <a:ext cx="3962400" cy="5951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65607A-D55C-4E69-92C6-48BAC0060458}"/>
              </a:ext>
            </a:extLst>
          </p:cNvPr>
          <p:cNvSpPr>
            <a:spLocks noGrp="1"/>
          </p:cNvSpPr>
          <p:nvPr>
            <p:ph idx="1"/>
          </p:nvPr>
        </p:nvSpPr>
        <p:spPr>
          <a:xfrm>
            <a:off x="1981200" y="1219200"/>
            <a:ext cx="3886200" cy="4191000"/>
          </a:xfrm>
        </p:spPr>
        <p:txBody>
          <a:bodyPr rtlCol="0">
            <a:normAutofit/>
          </a:bodyPr>
          <a:lstStyle/>
          <a:p>
            <a:pPr marL="0" indent="0">
              <a:buNone/>
              <a:defRPr/>
            </a:pPr>
            <a:endParaRPr lang="en-US" dirty="0"/>
          </a:p>
          <a:p>
            <a:pPr marL="0" indent="0">
              <a:buNone/>
              <a:defRPr/>
            </a:pPr>
            <a:r>
              <a:rPr lang="en-US" dirty="0"/>
              <a:t>Are adolescents in my community better protected from disruptive and risky behaviors because of my association with them and the faith I exhibit?</a:t>
            </a:r>
          </a:p>
          <a:p>
            <a:pPr>
              <a:defRPr/>
            </a:pPr>
            <a:endParaRPr lang="en-US" dirty="0"/>
          </a:p>
        </p:txBody>
      </p:sp>
      <p:sp>
        <p:nvSpPr>
          <p:cNvPr id="497667" name="Footer Placeholder 3">
            <a:extLst>
              <a:ext uri="{FF2B5EF4-FFF2-40B4-BE49-F238E27FC236}">
                <a16:creationId xmlns:a16="http://schemas.microsoft.com/office/drawing/2014/main" id="{3FE6030D-5C34-4874-921C-C14E6F1C5D83}"/>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97668" name="Slide Number Placeholder 4">
            <a:extLst>
              <a:ext uri="{FF2B5EF4-FFF2-40B4-BE49-F238E27FC236}">
                <a16:creationId xmlns:a16="http://schemas.microsoft.com/office/drawing/2014/main" id="{CA1FAC35-AE5C-4708-A763-458D4C03369D}"/>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40</a:t>
            </a:r>
          </a:p>
        </p:txBody>
      </p:sp>
      <p:pic>
        <p:nvPicPr>
          <p:cNvPr id="497669" name="Picture 2" descr="C:\Users\thomasn\Pictures\Thinkstock hmpix4\Thinkstock Nancy\people\86507853.jpg">
            <a:extLst>
              <a:ext uri="{FF2B5EF4-FFF2-40B4-BE49-F238E27FC236}">
                <a16:creationId xmlns:a16="http://schemas.microsoft.com/office/drawing/2014/main" id="{9C120D6D-66E9-4357-A7D5-DD121B458B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630238"/>
            <a:ext cx="3810000" cy="556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Content Placeholder 2">
            <a:extLst>
              <a:ext uri="{FF2B5EF4-FFF2-40B4-BE49-F238E27FC236}">
                <a16:creationId xmlns:a16="http://schemas.microsoft.com/office/drawing/2014/main" id="{85BBBE11-3050-4B7C-95EF-6CD743C40A76}"/>
              </a:ext>
            </a:extLst>
          </p:cNvPr>
          <p:cNvSpPr>
            <a:spLocks noGrp="1" noChangeArrowheads="1"/>
          </p:cNvSpPr>
          <p:nvPr>
            <p:ph idx="1"/>
          </p:nvPr>
        </p:nvSpPr>
        <p:spPr>
          <a:xfrm>
            <a:off x="1981200" y="2667000"/>
            <a:ext cx="3810000" cy="1676400"/>
          </a:xfrm>
        </p:spPr>
        <p:txBody>
          <a:bodyPr/>
          <a:lstStyle/>
          <a:p>
            <a:pPr marL="0" indent="0" algn="ctr">
              <a:buNone/>
            </a:pPr>
            <a:r>
              <a:rPr lang="en-US" altLang="fr-FR" sz="3000"/>
              <a:t>Which of the effects of stress have I experienced? </a:t>
            </a:r>
          </a:p>
          <a:p>
            <a:pPr marL="0" indent="0" algn="ctr">
              <a:buNone/>
            </a:pPr>
            <a:endParaRPr lang="en-US" altLang="fr-FR" sz="3000"/>
          </a:p>
        </p:txBody>
      </p:sp>
      <p:sp>
        <p:nvSpPr>
          <p:cNvPr id="499715" name="Footer Placeholder 3">
            <a:extLst>
              <a:ext uri="{FF2B5EF4-FFF2-40B4-BE49-F238E27FC236}">
                <a16:creationId xmlns:a16="http://schemas.microsoft.com/office/drawing/2014/main" id="{72DBE1B7-ECF4-4116-AE24-E3AC74F9B16D}"/>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499716" name="Slide Number Placeholder 4">
            <a:extLst>
              <a:ext uri="{FF2B5EF4-FFF2-40B4-BE49-F238E27FC236}">
                <a16:creationId xmlns:a16="http://schemas.microsoft.com/office/drawing/2014/main" id="{6BE870EE-E49B-4F27-8581-BFD013D6CFAA}"/>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41</a:t>
            </a:r>
          </a:p>
        </p:txBody>
      </p:sp>
      <p:pic>
        <p:nvPicPr>
          <p:cNvPr id="499717" name="Picture 2" descr="C:\Users\thomasn\Pictures\Thinkstock hmpix4\Thinkstock Nancy\medical personnel  procedures, hospitals\78459894.jpg">
            <a:extLst>
              <a:ext uri="{FF2B5EF4-FFF2-40B4-BE49-F238E27FC236}">
                <a16:creationId xmlns:a16="http://schemas.microsoft.com/office/drawing/2014/main" id="{792A94A1-2601-4A84-993E-958B474E6A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143000"/>
            <a:ext cx="441325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Content Placeholder 2">
            <a:extLst>
              <a:ext uri="{FF2B5EF4-FFF2-40B4-BE49-F238E27FC236}">
                <a16:creationId xmlns:a16="http://schemas.microsoft.com/office/drawing/2014/main" id="{EB1773B3-66A4-4B16-88E4-E5123EC864E9}"/>
              </a:ext>
            </a:extLst>
          </p:cNvPr>
          <p:cNvSpPr>
            <a:spLocks noGrp="1" noChangeArrowheads="1"/>
          </p:cNvSpPr>
          <p:nvPr>
            <p:ph idx="1"/>
          </p:nvPr>
        </p:nvSpPr>
        <p:spPr>
          <a:xfrm>
            <a:off x="6400800" y="1066800"/>
            <a:ext cx="4114800" cy="5105400"/>
          </a:xfrm>
        </p:spPr>
        <p:txBody>
          <a:bodyPr/>
          <a:lstStyle/>
          <a:p>
            <a:pPr marL="0" indent="0">
              <a:buNone/>
            </a:pPr>
            <a:endParaRPr lang="en-US" altLang="fr-FR" sz="3000"/>
          </a:p>
          <a:p>
            <a:pPr marL="0" indent="0">
              <a:buNone/>
            </a:pPr>
            <a:r>
              <a:rPr lang="en-US" altLang="fr-FR" sz="3000"/>
              <a:t>How many visits to physicians could possibly be related to my not having an ongoing, meaningful relationship of trust with my Savior?</a:t>
            </a:r>
          </a:p>
        </p:txBody>
      </p:sp>
      <p:sp>
        <p:nvSpPr>
          <p:cNvPr id="501763" name="Footer Placeholder 3">
            <a:extLst>
              <a:ext uri="{FF2B5EF4-FFF2-40B4-BE49-F238E27FC236}">
                <a16:creationId xmlns:a16="http://schemas.microsoft.com/office/drawing/2014/main" id="{3C7B50F0-E7D1-4087-B08A-2ED9AC8AFE3C}"/>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501764" name="Slide Number Placeholder 4">
            <a:extLst>
              <a:ext uri="{FF2B5EF4-FFF2-40B4-BE49-F238E27FC236}">
                <a16:creationId xmlns:a16="http://schemas.microsoft.com/office/drawing/2014/main" id="{39C52A58-103C-4B28-A55C-C3FE62496198}"/>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42</a:t>
            </a:r>
          </a:p>
        </p:txBody>
      </p:sp>
      <p:pic>
        <p:nvPicPr>
          <p:cNvPr id="501765" name="Picture 2" descr="C:\Users\thomasn\Pictures\Thinkstock hmpix4\Thinkstock Nancy\medical personnel  procedures, hospitals\78459894.jpg">
            <a:extLst>
              <a:ext uri="{FF2B5EF4-FFF2-40B4-BE49-F238E27FC236}">
                <a16:creationId xmlns:a16="http://schemas.microsoft.com/office/drawing/2014/main" id="{932D25D7-69D0-4E01-91E5-9005D65852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081088"/>
            <a:ext cx="41910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Content Placeholder 2">
            <a:extLst>
              <a:ext uri="{FF2B5EF4-FFF2-40B4-BE49-F238E27FC236}">
                <a16:creationId xmlns:a16="http://schemas.microsoft.com/office/drawing/2014/main" id="{3F5ABAEB-A839-4D45-9462-18E064DCDB1C}"/>
              </a:ext>
            </a:extLst>
          </p:cNvPr>
          <p:cNvSpPr>
            <a:spLocks noGrp="1" noChangeArrowheads="1"/>
          </p:cNvSpPr>
          <p:nvPr>
            <p:ph idx="1"/>
          </p:nvPr>
        </p:nvSpPr>
        <p:spPr>
          <a:xfrm>
            <a:off x="1981200" y="1219201"/>
            <a:ext cx="3581400" cy="4525963"/>
          </a:xfrm>
        </p:spPr>
        <p:txBody>
          <a:bodyPr/>
          <a:lstStyle/>
          <a:p>
            <a:pPr marL="0" indent="0">
              <a:buNone/>
            </a:pPr>
            <a:r>
              <a:rPr lang="en-US" altLang="fr-FR" sz="3000"/>
              <a:t>Do I need to spend more time growing my faith through the study of God</a:t>
            </a:r>
            <a:r>
              <a:rPr lang="en-US" altLang="en-US" sz="3000"/>
              <a:t>’</a:t>
            </a:r>
            <a:r>
              <a:rPr lang="en-US" altLang="fr-FR" sz="3000"/>
              <a:t>s Word and association with those who have the same beliefs I do?</a:t>
            </a:r>
          </a:p>
          <a:p>
            <a:pPr marL="0" indent="0"/>
            <a:endParaRPr lang="en-US" altLang="fr-FR" sz="3000"/>
          </a:p>
        </p:txBody>
      </p:sp>
      <p:sp>
        <p:nvSpPr>
          <p:cNvPr id="503811" name="Footer Placeholder 3">
            <a:extLst>
              <a:ext uri="{FF2B5EF4-FFF2-40B4-BE49-F238E27FC236}">
                <a16:creationId xmlns:a16="http://schemas.microsoft.com/office/drawing/2014/main" id="{BF7148CC-12F5-46EE-A998-E55DC0270AA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503812" name="Slide Number Placeholder 4">
            <a:extLst>
              <a:ext uri="{FF2B5EF4-FFF2-40B4-BE49-F238E27FC236}">
                <a16:creationId xmlns:a16="http://schemas.microsoft.com/office/drawing/2014/main" id="{D2A3240F-B202-4673-9C70-A3448DCB5F62}"/>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43</a:t>
            </a:r>
          </a:p>
        </p:txBody>
      </p:sp>
      <p:pic>
        <p:nvPicPr>
          <p:cNvPr id="503813" name="Picture 2" descr="G:\For Merle\Chapter 5 - belief\78404477 - group in church.jpg">
            <a:extLst>
              <a:ext uri="{FF2B5EF4-FFF2-40B4-BE49-F238E27FC236}">
                <a16:creationId xmlns:a16="http://schemas.microsoft.com/office/drawing/2014/main" id="{97204E83-9E64-4B91-80F6-ABBE39BFFB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0339" y="762000"/>
            <a:ext cx="4035425" cy="540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Content Placeholder 2">
            <a:extLst>
              <a:ext uri="{FF2B5EF4-FFF2-40B4-BE49-F238E27FC236}">
                <a16:creationId xmlns:a16="http://schemas.microsoft.com/office/drawing/2014/main" id="{12BD24BF-1A29-41E8-B39C-596E0DF580F1}"/>
              </a:ext>
            </a:extLst>
          </p:cNvPr>
          <p:cNvSpPr>
            <a:spLocks noGrp="1" noChangeArrowheads="1"/>
          </p:cNvSpPr>
          <p:nvPr>
            <p:ph idx="1"/>
          </p:nvPr>
        </p:nvSpPr>
        <p:spPr>
          <a:xfrm>
            <a:off x="1981200" y="1646238"/>
            <a:ext cx="4876800" cy="3611562"/>
          </a:xfrm>
        </p:spPr>
        <p:txBody>
          <a:bodyPr/>
          <a:lstStyle/>
          <a:p>
            <a:pPr marL="0" indent="0">
              <a:buNone/>
            </a:pPr>
            <a:r>
              <a:rPr lang="en-US" altLang="fr-FR" sz="3000"/>
              <a:t>A classmate of Bruce from academy days has stopped attending church. He had a few bad experiences and doubts God</a:t>
            </a:r>
            <a:r>
              <a:rPr lang="en-US" altLang="en-US" sz="3000"/>
              <a:t>’</a:t>
            </a:r>
            <a:r>
              <a:rPr lang="en-US" altLang="fr-FR" sz="3000"/>
              <a:t>s interest in his life situation. </a:t>
            </a:r>
          </a:p>
        </p:txBody>
      </p:sp>
      <p:sp>
        <p:nvSpPr>
          <p:cNvPr id="505859" name="Footer Placeholder 3">
            <a:extLst>
              <a:ext uri="{FF2B5EF4-FFF2-40B4-BE49-F238E27FC236}">
                <a16:creationId xmlns:a16="http://schemas.microsoft.com/office/drawing/2014/main" id="{A2CA01F7-76AC-40C9-8CB3-4BA733F9C91F}"/>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505860" name="Slide Number Placeholder 4">
            <a:extLst>
              <a:ext uri="{FF2B5EF4-FFF2-40B4-BE49-F238E27FC236}">
                <a16:creationId xmlns:a16="http://schemas.microsoft.com/office/drawing/2014/main" id="{772CFB56-AB37-4EF9-B382-72D161024C72}"/>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44</a:t>
            </a:r>
          </a:p>
        </p:txBody>
      </p:sp>
      <p:pic>
        <p:nvPicPr>
          <p:cNvPr id="36866" name="Picture 2" descr="G:\For Merle\Chapter 5 - belief\117402350.jpg">
            <a:extLst>
              <a:ext uri="{FF2B5EF4-FFF2-40B4-BE49-F238E27FC236}">
                <a16:creationId xmlns:a16="http://schemas.microsoft.com/office/drawing/2014/main" id="{79530C0A-ABA7-4CDA-8856-6F0E7B1D2E11}"/>
              </a:ext>
            </a:extLst>
          </p:cNvPr>
          <p:cNvPicPr>
            <a:picLocks noChangeAspect="1" noChangeArrowheads="1"/>
          </p:cNvPicPr>
          <p:nvPr/>
        </p:nvPicPr>
        <p:blipFill rotWithShape="1">
          <a:blip r:embed="rId3" cstate="email"/>
          <a:srcRect t="-2038"/>
          <a:stretch/>
        </p:blipFill>
        <p:spPr bwMode="auto">
          <a:xfrm flipH="1">
            <a:off x="7726016" y="764275"/>
            <a:ext cx="2941984" cy="5244574"/>
          </a:xfrm>
          <a:prstGeom prst="rect">
            <a:avLst/>
          </a:prstGeom>
          <a:ln>
            <a:noFill/>
          </a:ln>
          <a:effectLst>
            <a:softEdge rad="112500"/>
          </a:effec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Content Placeholder 2">
            <a:extLst>
              <a:ext uri="{FF2B5EF4-FFF2-40B4-BE49-F238E27FC236}">
                <a16:creationId xmlns:a16="http://schemas.microsoft.com/office/drawing/2014/main" id="{67037A5C-2173-44CA-A0AC-FAC0B90FF236}"/>
              </a:ext>
            </a:extLst>
          </p:cNvPr>
          <p:cNvSpPr>
            <a:spLocks noGrp="1" noChangeArrowheads="1"/>
          </p:cNvSpPr>
          <p:nvPr>
            <p:ph idx="1"/>
          </p:nvPr>
        </p:nvSpPr>
        <p:spPr>
          <a:xfrm>
            <a:off x="1981200" y="609600"/>
            <a:ext cx="5105400" cy="5867400"/>
          </a:xfrm>
        </p:spPr>
        <p:txBody>
          <a:bodyPr/>
          <a:lstStyle/>
          <a:p>
            <a:pPr marL="0" indent="0">
              <a:buNone/>
            </a:pPr>
            <a:r>
              <a:rPr lang="en-US" altLang="fr-FR" sz="3000"/>
              <a:t>What would I have done if those things had happened to me? </a:t>
            </a:r>
          </a:p>
          <a:p>
            <a:pPr marL="0" indent="0">
              <a:buNone/>
            </a:pPr>
            <a:endParaRPr lang="en-US" altLang="fr-FR" sz="3000"/>
          </a:p>
          <a:p>
            <a:pPr marL="0" indent="0">
              <a:buNone/>
            </a:pPr>
            <a:endParaRPr lang="en-US" altLang="fr-FR" sz="3000"/>
          </a:p>
        </p:txBody>
      </p:sp>
      <p:sp>
        <p:nvSpPr>
          <p:cNvPr id="507907" name="Footer Placeholder 3">
            <a:extLst>
              <a:ext uri="{FF2B5EF4-FFF2-40B4-BE49-F238E27FC236}">
                <a16:creationId xmlns:a16="http://schemas.microsoft.com/office/drawing/2014/main" id="{7957D206-A37B-4906-A330-83BE7AC60162}"/>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507908" name="Slide Number Placeholder 4">
            <a:extLst>
              <a:ext uri="{FF2B5EF4-FFF2-40B4-BE49-F238E27FC236}">
                <a16:creationId xmlns:a16="http://schemas.microsoft.com/office/drawing/2014/main" id="{793205F2-AAD3-4DAD-80B6-F4D80847FEA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45</a:t>
            </a:r>
          </a:p>
        </p:txBody>
      </p:sp>
      <p:pic>
        <p:nvPicPr>
          <p:cNvPr id="36866" name="Picture 2" descr="G:\For Merle\Chapter 5 - belief\117402350.jpg">
            <a:extLst>
              <a:ext uri="{FF2B5EF4-FFF2-40B4-BE49-F238E27FC236}">
                <a16:creationId xmlns:a16="http://schemas.microsoft.com/office/drawing/2014/main" id="{6425069F-DC63-4C08-A6EA-06F4157DB623}"/>
              </a:ext>
            </a:extLst>
          </p:cNvPr>
          <p:cNvPicPr>
            <a:picLocks noChangeAspect="1" noChangeArrowheads="1"/>
          </p:cNvPicPr>
          <p:nvPr/>
        </p:nvPicPr>
        <p:blipFill rotWithShape="1">
          <a:blip r:embed="rId3" cstate="email"/>
          <a:srcRect t="-2038"/>
          <a:stretch/>
        </p:blipFill>
        <p:spPr bwMode="auto">
          <a:xfrm flipH="1">
            <a:off x="7726016" y="764275"/>
            <a:ext cx="2941984" cy="5244574"/>
          </a:xfrm>
          <a:prstGeom prst="rect">
            <a:avLst/>
          </a:prstGeom>
          <a:ln>
            <a:noFill/>
          </a:ln>
          <a:effectLst>
            <a:softEdge rad="112500"/>
          </a:effec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604DEC-DDA0-42B9-90B7-EB26E07C1127}"/>
              </a:ext>
            </a:extLst>
          </p:cNvPr>
          <p:cNvSpPr>
            <a:spLocks noGrp="1"/>
          </p:cNvSpPr>
          <p:nvPr>
            <p:ph idx="1"/>
          </p:nvPr>
        </p:nvSpPr>
        <p:spPr>
          <a:xfrm>
            <a:off x="1981200" y="609600"/>
            <a:ext cx="5105400" cy="5867400"/>
          </a:xfrm>
        </p:spPr>
        <p:txBody>
          <a:bodyPr rtlCol="0">
            <a:normAutofit/>
          </a:bodyPr>
          <a:lstStyle/>
          <a:p>
            <a:pPr marL="0" indent="0">
              <a:buNone/>
              <a:defRPr/>
            </a:pPr>
            <a:r>
              <a:rPr lang="en-US" sz="3000" dirty="0">
                <a:solidFill>
                  <a:schemeClr val="bg1">
                    <a:lumMod val="65000"/>
                    <a:lumOff val="35000"/>
                  </a:schemeClr>
                </a:solidFill>
              </a:rPr>
              <a:t>What would I have done if those things had happened to me? </a:t>
            </a:r>
          </a:p>
          <a:p>
            <a:pPr marL="0" indent="0">
              <a:buNone/>
              <a:defRPr/>
            </a:pPr>
            <a:endParaRPr lang="en-US" sz="3000" dirty="0"/>
          </a:p>
          <a:p>
            <a:pPr marL="0" indent="0">
              <a:buNone/>
              <a:defRPr/>
            </a:pPr>
            <a:r>
              <a:rPr lang="en-US" sz="3000" dirty="0"/>
              <a:t>Would my faith have been stronger?</a:t>
            </a:r>
          </a:p>
          <a:p>
            <a:pPr marL="0" indent="0">
              <a:buNone/>
              <a:defRPr/>
            </a:pPr>
            <a:endParaRPr lang="en-US" sz="3000" dirty="0"/>
          </a:p>
        </p:txBody>
      </p:sp>
      <p:sp>
        <p:nvSpPr>
          <p:cNvPr id="509955" name="Footer Placeholder 3">
            <a:extLst>
              <a:ext uri="{FF2B5EF4-FFF2-40B4-BE49-F238E27FC236}">
                <a16:creationId xmlns:a16="http://schemas.microsoft.com/office/drawing/2014/main" id="{7E193763-65DD-4835-BF21-DC190950F830}"/>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509956" name="Slide Number Placeholder 4">
            <a:extLst>
              <a:ext uri="{FF2B5EF4-FFF2-40B4-BE49-F238E27FC236}">
                <a16:creationId xmlns:a16="http://schemas.microsoft.com/office/drawing/2014/main" id="{350140D6-F1CF-4F67-B1EC-B4DD1D7F3712}"/>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46</a:t>
            </a:r>
          </a:p>
        </p:txBody>
      </p:sp>
      <p:pic>
        <p:nvPicPr>
          <p:cNvPr id="36866" name="Picture 2" descr="G:\For Merle\Chapter 5 - belief\117402350.jpg">
            <a:extLst>
              <a:ext uri="{FF2B5EF4-FFF2-40B4-BE49-F238E27FC236}">
                <a16:creationId xmlns:a16="http://schemas.microsoft.com/office/drawing/2014/main" id="{72BF8395-22E0-4ED3-878F-4EC63878A36B}"/>
              </a:ext>
            </a:extLst>
          </p:cNvPr>
          <p:cNvPicPr>
            <a:picLocks noChangeAspect="1" noChangeArrowheads="1"/>
          </p:cNvPicPr>
          <p:nvPr/>
        </p:nvPicPr>
        <p:blipFill rotWithShape="1">
          <a:blip r:embed="rId3" cstate="email"/>
          <a:srcRect t="-2038"/>
          <a:stretch/>
        </p:blipFill>
        <p:spPr bwMode="auto">
          <a:xfrm flipH="1">
            <a:off x="7726016" y="764275"/>
            <a:ext cx="2941984" cy="5244574"/>
          </a:xfrm>
          <a:prstGeom prst="rect">
            <a:avLst/>
          </a:prstGeom>
          <a:ln>
            <a:noFill/>
          </a:ln>
          <a:effectLst>
            <a:softEdge rad="112500"/>
          </a:effec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63CEF6-D0C2-4387-A47A-821487442554}"/>
              </a:ext>
            </a:extLst>
          </p:cNvPr>
          <p:cNvSpPr>
            <a:spLocks noGrp="1"/>
          </p:cNvSpPr>
          <p:nvPr>
            <p:ph idx="1"/>
          </p:nvPr>
        </p:nvSpPr>
        <p:spPr>
          <a:xfrm>
            <a:off x="1981200" y="609600"/>
            <a:ext cx="5105400" cy="5867400"/>
          </a:xfrm>
        </p:spPr>
        <p:txBody>
          <a:bodyPr rtlCol="0">
            <a:normAutofit/>
          </a:bodyPr>
          <a:lstStyle/>
          <a:p>
            <a:pPr marL="0" indent="0">
              <a:buNone/>
              <a:defRPr/>
            </a:pPr>
            <a:r>
              <a:rPr lang="en-US" sz="3000" dirty="0">
                <a:solidFill>
                  <a:schemeClr val="bg1">
                    <a:lumMod val="65000"/>
                    <a:lumOff val="35000"/>
                  </a:schemeClr>
                </a:solidFill>
              </a:rPr>
              <a:t>What would I have done if those things had happened to me? </a:t>
            </a:r>
          </a:p>
          <a:p>
            <a:pPr marL="0" indent="0">
              <a:buNone/>
              <a:defRPr/>
            </a:pPr>
            <a:endParaRPr lang="en-US" sz="3000" dirty="0">
              <a:solidFill>
                <a:schemeClr val="bg1">
                  <a:lumMod val="65000"/>
                  <a:lumOff val="35000"/>
                </a:schemeClr>
              </a:solidFill>
            </a:endParaRPr>
          </a:p>
          <a:p>
            <a:pPr marL="0" indent="0">
              <a:buNone/>
              <a:defRPr/>
            </a:pPr>
            <a:r>
              <a:rPr lang="en-US" sz="3000" dirty="0">
                <a:solidFill>
                  <a:schemeClr val="bg1">
                    <a:lumMod val="65000"/>
                    <a:lumOff val="35000"/>
                  </a:schemeClr>
                </a:solidFill>
              </a:rPr>
              <a:t>Would my faith have been stronger?</a:t>
            </a:r>
          </a:p>
          <a:p>
            <a:pPr marL="0" indent="0">
              <a:buNone/>
              <a:defRPr/>
            </a:pPr>
            <a:endParaRPr lang="en-US" sz="3000" dirty="0"/>
          </a:p>
          <a:p>
            <a:pPr marL="0" indent="0">
              <a:buNone/>
              <a:defRPr/>
            </a:pPr>
            <a:r>
              <a:rPr lang="en-US" sz="3000" dirty="0"/>
              <a:t>How can I encourage Bruce?</a:t>
            </a:r>
          </a:p>
        </p:txBody>
      </p:sp>
      <p:sp>
        <p:nvSpPr>
          <p:cNvPr id="512003" name="Footer Placeholder 3">
            <a:extLst>
              <a:ext uri="{FF2B5EF4-FFF2-40B4-BE49-F238E27FC236}">
                <a16:creationId xmlns:a16="http://schemas.microsoft.com/office/drawing/2014/main" id="{BE0B92E9-A278-4752-A129-CC8854129896}"/>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512004" name="Slide Number Placeholder 4">
            <a:extLst>
              <a:ext uri="{FF2B5EF4-FFF2-40B4-BE49-F238E27FC236}">
                <a16:creationId xmlns:a16="http://schemas.microsoft.com/office/drawing/2014/main" id="{B130E320-F727-413C-9C8B-D00B418F2FF9}"/>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47</a:t>
            </a:r>
          </a:p>
        </p:txBody>
      </p:sp>
      <p:pic>
        <p:nvPicPr>
          <p:cNvPr id="36866" name="Picture 2" descr="G:\For Merle\Chapter 5 - belief\117402350.jpg">
            <a:extLst>
              <a:ext uri="{FF2B5EF4-FFF2-40B4-BE49-F238E27FC236}">
                <a16:creationId xmlns:a16="http://schemas.microsoft.com/office/drawing/2014/main" id="{971A7411-D7B5-4462-920E-0488A26B83D6}"/>
              </a:ext>
            </a:extLst>
          </p:cNvPr>
          <p:cNvPicPr>
            <a:picLocks noChangeAspect="1" noChangeArrowheads="1"/>
          </p:cNvPicPr>
          <p:nvPr/>
        </p:nvPicPr>
        <p:blipFill rotWithShape="1">
          <a:blip r:embed="rId3" cstate="email"/>
          <a:srcRect t="-2038"/>
          <a:stretch/>
        </p:blipFill>
        <p:spPr bwMode="auto">
          <a:xfrm flipH="1">
            <a:off x="7726016" y="764275"/>
            <a:ext cx="2941984" cy="5244574"/>
          </a:xfrm>
          <a:prstGeom prst="rect">
            <a:avLst/>
          </a:prstGeom>
          <a:ln>
            <a:noFill/>
          </a:ln>
          <a:effectLst>
            <a:softEdge rad="112500"/>
          </a:effec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E37600-4AF8-46B8-A202-40615E4E9492}"/>
              </a:ext>
            </a:extLst>
          </p:cNvPr>
          <p:cNvSpPr>
            <a:spLocks noGrp="1"/>
          </p:cNvSpPr>
          <p:nvPr>
            <p:ph idx="1"/>
          </p:nvPr>
        </p:nvSpPr>
        <p:spPr>
          <a:xfrm>
            <a:off x="1981200" y="2103438"/>
            <a:ext cx="3124200" cy="2620962"/>
          </a:xfrm>
        </p:spPr>
        <p:txBody>
          <a:bodyPr rtlCol="0">
            <a:normAutofit/>
          </a:bodyPr>
          <a:lstStyle/>
          <a:p>
            <a:pPr marL="0" indent="0">
              <a:buNone/>
              <a:defRPr/>
            </a:pPr>
            <a:r>
              <a:rPr lang="en-US" sz="3000" dirty="0"/>
              <a:t>Can I choose to start a fellowship group or small-group Bible study? </a:t>
            </a:r>
          </a:p>
          <a:p>
            <a:pPr>
              <a:defRPr/>
            </a:pPr>
            <a:endParaRPr lang="en-US" sz="3000" dirty="0"/>
          </a:p>
        </p:txBody>
      </p:sp>
      <p:sp>
        <p:nvSpPr>
          <p:cNvPr id="514051" name="Footer Placeholder 3">
            <a:extLst>
              <a:ext uri="{FF2B5EF4-FFF2-40B4-BE49-F238E27FC236}">
                <a16:creationId xmlns:a16="http://schemas.microsoft.com/office/drawing/2014/main" id="{3D982002-4C96-4178-AD6D-09A8437955E8}"/>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514052" name="Slide Number Placeholder 4">
            <a:extLst>
              <a:ext uri="{FF2B5EF4-FFF2-40B4-BE49-F238E27FC236}">
                <a16:creationId xmlns:a16="http://schemas.microsoft.com/office/drawing/2014/main" id="{40C3D09F-E29E-4D1E-9788-23C564769F09}"/>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48</a:t>
            </a:r>
          </a:p>
        </p:txBody>
      </p:sp>
      <p:pic>
        <p:nvPicPr>
          <p:cNvPr id="514053" name="Picture 4" descr="C:\Users\thomasn\Downloads\133329768.jpg">
            <a:extLst>
              <a:ext uri="{FF2B5EF4-FFF2-40B4-BE49-F238E27FC236}">
                <a16:creationId xmlns:a16="http://schemas.microsoft.com/office/drawing/2014/main" id="{48D00D56-3134-487F-AE98-05CA343C1C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2626" y="1314450"/>
            <a:ext cx="4752975"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971809-A2CF-475C-838F-F1A185AAA76F}"/>
              </a:ext>
            </a:extLst>
          </p:cNvPr>
          <p:cNvSpPr>
            <a:spLocks noGrp="1"/>
          </p:cNvSpPr>
          <p:nvPr>
            <p:ph idx="1"/>
          </p:nvPr>
        </p:nvSpPr>
        <p:spPr>
          <a:xfrm>
            <a:off x="1981200" y="1874838"/>
            <a:ext cx="3124200" cy="3078162"/>
          </a:xfrm>
        </p:spPr>
        <p:txBody>
          <a:bodyPr rtlCol="0">
            <a:normAutofit/>
          </a:bodyPr>
          <a:lstStyle/>
          <a:p>
            <a:pPr marL="0" indent="0">
              <a:buNone/>
              <a:defRPr/>
            </a:pPr>
            <a:r>
              <a:rPr lang="en-US" sz="3000" dirty="0"/>
              <a:t>What particularly encouraging experiences can I share with him?</a:t>
            </a:r>
          </a:p>
          <a:p>
            <a:pPr>
              <a:defRPr/>
            </a:pPr>
            <a:endParaRPr lang="en-US" sz="3000" dirty="0"/>
          </a:p>
        </p:txBody>
      </p:sp>
      <p:sp>
        <p:nvSpPr>
          <p:cNvPr id="516099" name="Footer Placeholder 3">
            <a:extLst>
              <a:ext uri="{FF2B5EF4-FFF2-40B4-BE49-F238E27FC236}">
                <a16:creationId xmlns:a16="http://schemas.microsoft.com/office/drawing/2014/main" id="{669E1076-9750-4B36-A09C-0733C0BC8C01}"/>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516100" name="Slide Number Placeholder 4">
            <a:extLst>
              <a:ext uri="{FF2B5EF4-FFF2-40B4-BE49-F238E27FC236}">
                <a16:creationId xmlns:a16="http://schemas.microsoft.com/office/drawing/2014/main" id="{E0443F8A-ECCB-4590-ABDE-5FBBBFEDEF8C}"/>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49</a:t>
            </a:r>
          </a:p>
        </p:txBody>
      </p:sp>
      <p:pic>
        <p:nvPicPr>
          <p:cNvPr id="516101" name="Picture 4" descr="C:\Users\thomasn\Downloads\133329768.jpg">
            <a:extLst>
              <a:ext uri="{FF2B5EF4-FFF2-40B4-BE49-F238E27FC236}">
                <a16:creationId xmlns:a16="http://schemas.microsoft.com/office/drawing/2014/main" id="{F55DDE30-48C9-4BF3-B147-1B0E4A7076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2626" y="1295400"/>
            <a:ext cx="4752975"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146" name="Content Placeholder 2">
            <a:extLst>
              <a:ext uri="{FF2B5EF4-FFF2-40B4-BE49-F238E27FC236}">
                <a16:creationId xmlns:a16="http://schemas.microsoft.com/office/drawing/2014/main" id="{37DFF5F0-E285-4599-A123-C3645C821967}"/>
              </a:ext>
            </a:extLst>
          </p:cNvPr>
          <p:cNvSpPr>
            <a:spLocks noGrp="1" noChangeArrowheads="1"/>
          </p:cNvSpPr>
          <p:nvPr>
            <p:ph idx="1"/>
          </p:nvPr>
        </p:nvSpPr>
        <p:spPr>
          <a:xfrm>
            <a:off x="1981200" y="2590800"/>
            <a:ext cx="3886200" cy="1676400"/>
          </a:xfrm>
        </p:spPr>
        <p:txBody>
          <a:bodyPr/>
          <a:lstStyle/>
          <a:p>
            <a:pPr marL="0" indent="0">
              <a:buNone/>
            </a:pPr>
            <a:r>
              <a:rPr lang="en-US" altLang="fr-FR" sz="3000"/>
              <a:t>Which of the four types of prayer do I practice most often? </a:t>
            </a:r>
          </a:p>
        </p:txBody>
      </p:sp>
      <p:sp>
        <p:nvSpPr>
          <p:cNvPr id="518147" name="Footer Placeholder 3">
            <a:extLst>
              <a:ext uri="{FF2B5EF4-FFF2-40B4-BE49-F238E27FC236}">
                <a16:creationId xmlns:a16="http://schemas.microsoft.com/office/drawing/2014/main" id="{11EEE178-57C6-46D5-B3C8-4FADC965B6F7}"/>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518148" name="Slide Number Placeholder 4">
            <a:extLst>
              <a:ext uri="{FF2B5EF4-FFF2-40B4-BE49-F238E27FC236}">
                <a16:creationId xmlns:a16="http://schemas.microsoft.com/office/drawing/2014/main" id="{7DD4C79C-E203-49B9-93A3-187E0F72A677}"/>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50</a:t>
            </a:r>
          </a:p>
        </p:txBody>
      </p:sp>
      <p:pic>
        <p:nvPicPr>
          <p:cNvPr id="518149" name="Picture 3" descr="C:\Users\thomasn\Pictures\Thinkstock hmpix4\Thinkstock Nancy\Prayer, Praise\145906787.jpg">
            <a:extLst>
              <a:ext uri="{FF2B5EF4-FFF2-40B4-BE49-F238E27FC236}">
                <a16:creationId xmlns:a16="http://schemas.microsoft.com/office/drawing/2014/main" id="{319EBC02-9DFB-43A4-A687-CB4B56B5FB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6026" y="1143000"/>
            <a:ext cx="4143375"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6D793E-089E-4719-BA6F-5AF7F196535E}"/>
              </a:ext>
            </a:extLst>
          </p:cNvPr>
          <p:cNvSpPr>
            <a:spLocks noGrp="1"/>
          </p:cNvSpPr>
          <p:nvPr>
            <p:ph idx="1"/>
          </p:nvPr>
        </p:nvSpPr>
        <p:spPr>
          <a:xfrm>
            <a:off x="1981200" y="1447800"/>
            <a:ext cx="3581400" cy="4038600"/>
          </a:xfrm>
        </p:spPr>
        <p:txBody>
          <a:bodyPr rtlCol="0">
            <a:normAutofit/>
          </a:bodyPr>
          <a:lstStyle/>
          <a:p>
            <a:pPr marL="0" indent="0">
              <a:buNone/>
              <a:defRPr/>
            </a:pPr>
            <a:r>
              <a:rPr lang="en-US" sz="3000" dirty="0"/>
              <a:t>In what ways can I change my prayer habits in order to become more joyful and inwardly peaceful even amid tumultuous events?</a:t>
            </a:r>
          </a:p>
          <a:p>
            <a:pPr>
              <a:defRPr/>
            </a:pPr>
            <a:endParaRPr lang="en-US" sz="3000" dirty="0"/>
          </a:p>
        </p:txBody>
      </p:sp>
      <p:sp>
        <p:nvSpPr>
          <p:cNvPr id="520195" name="Footer Placeholder 3">
            <a:extLst>
              <a:ext uri="{FF2B5EF4-FFF2-40B4-BE49-F238E27FC236}">
                <a16:creationId xmlns:a16="http://schemas.microsoft.com/office/drawing/2014/main" id="{D588C316-45E3-4502-A699-61F25ED4324B}"/>
              </a:ext>
            </a:extLst>
          </p:cNvPr>
          <p:cNvSpPr>
            <a:spLocks noGrp="1"/>
          </p:cNvSpPr>
          <p:nvPr>
            <p:ph type="ftr" sz="quarter" idx="11"/>
          </p:nvPr>
        </p:nvSpPr>
        <p:spPr bwMode="auto">
          <a:xfrm>
            <a:off x="7880350" y="5961063"/>
            <a:ext cx="114935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r"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CELEBRATIONS®</a:t>
            </a:r>
          </a:p>
        </p:txBody>
      </p:sp>
      <p:sp>
        <p:nvSpPr>
          <p:cNvPr id="520196" name="Slide Number Placeholder 4">
            <a:extLst>
              <a:ext uri="{FF2B5EF4-FFF2-40B4-BE49-F238E27FC236}">
                <a16:creationId xmlns:a16="http://schemas.microsoft.com/office/drawing/2014/main" id="{73065542-3DBA-4C9C-B52C-76B3ABB3587F}"/>
              </a:ext>
            </a:extLst>
          </p:cNvPr>
          <p:cNvSpPr>
            <a:spLocks noGrp="1"/>
          </p:cNvSpPr>
          <p:nvPr>
            <p:ph type="sldNum" sz="quarter" idx="12"/>
          </p:nvPr>
        </p:nvSpPr>
        <p:spPr bwMode="auto">
          <a:xfrm>
            <a:off x="2700338" y="5961063"/>
            <a:ext cx="5105400" cy="279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spcAft>
                <a:spcPts val="600"/>
              </a:spcAft>
              <a:buClr>
                <a:schemeClr val="accent1"/>
              </a:buClr>
              <a:buSzPct val="115000"/>
              <a:buFont typeface="Arial" panose="020B0604020202020204" pitchFamily="34" charset="0"/>
              <a:buChar char="•"/>
              <a:defRPr sz="2400">
                <a:solidFill>
                  <a:srgbClr val="262626"/>
                </a:solidFill>
                <a:latin typeface="Garamond" panose="02020404030301010803" pitchFamily="18" charset="0"/>
              </a:defRPr>
            </a:lvl1pPr>
            <a:lvl2pPr marL="742950" indent="-285750">
              <a:spcBef>
                <a:spcPct val="20000"/>
              </a:spcBef>
              <a:spcAft>
                <a:spcPts val="600"/>
              </a:spcAft>
              <a:buClr>
                <a:schemeClr val="accent1"/>
              </a:buClr>
              <a:buSzPct val="115000"/>
              <a:buFont typeface="Arial" panose="020B0604020202020204" pitchFamily="34" charset="0"/>
              <a:buChar char="•"/>
              <a:defRPr sz="2000">
                <a:solidFill>
                  <a:srgbClr val="262626"/>
                </a:solidFill>
                <a:latin typeface="Garamond" panose="02020404030301010803" pitchFamily="18" charset="0"/>
              </a:defRPr>
            </a:lvl2pPr>
            <a:lvl3pPr marL="1143000" indent="-228600">
              <a:spcBef>
                <a:spcPct val="20000"/>
              </a:spcBef>
              <a:spcAft>
                <a:spcPts val="600"/>
              </a:spcAft>
              <a:buClr>
                <a:schemeClr val="accent1"/>
              </a:buClr>
              <a:buSzPct val="115000"/>
              <a:buFont typeface="Arial" panose="020B0604020202020204" pitchFamily="34" charset="0"/>
              <a:buChar char="•"/>
              <a:defRPr>
                <a:solidFill>
                  <a:srgbClr val="262626"/>
                </a:solidFill>
                <a:latin typeface="Garamond" panose="02020404030301010803" pitchFamily="18" charset="0"/>
              </a:defRPr>
            </a:lvl3pPr>
            <a:lvl4pPr marL="1600200" indent="-228600">
              <a:spcBef>
                <a:spcPct val="20000"/>
              </a:spcBef>
              <a:spcAft>
                <a:spcPts val="600"/>
              </a:spcAft>
              <a:buClr>
                <a:schemeClr val="accent1"/>
              </a:buClr>
              <a:buSzPct val="115000"/>
              <a:buFont typeface="Arial" panose="020B0604020202020204" pitchFamily="34" charset="0"/>
              <a:buChar char="•"/>
              <a:defRPr sz="1600">
                <a:solidFill>
                  <a:srgbClr val="262626"/>
                </a:solidFill>
                <a:latin typeface="Garamond" panose="02020404030301010803" pitchFamily="18" charset="0"/>
              </a:defRPr>
            </a:lvl4pPr>
            <a:lvl5pPr marL="2057400" indent="-22860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5pPr>
            <a:lvl6pPr marL="25146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6pPr>
            <a:lvl7pPr marL="29718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7pPr>
            <a:lvl8pPr marL="34290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8pPr>
            <a:lvl9pPr marL="3886200" indent="-228600" defTabSz="457200" eaLnBrk="0" fontAlgn="base" hangingPunct="0">
              <a:spcBef>
                <a:spcPct val="20000"/>
              </a:spcBef>
              <a:spcAft>
                <a:spcPts val="600"/>
              </a:spcAft>
              <a:buClr>
                <a:schemeClr val="accent1"/>
              </a:buClr>
              <a:buSzPct val="115000"/>
              <a:buFont typeface="Arial" panose="020B0604020202020204" pitchFamily="34" charset="0"/>
              <a:buChar char="•"/>
              <a:defRPr sz="1400">
                <a:solidFill>
                  <a:srgbClr val="262626"/>
                </a:solidFill>
                <a:latin typeface="Garamond" panose="02020404030301010803" pitchFamily="18" charset="0"/>
              </a:defRPr>
            </a:lvl9pPr>
          </a:lstStyle>
          <a:p>
            <a:pPr algn="l" fontAlgn="base">
              <a:spcBef>
                <a:spcPct val="0"/>
              </a:spcBef>
              <a:spcAft>
                <a:spcPct val="0"/>
              </a:spcAft>
              <a:buClrTx/>
              <a:buSzTx/>
              <a:buFontTx/>
              <a:buNone/>
            </a:pPr>
            <a:r>
              <a:rPr lang="en-US" altLang="fr-FR" sz="1200">
                <a:solidFill>
                  <a:srgbClr val="FFFFFF"/>
                </a:solidFill>
                <a:latin typeface="Humanst521 BT" charset="0"/>
                <a:ea typeface="MS PGothic" panose="020B0600070205080204" pitchFamily="34" charset="-128"/>
                <a:cs typeface="Arial" panose="020B0604020202020204" pitchFamily="34" charset="0"/>
              </a:rPr>
              <a:t>Belief  51</a:t>
            </a:r>
          </a:p>
        </p:txBody>
      </p:sp>
      <p:pic>
        <p:nvPicPr>
          <p:cNvPr id="520197" name="Picture 3" descr="C:\Users\thomasn\Pictures\Thinkstock hmpix4\Thinkstock Nancy\Prayer, Praise\145906787.jpg">
            <a:extLst>
              <a:ext uri="{FF2B5EF4-FFF2-40B4-BE49-F238E27FC236}">
                <a16:creationId xmlns:a16="http://schemas.microsoft.com/office/drawing/2014/main" id="{D14F8A15-74A9-4752-8BC0-B197BA650A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6026" y="1143000"/>
            <a:ext cx="4143375" cy="467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3568</Words>
  <Application>Microsoft Office PowerPoint</Application>
  <PresentationFormat>Widescreen</PresentationFormat>
  <Paragraphs>304</Paragraphs>
  <Slides>51</Slides>
  <Notes>50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51</vt:i4>
      </vt:variant>
    </vt:vector>
  </HeadingPairs>
  <TitlesOfParts>
    <vt:vector size="58" baseType="lpstr">
      <vt:lpstr>MS PGothic</vt:lpstr>
      <vt:lpstr>Arial</vt:lpstr>
      <vt:lpstr>Calibri</vt:lpstr>
      <vt:lpstr>Calibri Light</vt:lpstr>
      <vt:lpstr>Humanst521 BT</vt:lpstr>
      <vt:lpstr>Tahoma</vt:lpstr>
      <vt:lpstr>Thème Office</vt:lpstr>
      <vt:lpstr>BELIEF</vt:lpstr>
      <vt:lpstr>Celebrating belief</vt:lpstr>
      <vt:lpstr>What to believe?</vt:lpstr>
      <vt:lpstr>Belief is essential to human existence</vt:lpstr>
      <vt:lpstr>Power of belief</vt:lpstr>
      <vt:lpstr>PowerPoint Presentation</vt:lpstr>
      <vt:lpstr>PowerPoint Presentation</vt:lpstr>
      <vt:lpstr>Belief—or faith, within a religious setting…</vt:lpstr>
      <vt:lpstr>PowerPoint Presentation</vt:lpstr>
      <vt:lpstr>Religious activities…improved health…</vt:lpstr>
      <vt:lpstr>There is a connection between social relationships and survival</vt:lpstr>
      <vt:lpstr>Improved quality of life</vt:lpstr>
      <vt:lpstr>Spirituality helps believers and  non-believers in their community</vt:lpstr>
      <vt:lpstr>Belief in a loving God produces a positive  and health-promoting mind</vt:lpstr>
      <vt:lpstr>      Stress issues</vt:lpstr>
      <vt:lpstr>Stress weakens body organs, over time</vt:lpstr>
      <vt:lpstr>Stress can cause heart palpitations</vt:lpstr>
      <vt:lpstr>Cold hands and feet</vt:lpstr>
      <vt:lpstr>PowerPoint Presentation</vt:lpstr>
      <vt:lpstr>Stress may affect the digestive process</vt:lpstr>
      <vt:lpstr>Stress induces clotting of the blood</vt:lpstr>
      <vt:lpstr>Chronic stress may increase perspiration</vt:lpstr>
      <vt:lpstr>Chronic stress may lead to diabetes</vt:lpstr>
      <vt:lpstr>Stress may cause numerous  physical complaints</vt:lpstr>
      <vt:lpstr>Benefits of prayer</vt:lpstr>
      <vt:lpstr>Four types of prayer</vt:lpstr>
      <vt:lpstr>Role of prayer in healing</vt:lpstr>
      <vt:lpstr>Many have tried self-empowerment</vt:lpstr>
      <vt:lpstr>Celebrate belief—it’s the foundation of life!</vt:lpstr>
      <vt:lpstr>Peace of mind</vt:lpstr>
      <vt:lpstr>“Trust in God, and you will never be confounded in time or eternity.” Dwight L. Moody</vt:lpstr>
      <vt:lpstr>LIFE APPLICATION QUESTIONS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BELIEF</dc:title>
  <dc:creator>Vieira Muzola</dc:creator>
  <cp:lastModifiedBy>Windows User</cp:lastModifiedBy>
  <cp:revision>2</cp:revision>
  <dcterms:created xsi:type="dcterms:W3CDTF">2020-04-03T11:41:53Z</dcterms:created>
  <dcterms:modified xsi:type="dcterms:W3CDTF">2020-08-24T09:38:15Z</dcterms:modified>
</cp:coreProperties>
</file>