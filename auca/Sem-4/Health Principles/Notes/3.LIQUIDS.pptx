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363" r:id="rId3"/>
    <p:sldId id="364" r:id="rId4"/>
    <p:sldId id="365" r:id="rId5"/>
    <p:sldId id="366" r:id="rId6"/>
    <p:sldId id="367" r:id="rId7"/>
    <p:sldId id="368" r:id="rId8"/>
    <p:sldId id="369" r:id="rId9"/>
    <p:sldId id="370" r:id="rId10"/>
    <p:sldId id="371" r:id="rId11"/>
    <p:sldId id="372"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399" r:id="rId36"/>
    <p:sldId id="400" r:id="rId37"/>
    <p:sldId id="401" r:id="rId38"/>
    <p:sldId id="402" r:id="rId39"/>
    <p:sldId id="403" r:id="rId40"/>
    <p:sldId id="404" r:id="rId41"/>
    <p:sldId id="405" r:id="rId42"/>
    <p:sldId id="406" r:id="rId43"/>
    <p:sldId id="407" r:id="rId44"/>
    <p:sldId id="408" r:id="rId45"/>
    <p:sldId id="409" r:id="rId46"/>
    <p:sldId id="410" r:id="rId47"/>
    <p:sldId id="411" r:id="rId48"/>
    <p:sldId id="412" r:id="rId49"/>
    <p:sldId id="292" r:id="rId50"/>
    <p:sldId id="413" r:id="rId5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336" autoAdjust="0"/>
    <p:restoredTop sz="50000"/>
  </p:normalViewPr>
  <p:slideViewPr>
    <p:cSldViewPr snapToGrid="0">
      <p:cViewPr varScale="1">
        <p:scale>
          <a:sx n="42" d="100"/>
          <a:sy n="42" d="100"/>
        </p:scale>
        <p:origin x="11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CEAC24-71F6-4F28-9B1F-701C5CC316E5}" type="datetimeFigureOut">
              <a:rPr lang="fr-BE" smtClean="0"/>
              <a:t>6/10/25</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4B8776-0744-4D42-AFF2-2D40DFF3DF15}" type="slidenum">
              <a:rPr lang="fr-BE" smtClean="0"/>
              <a:t>‹#›</a:t>
            </a:fld>
            <a:endParaRPr lang="fr-BE"/>
          </a:p>
        </p:txBody>
      </p:sp>
    </p:spTree>
    <p:extLst>
      <p:ext uri="{BB962C8B-B14F-4D97-AF65-F5344CB8AC3E}">
        <p14:creationId xmlns:p14="http://schemas.microsoft.com/office/powerpoint/2010/main" val="795424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Slide Image Placeholder 1">
            <a:extLst>
              <a:ext uri="{FF2B5EF4-FFF2-40B4-BE49-F238E27FC236}">
                <a16:creationId xmlns:a16="http://schemas.microsoft.com/office/drawing/2014/main" xmlns="" id="{110E240E-4565-4A3E-8C50-9DE5068968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6307" name="Notes Placeholder 2">
            <a:extLst>
              <a:ext uri="{FF2B5EF4-FFF2-40B4-BE49-F238E27FC236}">
                <a16:creationId xmlns:a16="http://schemas.microsoft.com/office/drawing/2014/main" xmlns="" id="{EF07FA33-6401-4BFD-9895-3EFD403A12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Li Ming was a retired woman who enjoyed working in her garden. Even the unusual heat wave that hit her region one summer didn</a:t>
            </a:r>
            <a:r>
              <a:rPr lang="en-US" altLang="en-US">
                <a:solidFill>
                  <a:srgbClr val="000000"/>
                </a:solidFill>
              </a:rPr>
              <a:t>’</a:t>
            </a:r>
            <a:r>
              <a:rPr lang="en-US" altLang="fr-FR">
                <a:solidFill>
                  <a:srgbClr val="000000"/>
                </a:solidFill>
              </a:rPr>
              <a:t>t deter her from tending her flowers and other plants. The temperature rose above 100 degrees Fahrenheit, and the humidity teetered at 90 percent. On the third day of these record-breaking temperatures, Li Ming called her daughter, Kim, but Li Ming sounded confused on the phone. Kim became alarmed and rushed to Li Ming</a:t>
            </a:r>
            <a:r>
              <a:rPr lang="en-US" altLang="en-US">
                <a:solidFill>
                  <a:srgbClr val="000000"/>
                </a:solidFill>
              </a:rPr>
              <a:t>’</a:t>
            </a:r>
            <a:r>
              <a:rPr lang="en-US" altLang="fr-FR">
                <a:solidFill>
                  <a:srgbClr val="000000"/>
                </a:solidFill>
              </a:rPr>
              <a:t>s house, where she found her mother lying on the kitchen floor, unconscious. Apparently, Li Ming</a:t>
            </a:r>
            <a:r>
              <a:rPr lang="en-US" altLang="en-US">
                <a:solidFill>
                  <a:srgbClr val="000000"/>
                </a:solidFill>
              </a:rPr>
              <a:t>’</a:t>
            </a:r>
            <a:r>
              <a:rPr lang="en-US" altLang="fr-FR">
                <a:solidFill>
                  <a:srgbClr val="000000"/>
                </a:solidFill>
              </a:rPr>
              <a:t>s large fan wasn</a:t>
            </a:r>
            <a:r>
              <a:rPr lang="en-US" altLang="en-US">
                <a:solidFill>
                  <a:srgbClr val="000000"/>
                </a:solidFill>
              </a:rPr>
              <a:t>’</a:t>
            </a:r>
            <a:r>
              <a:rPr lang="en-US" altLang="fr-FR">
                <a:solidFill>
                  <a:srgbClr val="000000"/>
                </a:solidFill>
              </a:rPr>
              <a:t>t enough to fight the effects of the heat and humidity, and she suffered heat stroke—which can be life threatening.¹ </a:t>
            </a:r>
          </a:p>
          <a:p>
            <a:pPr eaLnBrk="1" hangingPunct="1">
              <a:spcBef>
                <a:spcPct val="0"/>
              </a:spcBef>
            </a:pPr>
            <a:endParaRPr lang="en-US" altLang="fr-FR"/>
          </a:p>
        </p:txBody>
      </p:sp>
      <p:sp>
        <p:nvSpPr>
          <p:cNvPr id="226308" name="Slide Number Placeholder 3">
            <a:extLst>
              <a:ext uri="{FF2B5EF4-FFF2-40B4-BE49-F238E27FC236}">
                <a16:creationId xmlns:a16="http://schemas.microsoft.com/office/drawing/2014/main" xmlns="" id="{F517CC95-CECD-4D8A-B3DC-4ED4911268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3B6DAE3-81E9-4B3D-94A5-5763965EF241}" type="slidenum">
              <a:rPr lang="en-US" altLang="fr-FR">
                <a:latin typeface="Calibri" panose="020F0502020204030204" pitchFamily="34" charset="0"/>
                <a:ea typeface="MS PGothic" panose="020B0600070205080204" pitchFamily="34" charset="-128"/>
              </a:rPr>
              <a:pPr/>
              <a:t>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10058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Slide Image Placeholder 1">
            <a:extLst>
              <a:ext uri="{FF2B5EF4-FFF2-40B4-BE49-F238E27FC236}">
                <a16:creationId xmlns:a16="http://schemas.microsoft.com/office/drawing/2014/main" xmlns="" id="{B1C9C1CC-53C9-4FA6-B374-F8EF9652FA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8355" name="Notes Placeholder 2">
            <a:extLst>
              <a:ext uri="{FF2B5EF4-FFF2-40B4-BE49-F238E27FC236}">
                <a16:creationId xmlns:a16="http://schemas.microsoft.com/office/drawing/2014/main" xmlns="" id="{CE2A71BF-C622-4ACB-B5F2-0A281F61EC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One can lower the risk of heat-related illness, such as heat stroke, by drinking plenty of liquids, particularly water and fruit and vegetable juices. Next to air, water is the most vital element needed for survival. </a:t>
            </a:r>
          </a:p>
        </p:txBody>
      </p:sp>
      <p:sp>
        <p:nvSpPr>
          <p:cNvPr id="228356" name="Slide Number Placeholder 3">
            <a:extLst>
              <a:ext uri="{FF2B5EF4-FFF2-40B4-BE49-F238E27FC236}">
                <a16:creationId xmlns:a16="http://schemas.microsoft.com/office/drawing/2014/main" xmlns="" id="{7D1C8CA0-6042-4208-AB2C-2A3B0010C3A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EC7A9A0-8E8C-41C2-AF2F-852166450878}" type="slidenum">
              <a:rPr lang="en-US" altLang="fr-FR">
                <a:latin typeface="Calibri" panose="020F0502020204030204" pitchFamily="34" charset="0"/>
                <a:ea typeface="MS PGothic" panose="020B0600070205080204" pitchFamily="34" charset="-128"/>
              </a:rPr>
              <a:pPr/>
              <a:t>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17010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Slide Image Placeholder 1">
            <a:extLst>
              <a:ext uri="{FF2B5EF4-FFF2-40B4-BE49-F238E27FC236}">
                <a16:creationId xmlns:a16="http://schemas.microsoft.com/office/drawing/2014/main" xmlns="" id="{B6932C41-AC39-414E-A575-C0A2CE2748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0403" name="Notes Placeholder 2">
            <a:extLst>
              <a:ext uri="{FF2B5EF4-FFF2-40B4-BE49-F238E27FC236}">
                <a16:creationId xmlns:a16="http://schemas.microsoft.com/office/drawing/2014/main" xmlns="" id="{E7B233BE-C51F-4CF2-966A-16ADB152C2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By weight, a newborn infant is approximately 75 percent water, and an adult about 70 percent. A man weighing 198 pounds has about 138 pounds of water in his body. </a:t>
            </a:r>
          </a:p>
          <a:p>
            <a:pPr eaLnBrk="1" hangingPunct="1">
              <a:spcBef>
                <a:spcPct val="0"/>
              </a:spcBef>
            </a:pPr>
            <a:endParaRPr lang="en-US" altLang="fr-FR"/>
          </a:p>
        </p:txBody>
      </p:sp>
      <p:sp>
        <p:nvSpPr>
          <p:cNvPr id="230404" name="Slide Number Placeholder 3">
            <a:extLst>
              <a:ext uri="{FF2B5EF4-FFF2-40B4-BE49-F238E27FC236}">
                <a16:creationId xmlns:a16="http://schemas.microsoft.com/office/drawing/2014/main" xmlns="" id="{875E5B6C-7FCC-4242-A230-57F2E6F25C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641EE7D-AD84-4BCB-BCA6-62C1FCDD3D15}" type="slidenum">
              <a:rPr lang="en-US" altLang="fr-FR">
                <a:latin typeface="Calibri" panose="020F0502020204030204" pitchFamily="34" charset="0"/>
                <a:ea typeface="MS PGothic" panose="020B0600070205080204" pitchFamily="34" charset="-128"/>
              </a:rPr>
              <a:pPr/>
              <a:t>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46667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Slide Image Placeholder 1">
            <a:extLst>
              <a:ext uri="{FF2B5EF4-FFF2-40B4-BE49-F238E27FC236}">
                <a16:creationId xmlns:a16="http://schemas.microsoft.com/office/drawing/2014/main" xmlns="" id="{3A0FC656-BBF7-429C-8B26-4F2DE67D6B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2451" name="Notes Placeholder 2">
            <a:extLst>
              <a:ext uri="{FF2B5EF4-FFF2-40B4-BE49-F238E27FC236}">
                <a16:creationId xmlns:a16="http://schemas.microsoft.com/office/drawing/2014/main" xmlns="" id="{018342A1-7FB3-4845-99F0-FDFA34A105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The gray matter of the brain is approximately 85 percent water, blood is 83 percent water, muscles are about 75 percent water, and even hard marrow bones are 20 to 25 percent water.²</a:t>
            </a:r>
            <a:endParaRPr lang="en-US" altLang="fr-FR"/>
          </a:p>
        </p:txBody>
      </p:sp>
      <p:sp>
        <p:nvSpPr>
          <p:cNvPr id="232452" name="Slide Number Placeholder 3">
            <a:extLst>
              <a:ext uri="{FF2B5EF4-FFF2-40B4-BE49-F238E27FC236}">
                <a16:creationId xmlns:a16="http://schemas.microsoft.com/office/drawing/2014/main" xmlns="" id="{D4D3A182-E96D-4F54-9FF3-C587ACEC26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FE032F9-3AB7-424C-9A46-D78577CC2A5F}" type="slidenum">
              <a:rPr lang="en-US" altLang="fr-FR">
                <a:latin typeface="Calibri" panose="020F0502020204030204" pitchFamily="34" charset="0"/>
                <a:ea typeface="MS PGothic" panose="020B0600070205080204" pitchFamily="34" charset="-128"/>
              </a:rPr>
              <a:pPr/>
              <a:t>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19655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Slide Image Placeholder 1">
            <a:extLst>
              <a:ext uri="{FF2B5EF4-FFF2-40B4-BE49-F238E27FC236}">
                <a16:creationId xmlns:a16="http://schemas.microsoft.com/office/drawing/2014/main" xmlns="" id="{DCD5B05D-2DE6-45F0-A84F-910582DC78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4499" name="Notes Placeholder 2">
            <a:extLst>
              <a:ext uri="{FF2B5EF4-FFF2-40B4-BE49-F238E27FC236}">
                <a16:creationId xmlns:a16="http://schemas.microsoft.com/office/drawing/2014/main" xmlns="" id="{C12F6574-50D1-46A4-80CC-26A36D89CD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Almost every cell and tissue of the body not only contains water but is continually bathed in fluid and requires water to perform its functions. </a:t>
            </a:r>
          </a:p>
          <a:p>
            <a:pPr eaLnBrk="1" hangingPunct="1">
              <a:spcBef>
                <a:spcPct val="0"/>
              </a:spcBef>
            </a:pPr>
            <a:endParaRPr lang="en-US" altLang="fr-FR"/>
          </a:p>
        </p:txBody>
      </p:sp>
      <p:sp>
        <p:nvSpPr>
          <p:cNvPr id="234500" name="Slide Number Placeholder 3">
            <a:extLst>
              <a:ext uri="{FF2B5EF4-FFF2-40B4-BE49-F238E27FC236}">
                <a16:creationId xmlns:a16="http://schemas.microsoft.com/office/drawing/2014/main" xmlns="" id="{ACA9534A-1AC2-4C72-9500-B9BE48F389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940F6EC-94BD-493B-97A7-4B65D0C83E97}" type="slidenum">
              <a:rPr lang="en-US" altLang="fr-FR">
                <a:latin typeface="Calibri" panose="020F0502020204030204" pitchFamily="34" charset="0"/>
                <a:ea typeface="MS PGothic" panose="020B0600070205080204" pitchFamily="34" charset="-128"/>
              </a:rPr>
              <a:pPr/>
              <a:t>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17988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Slide Image Placeholder 1">
            <a:extLst>
              <a:ext uri="{FF2B5EF4-FFF2-40B4-BE49-F238E27FC236}">
                <a16:creationId xmlns:a16="http://schemas.microsoft.com/office/drawing/2014/main" xmlns="" id="{B497B675-3194-4ABF-B41C-798A15AEAA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0825ED1A-916A-4EAB-B603-14F29C500C5C}"/>
              </a:ext>
            </a:extLst>
          </p:cNvPr>
          <p:cNvSpPr>
            <a:spLocks noGrp="1"/>
          </p:cNvSpPr>
          <p:nvPr>
            <p:ph type="body" idx="1"/>
          </p:nvPr>
        </p:nvSpPr>
        <p:spPr/>
        <p:txBody>
          <a:bodyPr/>
          <a:lstStyle/>
          <a:p>
            <a:pPr eaLnBrk="1" fontAlgn="auto" hangingPunct="1">
              <a:spcBef>
                <a:spcPts val="0"/>
              </a:spcBef>
              <a:spcAft>
                <a:spcPts val="0"/>
              </a:spcAft>
              <a:defRPr/>
            </a:pPr>
            <a:r>
              <a:rPr lang="en-US" dirty="0">
                <a:ea typeface="+mn-ea"/>
              </a:rPr>
              <a:t>Water, the liquid of life, is a medium in which metabolism takes place. It is:</a:t>
            </a:r>
          </a:p>
          <a:p>
            <a:pPr marL="171450" indent="-171450" eaLnBrk="1" fontAlgn="auto" hangingPunct="1">
              <a:spcBef>
                <a:spcPts val="0"/>
              </a:spcBef>
              <a:spcAft>
                <a:spcPts val="0"/>
              </a:spcAft>
              <a:buFont typeface="Arial" pitchFamily="34" charset="0"/>
              <a:buChar char="•"/>
              <a:defRPr/>
            </a:pPr>
            <a:r>
              <a:rPr lang="en-US" dirty="0">
                <a:ea typeface="+mn-ea"/>
              </a:rPr>
              <a:t>The transport system within the body</a:t>
            </a:r>
          </a:p>
          <a:p>
            <a:pPr marL="171450" indent="-171450" eaLnBrk="1" fontAlgn="auto" hangingPunct="1">
              <a:spcBef>
                <a:spcPts val="0"/>
              </a:spcBef>
              <a:spcAft>
                <a:spcPts val="0"/>
              </a:spcAft>
              <a:buFont typeface="Arial" pitchFamily="34" charset="0"/>
              <a:buChar char="•"/>
              <a:defRPr/>
            </a:pPr>
            <a:r>
              <a:rPr lang="en-US" dirty="0">
                <a:ea typeface="+mn-ea"/>
              </a:rPr>
              <a:t>A lubricant for movement</a:t>
            </a:r>
          </a:p>
          <a:p>
            <a:pPr marL="171450" indent="-171450" eaLnBrk="1" fontAlgn="auto" hangingPunct="1">
              <a:spcBef>
                <a:spcPts val="0"/>
              </a:spcBef>
              <a:spcAft>
                <a:spcPts val="0"/>
              </a:spcAft>
              <a:buFont typeface="Arial" pitchFamily="34" charset="0"/>
              <a:buChar char="•"/>
              <a:defRPr/>
            </a:pPr>
            <a:r>
              <a:rPr lang="en-US" dirty="0">
                <a:ea typeface="+mn-ea"/>
              </a:rPr>
              <a:t>The facilitator of digestion</a:t>
            </a:r>
          </a:p>
          <a:p>
            <a:pPr eaLnBrk="1" fontAlgn="auto" hangingPunct="1">
              <a:spcBef>
                <a:spcPts val="0"/>
              </a:spcBef>
              <a:spcAft>
                <a:spcPts val="0"/>
              </a:spcAft>
              <a:defRPr/>
            </a:pPr>
            <a:endParaRPr lang="en-US" dirty="0">
              <a:ea typeface="+mn-ea"/>
            </a:endParaRPr>
          </a:p>
        </p:txBody>
      </p:sp>
      <p:sp>
        <p:nvSpPr>
          <p:cNvPr id="236548" name="Slide Number Placeholder 3">
            <a:extLst>
              <a:ext uri="{FF2B5EF4-FFF2-40B4-BE49-F238E27FC236}">
                <a16:creationId xmlns:a16="http://schemas.microsoft.com/office/drawing/2014/main" xmlns="" id="{E188E4A5-06CC-4D84-8F6E-355A938D85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8C9BF0F-6EB5-4B1D-ACD4-8C85B661539B}" type="slidenum">
              <a:rPr lang="en-US" altLang="fr-FR">
                <a:latin typeface="Calibri" panose="020F0502020204030204" pitchFamily="34" charset="0"/>
                <a:ea typeface="MS PGothic" panose="020B0600070205080204" pitchFamily="34" charset="-128"/>
              </a:rPr>
              <a:pPr/>
              <a:t>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01540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Slide Image Placeholder 1">
            <a:extLst>
              <a:ext uri="{FF2B5EF4-FFF2-40B4-BE49-F238E27FC236}">
                <a16:creationId xmlns:a16="http://schemas.microsoft.com/office/drawing/2014/main" xmlns="" id="{F7FD4552-8E72-4111-9C64-E35D5625DF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0720014A-2D87-4780-B626-2B588CF6C431}"/>
              </a:ext>
            </a:extLst>
          </p:cNvPr>
          <p:cNvSpPr>
            <a:spLocks noGrp="1"/>
          </p:cNvSpPr>
          <p:nvPr>
            <p:ph type="body" idx="1"/>
          </p:nvPr>
        </p:nvSpPr>
        <p:spPr/>
        <p:txBody>
          <a:bodyPr/>
          <a:lstStyle/>
          <a:p>
            <a:pPr marL="171450" indent="-171450" eaLnBrk="1" fontAlgn="auto" hangingPunct="1">
              <a:spcBef>
                <a:spcPts val="0"/>
              </a:spcBef>
              <a:spcAft>
                <a:spcPts val="0"/>
              </a:spcAft>
              <a:buFont typeface="Arial" pitchFamily="34" charset="0"/>
              <a:buChar char="•"/>
              <a:defRPr/>
            </a:pPr>
            <a:r>
              <a:rPr lang="en-US" dirty="0">
                <a:ea typeface="+mn-ea"/>
              </a:rPr>
              <a:t>The prime transporter of waste via the kidneys</a:t>
            </a:r>
          </a:p>
          <a:p>
            <a:pPr marL="171450" indent="-171450" eaLnBrk="1" fontAlgn="auto" hangingPunct="1">
              <a:spcBef>
                <a:spcPts val="0"/>
              </a:spcBef>
              <a:spcAft>
                <a:spcPts val="0"/>
              </a:spcAft>
              <a:buFont typeface="Arial" pitchFamily="34" charset="0"/>
              <a:buChar char="•"/>
              <a:defRPr/>
            </a:pPr>
            <a:r>
              <a:rPr lang="en-US" dirty="0">
                <a:ea typeface="+mn-ea"/>
              </a:rPr>
              <a:t>A temperature regulator</a:t>
            </a:r>
          </a:p>
          <a:p>
            <a:pPr marL="171450" indent="-171450" eaLnBrk="1" fontAlgn="auto" hangingPunct="1">
              <a:spcBef>
                <a:spcPts val="0"/>
              </a:spcBef>
              <a:spcAft>
                <a:spcPts val="0"/>
              </a:spcAft>
              <a:buFont typeface="Arial" pitchFamily="34" charset="0"/>
              <a:buChar char="•"/>
              <a:defRPr/>
            </a:pPr>
            <a:r>
              <a:rPr lang="en-US" dirty="0">
                <a:ea typeface="+mn-ea"/>
              </a:rPr>
              <a:t>A major constituent of the circulating blood</a:t>
            </a:r>
          </a:p>
          <a:p>
            <a:pPr eaLnBrk="1" fontAlgn="auto" hangingPunct="1">
              <a:spcBef>
                <a:spcPts val="0"/>
              </a:spcBef>
              <a:spcAft>
                <a:spcPts val="0"/>
              </a:spcAft>
              <a:defRPr/>
            </a:pPr>
            <a:endParaRPr lang="en-US" dirty="0">
              <a:ea typeface="+mn-ea"/>
            </a:endParaRPr>
          </a:p>
          <a:p>
            <a:pPr eaLnBrk="1" fontAlgn="auto" hangingPunct="1">
              <a:spcBef>
                <a:spcPts val="0"/>
              </a:spcBef>
              <a:spcAft>
                <a:spcPts val="0"/>
              </a:spcAft>
              <a:defRPr/>
            </a:pPr>
            <a:endParaRPr lang="en-US" dirty="0">
              <a:ea typeface="+mn-ea"/>
            </a:endParaRPr>
          </a:p>
        </p:txBody>
      </p:sp>
      <p:sp>
        <p:nvSpPr>
          <p:cNvPr id="238596" name="Slide Number Placeholder 3">
            <a:extLst>
              <a:ext uri="{FF2B5EF4-FFF2-40B4-BE49-F238E27FC236}">
                <a16:creationId xmlns:a16="http://schemas.microsoft.com/office/drawing/2014/main" xmlns="" id="{C860FFAB-DABA-42C9-9556-9CE574C2560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0DA2FFF-5DFF-4B7B-859E-99A8E654EDA7}" type="slidenum">
              <a:rPr lang="en-US" altLang="fr-FR">
                <a:latin typeface="Calibri" panose="020F0502020204030204" pitchFamily="34" charset="0"/>
                <a:ea typeface="MS PGothic" panose="020B0600070205080204" pitchFamily="34" charset="-128"/>
              </a:rPr>
              <a:pPr/>
              <a:t>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2029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Image Placeholder 1">
            <a:extLst>
              <a:ext uri="{FF2B5EF4-FFF2-40B4-BE49-F238E27FC236}">
                <a16:creationId xmlns:a16="http://schemas.microsoft.com/office/drawing/2014/main" xmlns="" id="{8B5E3642-2372-415E-952B-35EEE7858E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3" name="Notes Placeholder 2">
            <a:extLst>
              <a:ext uri="{FF2B5EF4-FFF2-40B4-BE49-F238E27FC236}">
                <a16:creationId xmlns:a16="http://schemas.microsoft.com/office/drawing/2014/main" xmlns="" id="{4D554ED5-4566-4469-BF73-70257820C7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About two thirds of the water our body requires comes from ingested liquid, about one third from our food, and a small amount of liquid is synthesized during food metabolism. Fruits and vegetables generally have higher water content than other food groups. Examples include: Apricots, watermelon, papaya, citrus, strawberries, apples, grapes, cherries, spinach, bell peppers, lettuce, carrots, cucumbers, squash, broccoli, celery, tomato.</a:t>
            </a:r>
          </a:p>
          <a:p>
            <a:pPr eaLnBrk="1" hangingPunct="1">
              <a:spcBef>
                <a:spcPct val="0"/>
              </a:spcBef>
            </a:pPr>
            <a:endParaRPr lang="en-US" altLang="fr-FR"/>
          </a:p>
        </p:txBody>
      </p:sp>
      <p:sp>
        <p:nvSpPr>
          <p:cNvPr id="240644" name="Slide Number Placeholder 3">
            <a:extLst>
              <a:ext uri="{FF2B5EF4-FFF2-40B4-BE49-F238E27FC236}">
                <a16:creationId xmlns:a16="http://schemas.microsoft.com/office/drawing/2014/main" xmlns="" id="{33A54D3A-12B5-4BED-92F8-CBC3445495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00471C7-B4BF-47E0-A280-CE949D71D3D3}" type="slidenum">
              <a:rPr lang="en-US" altLang="fr-FR">
                <a:latin typeface="Calibri" panose="020F0502020204030204" pitchFamily="34" charset="0"/>
                <a:ea typeface="MS PGothic" panose="020B0600070205080204" pitchFamily="34" charset="-128"/>
              </a:rPr>
              <a:pPr/>
              <a:t>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13454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Slide Image Placeholder 1">
            <a:extLst>
              <a:ext uri="{FF2B5EF4-FFF2-40B4-BE49-F238E27FC236}">
                <a16:creationId xmlns:a16="http://schemas.microsoft.com/office/drawing/2014/main" xmlns="" id="{7708E85A-7C4A-4133-A140-C72963220A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2691" name="Notes Placeholder 2">
            <a:extLst>
              <a:ext uri="{FF2B5EF4-FFF2-40B4-BE49-F238E27FC236}">
                <a16:creationId xmlns:a16="http://schemas.microsoft.com/office/drawing/2014/main" xmlns="" id="{5FB8AE2A-741A-4B5A-831D-41FEF9AD95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Ideally, the body maintains a balance between the amount of water lost each day and the amount taken in to replace it. The amount of daily water lost depends on climatic conditions and physical activities, as shown in the adjacent table.</a:t>
            </a:r>
          </a:p>
          <a:p>
            <a:pPr eaLnBrk="1" hangingPunct="1">
              <a:spcBef>
                <a:spcPct val="0"/>
              </a:spcBef>
            </a:pPr>
            <a:r>
              <a:rPr lang="en-US" altLang="fr-FR"/>
              <a:t>The table shows that sweat is excreted 50 times quicker under conditions of prolonged heavy exercise compared to low activity in normal temperatures. The average human excretes a total of some 2,300 milliliters of water daily during low activity at normal temperature, and 6,600 milliliters in prolonged heavy exercise.³</a:t>
            </a:r>
          </a:p>
          <a:p>
            <a:pPr eaLnBrk="1" hangingPunct="1">
              <a:spcBef>
                <a:spcPct val="0"/>
              </a:spcBef>
            </a:pPr>
            <a:endParaRPr lang="en-US" altLang="fr-FR"/>
          </a:p>
        </p:txBody>
      </p:sp>
      <p:sp>
        <p:nvSpPr>
          <p:cNvPr id="242692" name="Slide Number Placeholder 3">
            <a:extLst>
              <a:ext uri="{FF2B5EF4-FFF2-40B4-BE49-F238E27FC236}">
                <a16:creationId xmlns:a16="http://schemas.microsoft.com/office/drawing/2014/main" xmlns="" id="{D346D049-16B5-4718-BC4E-F329C9AED0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8B4C878-DED2-4825-AA33-403E9FFBB231}" type="slidenum">
              <a:rPr lang="en-US" altLang="fr-FR">
                <a:latin typeface="Calibri" panose="020F0502020204030204" pitchFamily="34" charset="0"/>
                <a:ea typeface="MS PGothic" panose="020B0600070205080204" pitchFamily="34" charset="-128"/>
              </a:rPr>
              <a:pPr/>
              <a:t>10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20401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Slide Image Placeholder 1">
            <a:extLst>
              <a:ext uri="{FF2B5EF4-FFF2-40B4-BE49-F238E27FC236}">
                <a16:creationId xmlns:a16="http://schemas.microsoft.com/office/drawing/2014/main" xmlns="" id="{A8FC8E60-1B77-4B65-A5A9-FD4144B918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4739" name="Notes Placeholder 2">
            <a:extLst>
              <a:ext uri="{FF2B5EF4-FFF2-40B4-BE49-F238E27FC236}">
                <a16:creationId xmlns:a16="http://schemas.microsoft.com/office/drawing/2014/main" xmlns="" id="{89E3C4AB-C600-4D1E-B102-7B8A82FA8E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When we don</a:t>
            </a:r>
            <a:r>
              <a:rPr lang="en-US" altLang="en-US"/>
              <a:t>’</a:t>
            </a:r>
            <a:r>
              <a:rPr lang="en-US" altLang="fr-FR"/>
              <a:t>t provide our bodies with enough water, they attempt to avoid dehydration by decreasing sweat and urine output. If this compensatory mechanism proves inadequate and insufficient fluid intake persists, dehydration will occur. </a:t>
            </a:r>
          </a:p>
          <a:p>
            <a:pPr eaLnBrk="1" hangingPunct="1">
              <a:spcBef>
                <a:spcPct val="0"/>
              </a:spcBef>
            </a:pPr>
            <a:r>
              <a:rPr lang="en-US" altLang="fr-FR">
                <a:solidFill>
                  <a:srgbClr val="000000"/>
                </a:solidFill>
              </a:rPr>
              <a:t>Dehydration causes an impairment of the body cooling mechanisms, along with a possible rise in body temperature…</a:t>
            </a:r>
            <a:endParaRPr lang="en-US" altLang="fr-FR"/>
          </a:p>
        </p:txBody>
      </p:sp>
      <p:sp>
        <p:nvSpPr>
          <p:cNvPr id="244740" name="Slide Number Placeholder 3">
            <a:extLst>
              <a:ext uri="{FF2B5EF4-FFF2-40B4-BE49-F238E27FC236}">
                <a16:creationId xmlns:a16="http://schemas.microsoft.com/office/drawing/2014/main" xmlns="" id="{14087457-4EA3-468E-930F-E6BFDA908B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4EF5668-6C46-4EF6-8DFA-772BEADE62D9}" type="slidenum">
              <a:rPr lang="en-US" altLang="fr-FR">
                <a:latin typeface="Calibri" panose="020F0502020204030204" pitchFamily="34" charset="0"/>
                <a:ea typeface="MS PGothic" panose="020B0600070205080204" pitchFamily="34" charset="-128"/>
              </a:rPr>
              <a:pPr/>
              <a:t>11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201162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Slide Image Placeholder 1">
            <a:extLst>
              <a:ext uri="{FF2B5EF4-FFF2-40B4-BE49-F238E27FC236}">
                <a16:creationId xmlns:a16="http://schemas.microsoft.com/office/drawing/2014/main" xmlns="" id="{F2C403F3-9D9B-43A6-8608-F1A86CBDC5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2931" name="Notes Placeholder 2">
            <a:extLst>
              <a:ext uri="{FF2B5EF4-FFF2-40B4-BE49-F238E27FC236}">
                <a16:creationId xmlns:a16="http://schemas.microsoft.com/office/drawing/2014/main" xmlns="" id="{E61BC6FF-C783-49E0-AD17-CF9B940C14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dirty="0"/>
              <a:t>Insufficient water intake also leads to </a:t>
            </a:r>
            <a:r>
              <a:rPr lang="en-US" altLang="fr-FR" b="1" dirty="0"/>
              <a:t>constipation—to the delight of the laxative industry</a:t>
            </a:r>
            <a:r>
              <a:rPr lang="en-US" altLang="fr-FR" dirty="0"/>
              <a:t>.⁴ Exercise and fiber intake play a role, as well.</a:t>
            </a:r>
          </a:p>
          <a:p>
            <a:pPr eaLnBrk="1" hangingPunct="1">
              <a:spcBef>
                <a:spcPct val="0"/>
              </a:spcBef>
            </a:pPr>
            <a:r>
              <a:rPr lang="en-US" altLang="fr-FR" b="1" dirty="0"/>
              <a:t>Dehydration may cause a person to experience dizziness or headache</a:t>
            </a:r>
            <a:r>
              <a:rPr lang="en-US" altLang="fr-FR" dirty="0"/>
              <a:t>. During prolonged, arduous exercise serious dehydration may occur, so careful attention to fluid intake is particularly important under these circumstances. </a:t>
            </a:r>
          </a:p>
          <a:p>
            <a:pPr eaLnBrk="1" hangingPunct="1">
              <a:spcBef>
                <a:spcPct val="0"/>
              </a:spcBef>
            </a:pPr>
            <a:r>
              <a:rPr lang="en-US" altLang="fr-FR" dirty="0"/>
              <a:t>Drinking an inadequate amount of water also </a:t>
            </a:r>
            <a:r>
              <a:rPr lang="en-US" altLang="fr-FR" b="1" dirty="0"/>
              <a:t>increases the risk of developing kidney and gallstones.⁵ </a:t>
            </a:r>
          </a:p>
        </p:txBody>
      </p:sp>
      <p:sp>
        <p:nvSpPr>
          <p:cNvPr id="252932" name="Slide Number Placeholder 3">
            <a:extLst>
              <a:ext uri="{FF2B5EF4-FFF2-40B4-BE49-F238E27FC236}">
                <a16:creationId xmlns:a16="http://schemas.microsoft.com/office/drawing/2014/main" xmlns="" id="{8C158FFA-5904-4F5A-A6A6-758ECD6D53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E9AD376-C99B-47A5-926E-A38DD34AEE94}" type="slidenum">
              <a:rPr lang="en-US" altLang="fr-FR">
                <a:latin typeface="Calibri" panose="020F0502020204030204" pitchFamily="34" charset="0"/>
                <a:ea typeface="MS PGothic" panose="020B0600070205080204" pitchFamily="34" charset="-128"/>
              </a:rPr>
              <a:pPr/>
              <a:t>12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00205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Slide Image Placeholder 1">
            <a:extLst>
              <a:ext uri="{FF2B5EF4-FFF2-40B4-BE49-F238E27FC236}">
                <a16:creationId xmlns:a16="http://schemas.microsoft.com/office/drawing/2014/main" xmlns="" id="{C651EEBD-24E2-417C-A5E6-A8C1C24340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4979" name="Notes Placeholder 2">
            <a:extLst>
              <a:ext uri="{FF2B5EF4-FFF2-40B4-BE49-F238E27FC236}">
                <a16:creationId xmlns:a16="http://schemas.microsoft.com/office/drawing/2014/main" xmlns="" id="{3A76FFB6-00AE-416A-9E60-EB598683EB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In 1995, The Journal of the American Medical Association called attention to the hazards facing older Americans from inadequate fluid intake.⁶ It</a:t>
            </a:r>
            <a:r>
              <a:rPr lang="en-US" altLang="en-US"/>
              <a:t>’</a:t>
            </a:r>
            <a:r>
              <a:rPr lang="en-US" altLang="fr-FR"/>
              <a:t>s estimated that adequate hydration of older people could save thousands of days of hospitalization and millions of dollars each year. Such an observation has implications for all age groups worldwide.</a:t>
            </a:r>
          </a:p>
          <a:p>
            <a:pPr eaLnBrk="1" hangingPunct="1">
              <a:spcBef>
                <a:spcPct val="0"/>
              </a:spcBef>
            </a:pPr>
            <a:endParaRPr lang="en-US" altLang="fr-FR"/>
          </a:p>
        </p:txBody>
      </p:sp>
      <p:sp>
        <p:nvSpPr>
          <p:cNvPr id="254980" name="Slide Number Placeholder 3">
            <a:extLst>
              <a:ext uri="{FF2B5EF4-FFF2-40B4-BE49-F238E27FC236}">
                <a16:creationId xmlns:a16="http://schemas.microsoft.com/office/drawing/2014/main" xmlns="" id="{CC137A88-4F0E-4A6B-9441-D6218866C6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0719DE5-3E72-49DF-83F8-6CF2C3799F8D}" type="slidenum">
              <a:rPr lang="en-US" altLang="fr-FR">
                <a:latin typeface="Calibri" panose="020F0502020204030204" pitchFamily="34" charset="0"/>
                <a:ea typeface="MS PGothic" panose="020B0600070205080204" pitchFamily="34" charset="-128"/>
              </a:rPr>
              <a:pPr/>
              <a:t>13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13823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Slide Image Placeholder 1">
            <a:extLst>
              <a:ext uri="{FF2B5EF4-FFF2-40B4-BE49-F238E27FC236}">
                <a16:creationId xmlns:a16="http://schemas.microsoft.com/office/drawing/2014/main" xmlns="" id="{CBED2493-49D6-4105-B80E-7C66841E23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7027" name="Notes Placeholder 2">
            <a:extLst>
              <a:ext uri="{FF2B5EF4-FFF2-40B4-BE49-F238E27FC236}">
                <a16:creationId xmlns:a16="http://schemas.microsoft.com/office/drawing/2014/main" xmlns="" id="{CB0A36FE-61B1-4BBD-B105-C0A4957C8F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dirty="0"/>
              <a:t>To help stay hydrated during prolonged physical activity or in hot weather, the 2005 Dietary Guidelines for Americans recommends that we drink fluids during the activity as well as several glasses of water or other fluid after the physical activity is completed.⁷</a:t>
            </a:r>
          </a:p>
          <a:p>
            <a:pPr eaLnBrk="1" hangingPunct="1">
              <a:spcBef>
                <a:spcPct val="0"/>
              </a:spcBef>
            </a:pPr>
            <a:r>
              <a:rPr lang="en-US" altLang="fr-FR" dirty="0"/>
              <a:t>In the healthy person, a practical guide to water intake is to consume sufficient amounts throughout the day to ensure that the urine is a pale color. (Urine may be a bright yellow color after taking certain medications, including vitamin pills and anti-tuberculosis medication.) </a:t>
            </a:r>
          </a:p>
          <a:p>
            <a:pPr eaLnBrk="1" hangingPunct="1">
              <a:spcBef>
                <a:spcPct val="0"/>
              </a:spcBef>
            </a:pPr>
            <a:endParaRPr lang="en-US" altLang="fr-FR" dirty="0"/>
          </a:p>
        </p:txBody>
      </p:sp>
      <p:sp>
        <p:nvSpPr>
          <p:cNvPr id="257028" name="Slide Number Placeholder 3">
            <a:extLst>
              <a:ext uri="{FF2B5EF4-FFF2-40B4-BE49-F238E27FC236}">
                <a16:creationId xmlns:a16="http://schemas.microsoft.com/office/drawing/2014/main" xmlns="" id="{7F6F6565-EF19-4C02-BC78-E8C89DDD991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EFBABC4-166A-46DD-BEB9-E232D80A5DA6}" type="slidenum">
              <a:rPr lang="en-US" altLang="fr-FR">
                <a:latin typeface="Calibri" panose="020F0502020204030204" pitchFamily="34" charset="0"/>
                <a:ea typeface="MS PGothic" panose="020B0600070205080204" pitchFamily="34" charset="-128"/>
              </a:rPr>
              <a:pPr/>
              <a:t>14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02411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Slide Image Placeholder 1">
            <a:extLst>
              <a:ext uri="{FF2B5EF4-FFF2-40B4-BE49-F238E27FC236}">
                <a16:creationId xmlns:a16="http://schemas.microsoft.com/office/drawing/2014/main" xmlns="" id="{4728E625-88B3-4C7E-AC81-029C299675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9075" name="Notes Placeholder 2">
            <a:extLst>
              <a:ext uri="{FF2B5EF4-FFF2-40B4-BE49-F238E27FC236}">
                <a16:creationId xmlns:a16="http://schemas.microsoft.com/office/drawing/2014/main" xmlns="" id="{76197BD2-F305-49AC-B541-1A8DBA2770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Begin drinking water in the morning, because the body is relatively dehydrated from insensible (invisible) water loss, or perspiration, during sleep. Then continue to drink water at regular intervals throughout the day.</a:t>
            </a:r>
          </a:p>
          <a:p>
            <a:pPr eaLnBrk="1" hangingPunct="1">
              <a:spcBef>
                <a:spcPct val="0"/>
              </a:spcBef>
            </a:pPr>
            <a:r>
              <a:rPr lang="en-US" altLang="fr-FR"/>
              <a:t>Be sure to drink water that is pure and clean. It is the most healthfully beneficial liquid we can consume because it</a:t>
            </a:r>
            <a:r>
              <a:rPr lang="en-US" altLang="en-US"/>
              <a:t>’</a:t>
            </a:r>
            <a:r>
              <a:rPr lang="en-US" altLang="fr-FR"/>
              <a:t>s relatively free of electrolytes and diuretic agents such as caffeine. Alcoholic drinks, apart from their other deleterious effects, are also diuretic agents. Most soft drinks are loaded with sugar, contributing to problems of obesity, diabetes, and dental caries.</a:t>
            </a:r>
          </a:p>
          <a:p>
            <a:pPr eaLnBrk="1" hangingPunct="1">
              <a:spcBef>
                <a:spcPct val="0"/>
              </a:spcBef>
            </a:pPr>
            <a:endParaRPr lang="en-US" altLang="fr-FR"/>
          </a:p>
        </p:txBody>
      </p:sp>
      <p:sp>
        <p:nvSpPr>
          <p:cNvPr id="259076" name="Slide Number Placeholder 3">
            <a:extLst>
              <a:ext uri="{FF2B5EF4-FFF2-40B4-BE49-F238E27FC236}">
                <a16:creationId xmlns:a16="http://schemas.microsoft.com/office/drawing/2014/main" xmlns="" id="{51741FD5-590C-4860-B77D-F9F1BEBA874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CE9184E-55E6-4159-83BB-AAABABED0123}" type="slidenum">
              <a:rPr lang="en-US" altLang="fr-FR">
                <a:latin typeface="Calibri" panose="020F0502020204030204" pitchFamily="34" charset="0"/>
                <a:ea typeface="MS PGothic" panose="020B0600070205080204" pitchFamily="34" charset="-128"/>
              </a:rPr>
              <a:pPr/>
              <a:t>15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22838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Slide Image Placeholder 1">
            <a:extLst>
              <a:ext uri="{FF2B5EF4-FFF2-40B4-BE49-F238E27FC236}">
                <a16:creationId xmlns:a16="http://schemas.microsoft.com/office/drawing/2014/main" xmlns="" id="{329B7027-1742-4858-8901-C86478F30B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1123" name="Notes Placeholder 2">
            <a:extLst>
              <a:ext uri="{FF2B5EF4-FFF2-40B4-BE49-F238E27FC236}">
                <a16:creationId xmlns:a16="http://schemas.microsoft.com/office/drawing/2014/main" xmlns="" id="{4D0FA983-A77F-4A8A-AE55-E8373EB6B6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Another important use of water is cleansing. Regular bathing removes accumulated dirt and contaminating debris, reducing the risk of infection. </a:t>
            </a:r>
          </a:p>
          <a:p>
            <a:pPr eaLnBrk="1" hangingPunct="1">
              <a:spcBef>
                <a:spcPct val="0"/>
              </a:spcBef>
            </a:pPr>
            <a:r>
              <a:rPr lang="en-US" altLang="fr-FR"/>
              <a:t>Frequent hand washing may reduce transmission of many infectious agents from person to person. If people thoroughly washed their hands with soap and water before eating and after activities that soil their hands, a large percentage of infectious diseases would be eliminated.</a:t>
            </a:r>
          </a:p>
          <a:p>
            <a:pPr eaLnBrk="1" hangingPunct="1">
              <a:spcBef>
                <a:spcPct val="0"/>
              </a:spcBef>
            </a:pPr>
            <a:endParaRPr lang="en-US" altLang="fr-FR"/>
          </a:p>
        </p:txBody>
      </p:sp>
      <p:sp>
        <p:nvSpPr>
          <p:cNvPr id="261124" name="Slide Number Placeholder 3">
            <a:extLst>
              <a:ext uri="{FF2B5EF4-FFF2-40B4-BE49-F238E27FC236}">
                <a16:creationId xmlns:a16="http://schemas.microsoft.com/office/drawing/2014/main" xmlns="" id="{874F0B0F-89D9-45E5-8898-43728B327F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1A0F0B5-BE6F-43FA-AC91-2D6164D92F1F}" type="slidenum">
              <a:rPr lang="en-US" altLang="fr-FR">
                <a:latin typeface="Calibri" panose="020F0502020204030204" pitchFamily="34" charset="0"/>
                <a:ea typeface="MS PGothic" panose="020B0600070205080204" pitchFamily="34" charset="-128"/>
              </a:rPr>
              <a:pPr/>
              <a:t>16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17869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Slide Image Placeholder 1">
            <a:extLst>
              <a:ext uri="{FF2B5EF4-FFF2-40B4-BE49-F238E27FC236}">
                <a16:creationId xmlns:a16="http://schemas.microsoft.com/office/drawing/2014/main" xmlns="" id="{361050B2-62D8-4D9F-9DF7-C501CC3CD8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3171" name="Notes Placeholder 2">
            <a:extLst>
              <a:ext uri="{FF2B5EF4-FFF2-40B4-BE49-F238E27FC236}">
                <a16:creationId xmlns:a16="http://schemas.microsoft.com/office/drawing/2014/main" xmlns="" id="{84E0F610-8A25-4ADB-A511-0596DE4E60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dirty="0"/>
              <a:t>Hydrotherapy is the use of water as a simple home therapeutic application. It</a:t>
            </a:r>
            <a:r>
              <a:rPr lang="en-US" altLang="en-US" dirty="0"/>
              <a:t>’</a:t>
            </a:r>
            <a:r>
              <a:rPr lang="en-US" altLang="fr-FR" dirty="0"/>
              <a:t>s best applied as a help for simple muscular aches, pains, and bruises. </a:t>
            </a:r>
          </a:p>
        </p:txBody>
      </p:sp>
      <p:sp>
        <p:nvSpPr>
          <p:cNvPr id="263172" name="Slide Number Placeholder 3">
            <a:extLst>
              <a:ext uri="{FF2B5EF4-FFF2-40B4-BE49-F238E27FC236}">
                <a16:creationId xmlns:a16="http://schemas.microsoft.com/office/drawing/2014/main" xmlns="" id="{18EBF531-03A8-43C4-B794-6ADC9F0ECC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99BA9E1-DED8-4326-889E-F9829107AAAE}" type="slidenum">
              <a:rPr lang="en-US" altLang="fr-FR">
                <a:latin typeface="Calibri" panose="020F0502020204030204" pitchFamily="34" charset="0"/>
                <a:ea typeface="MS PGothic" panose="020B0600070205080204" pitchFamily="34" charset="-128"/>
              </a:rPr>
              <a:pPr/>
              <a:t>17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27454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Slide Image Placeholder 1">
            <a:extLst>
              <a:ext uri="{FF2B5EF4-FFF2-40B4-BE49-F238E27FC236}">
                <a16:creationId xmlns:a16="http://schemas.microsoft.com/office/drawing/2014/main" xmlns="" id="{88A449B5-D484-4086-B99C-BBAECCFDDC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5219" name="Notes Placeholder 2">
            <a:extLst>
              <a:ext uri="{FF2B5EF4-FFF2-40B4-BE49-F238E27FC236}">
                <a16:creationId xmlns:a16="http://schemas.microsoft.com/office/drawing/2014/main" xmlns="" id="{979D58FB-C2E9-4720-AB57-E55B390D7D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When dealing with muscular aches, alternately apply hot, wet towels and cold ones (end with a cold application) to affected areas. This will improve blood flow. If a recent injury and bruising have occurred, cold compresses are more appropriate.</a:t>
            </a:r>
          </a:p>
        </p:txBody>
      </p:sp>
      <p:sp>
        <p:nvSpPr>
          <p:cNvPr id="265220" name="Slide Number Placeholder 3">
            <a:extLst>
              <a:ext uri="{FF2B5EF4-FFF2-40B4-BE49-F238E27FC236}">
                <a16:creationId xmlns:a16="http://schemas.microsoft.com/office/drawing/2014/main" xmlns="" id="{51B3F33E-0734-4091-967A-4C173E2AB46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4072C1A-678E-4409-AB24-5A7ED4A047A7}" type="slidenum">
              <a:rPr lang="en-US" altLang="fr-FR">
                <a:latin typeface="Calibri" panose="020F0502020204030204" pitchFamily="34" charset="0"/>
                <a:ea typeface="MS PGothic" panose="020B0600070205080204" pitchFamily="34" charset="-128"/>
              </a:rPr>
              <a:pPr/>
              <a:t>18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76314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Slide Image Placeholder 1">
            <a:extLst>
              <a:ext uri="{FF2B5EF4-FFF2-40B4-BE49-F238E27FC236}">
                <a16:creationId xmlns:a16="http://schemas.microsoft.com/office/drawing/2014/main" xmlns="" id="{C0A48399-6EB2-481F-9927-F7579788B93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7267" name="Notes Placeholder 2">
            <a:extLst>
              <a:ext uri="{FF2B5EF4-FFF2-40B4-BE49-F238E27FC236}">
                <a16:creationId xmlns:a16="http://schemas.microsoft.com/office/drawing/2014/main" xmlns="" id="{56513F1D-00A0-484F-AD54-86489856F7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Caution should be exercised where the skin is diseased or cut. When blood flow becomes impaired or there is neurological damage resulting in an inability to feel heat, hot applications may lead to serious injury, so caution is again advised. This is especially applicable to people with diabetes or those whose nerves have been damaged by injury or surgery. </a:t>
            </a:r>
          </a:p>
          <a:p>
            <a:pPr eaLnBrk="1" hangingPunct="1">
              <a:spcBef>
                <a:spcPct val="0"/>
              </a:spcBef>
            </a:pPr>
            <a:endParaRPr lang="en-US" altLang="fr-FR"/>
          </a:p>
          <a:p>
            <a:pPr eaLnBrk="1" hangingPunct="1">
              <a:spcBef>
                <a:spcPct val="0"/>
              </a:spcBef>
            </a:pPr>
            <a:endParaRPr lang="en-US" altLang="fr-FR"/>
          </a:p>
        </p:txBody>
      </p:sp>
      <p:sp>
        <p:nvSpPr>
          <p:cNvPr id="267268" name="Slide Number Placeholder 3">
            <a:extLst>
              <a:ext uri="{FF2B5EF4-FFF2-40B4-BE49-F238E27FC236}">
                <a16:creationId xmlns:a16="http://schemas.microsoft.com/office/drawing/2014/main" xmlns="" id="{4B9E83D5-447F-40D0-B2DD-2BEFC65A855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F8893BD-BB8F-4BE3-8988-8F6B35DAE3BD}" type="slidenum">
              <a:rPr lang="en-US" altLang="fr-FR">
                <a:latin typeface="Calibri" panose="020F0502020204030204" pitchFamily="34" charset="0"/>
                <a:ea typeface="MS PGothic" panose="020B0600070205080204" pitchFamily="34" charset="-128"/>
              </a:rPr>
              <a:pPr/>
              <a:t>19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67874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Slide Image Placeholder 1">
            <a:extLst>
              <a:ext uri="{FF2B5EF4-FFF2-40B4-BE49-F238E27FC236}">
                <a16:creationId xmlns:a16="http://schemas.microsoft.com/office/drawing/2014/main" xmlns="" id="{9341AB67-C782-4AAE-88B8-4CDA9BE5E6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9315" name="Notes Placeholder 2">
            <a:extLst>
              <a:ext uri="{FF2B5EF4-FFF2-40B4-BE49-F238E27FC236}">
                <a16:creationId xmlns:a16="http://schemas.microsoft.com/office/drawing/2014/main" xmlns="" id="{6B708C5B-E7B5-4413-AD4B-A1597933D7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There are many modes of hydrotherapy, such as cold mitten friction, hot foot baths, heat compresses, and ice compresses. It</a:t>
            </a:r>
            <a:r>
              <a:rPr lang="en-US" altLang="en-US"/>
              <a:t>’</a:t>
            </a:r>
            <a:r>
              <a:rPr lang="en-US" altLang="fr-FR"/>
              <a:t>s unfortunate that so few utilize this most useful tool for relief. </a:t>
            </a:r>
          </a:p>
          <a:p>
            <a:pPr eaLnBrk="1" hangingPunct="1">
              <a:spcBef>
                <a:spcPct val="0"/>
              </a:spcBef>
            </a:pPr>
            <a:endParaRPr lang="en-US" altLang="fr-FR"/>
          </a:p>
          <a:p>
            <a:pPr eaLnBrk="1" hangingPunct="1">
              <a:spcBef>
                <a:spcPct val="0"/>
              </a:spcBef>
            </a:pPr>
            <a:endParaRPr lang="en-US" altLang="fr-FR"/>
          </a:p>
        </p:txBody>
      </p:sp>
      <p:sp>
        <p:nvSpPr>
          <p:cNvPr id="269316" name="Slide Number Placeholder 3">
            <a:extLst>
              <a:ext uri="{FF2B5EF4-FFF2-40B4-BE49-F238E27FC236}">
                <a16:creationId xmlns:a16="http://schemas.microsoft.com/office/drawing/2014/main" xmlns="" id="{720778C1-9556-48EA-BD7E-44DCE402FE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B25356C-EA00-442C-A4ED-A539D503275B}" type="slidenum">
              <a:rPr lang="en-US" altLang="fr-FR">
                <a:latin typeface="Calibri" panose="020F0502020204030204" pitchFamily="34" charset="0"/>
                <a:ea typeface="MS PGothic" panose="020B0600070205080204" pitchFamily="34" charset="-128"/>
              </a:rPr>
              <a:pPr/>
              <a:t>20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01211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Slide Image Placeholder 1">
            <a:extLst>
              <a:ext uri="{FF2B5EF4-FFF2-40B4-BE49-F238E27FC236}">
                <a16:creationId xmlns:a16="http://schemas.microsoft.com/office/drawing/2014/main" xmlns="" id="{11157C05-F75D-4DF2-B562-51A48FC667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1363" name="Notes Placeholder 2">
            <a:extLst>
              <a:ext uri="{FF2B5EF4-FFF2-40B4-BE49-F238E27FC236}">
                <a16:creationId xmlns:a16="http://schemas.microsoft.com/office/drawing/2014/main" xmlns="" id="{9C258419-A0F5-46D5-8A98-2270960C2A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man injured his elbow during a badminton game. He would not listen to advice to compress the hematoma of his elbow with ice, which would reduce the bleeding. The next day the bruised area around his elbow had swollen so much that he went to see the doctor right away. The doctor advised the use of ice compresses at home, and charged a $100 consultation fee!</a:t>
            </a:r>
          </a:p>
          <a:p>
            <a:pPr eaLnBrk="1" hangingPunct="1">
              <a:spcBef>
                <a:spcPct val="0"/>
              </a:spcBef>
            </a:pPr>
            <a:endParaRPr lang="en-US" altLang="fr-FR"/>
          </a:p>
        </p:txBody>
      </p:sp>
      <p:sp>
        <p:nvSpPr>
          <p:cNvPr id="271364" name="Slide Number Placeholder 3">
            <a:extLst>
              <a:ext uri="{FF2B5EF4-FFF2-40B4-BE49-F238E27FC236}">
                <a16:creationId xmlns:a16="http://schemas.microsoft.com/office/drawing/2014/main" xmlns="" id="{43477059-57E9-445D-95D5-31C0A29FF7F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520DD74-AEB9-45F3-BB0D-B6AC1D16D4AB}" type="slidenum">
              <a:rPr lang="en-US" altLang="fr-FR">
                <a:latin typeface="Calibri" panose="020F0502020204030204" pitchFamily="34" charset="0"/>
                <a:ea typeface="MS PGothic" panose="020B0600070205080204" pitchFamily="34" charset="-128"/>
              </a:rPr>
              <a:pPr/>
              <a:t>21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31336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Slide Image Placeholder 1">
            <a:extLst>
              <a:ext uri="{FF2B5EF4-FFF2-40B4-BE49-F238E27FC236}">
                <a16:creationId xmlns:a16="http://schemas.microsoft.com/office/drawing/2014/main" xmlns="" id="{EFEC3485-6BFC-47FF-A766-F8A9ECEFD6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3411" name="Notes Placeholder 2">
            <a:extLst>
              <a:ext uri="{FF2B5EF4-FFF2-40B4-BE49-F238E27FC236}">
                <a16:creationId xmlns:a16="http://schemas.microsoft.com/office/drawing/2014/main" xmlns="" id="{6660CA03-CB2C-457C-A1D5-39280B6C02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a:t>
            </a:r>
            <a:r>
              <a:rPr lang="en-US" altLang="fr-FR"/>
              <a:t>The external application of water is one of the easiest and most satisfactory ways of regulating the circulation of the blood. . . . But many have never learned by experience the beneficial effects of the proper use of water. . . . </a:t>
            </a:r>
          </a:p>
          <a:p>
            <a:pPr eaLnBrk="1" hangingPunct="1">
              <a:spcBef>
                <a:spcPct val="0"/>
              </a:spcBef>
            </a:pPr>
            <a:endParaRPr lang="en-US" altLang="fr-FR"/>
          </a:p>
        </p:txBody>
      </p:sp>
      <p:sp>
        <p:nvSpPr>
          <p:cNvPr id="273412" name="Slide Number Placeholder 3">
            <a:extLst>
              <a:ext uri="{FF2B5EF4-FFF2-40B4-BE49-F238E27FC236}">
                <a16:creationId xmlns:a16="http://schemas.microsoft.com/office/drawing/2014/main" xmlns="" id="{39260111-D8AD-499D-A209-63401186907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7C168C9-2ABB-4ED6-B20F-4B923444969B}" type="slidenum">
              <a:rPr lang="en-US" altLang="fr-FR">
                <a:latin typeface="Calibri" panose="020F0502020204030204" pitchFamily="34" charset="0"/>
                <a:ea typeface="MS PGothic" panose="020B0600070205080204" pitchFamily="34" charset="-128"/>
              </a:rPr>
              <a:pPr/>
              <a:t>22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483772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Slide Image Placeholder 1">
            <a:extLst>
              <a:ext uri="{FF2B5EF4-FFF2-40B4-BE49-F238E27FC236}">
                <a16:creationId xmlns:a16="http://schemas.microsoft.com/office/drawing/2014/main" xmlns="" id="{7588C991-28C5-4EAF-9CB4-5541126679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5459" name="Notes Placeholder 2">
            <a:extLst>
              <a:ext uri="{FF2B5EF4-FFF2-40B4-BE49-F238E27FC236}">
                <a16:creationId xmlns:a16="http://schemas.microsoft.com/office/drawing/2014/main" xmlns="" id="{632885DB-C1BD-4125-8BBA-822CC023EF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All should become intelligent in its use in simple home treatments.</a:t>
            </a:r>
            <a:r>
              <a:rPr lang="en-US" altLang="en-US"/>
              <a:t>”</a:t>
            </a:r>
            <a:r>
              <a:rPr lang="en-US" altLang="fr-FR"/>
              <a:t>⁸ </a:t>
            </a:r>
          </a:p>
          <a:p>
            <a:pPr eaLnBrk="1" hangingPunct="1">
              <a:spcBef>
                <a:spcPct val="0"/>
              </a:spcBef>
            </a:pPr>
            <a:r>
              <a:rPr lang="en-US" altLang="fr-FR"/>
              <a:t>Ministry of Healing p. 237</a:t>
            </a:r>
          </a:p>
          <a:p>
            <a:pPr eaLnBrk="1" hangingPunct="1">
              <a:spcBef>
                <a:spcPct val="0"/>
              </a:spcBef>
            </a:pPr>
            <a:endParaRPr lang="en-US" altLang="fr-FR"/>
          </a:p>
        </p:txBody>
      </p:sp>
      <p:sp>
        <p:nvSpPr>
          <p:cNvPr id="275460" name="Slide Number Placeholder 3">
            <a:extLst>
              <a:ext uri="{FF2B5EF4-FFF2-40B4-BE49-F238E27FC236}">
                <a16:creationId xmlns:a16="http://schemas.microsoft.com/office/drawing/2014/main" xmlns="" id="{4E55AD5E-0F1C-4C83-A0D3-DCE3808D5CB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02900A0-B427-4B52-B183-FE0B76B7F9BA}" type="slidenum">
              <a:rPr lang="en-US" altLang="fr-FR">
                <a:latin typeface="Calibri" panose="020F0502020204030204" pitchFamily="34" charset="0"/>
                <a:ea typeface="MS PGothic" panose="020B0600070205080204" pitchFamily="34" charset="-128"/>
              </a:rPr>
              <a:pPr/>
              <a:t>23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0738814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Slide Image Placeholder 1">
            <a:extLst>
              <a:ext uri="{FF2B5EF4-FFF2-40B4-BE49-F238E27FC236}">
                <a16:creationId xmlns:a16="http://schemas.microsoft.com/office/drawing/2014/main" xmlns="" id="{1EA75359-40C0-41D1-8ECF-C5B1B987B9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7507" name="Notes Placeholder 2">
            <a:extLst>
              <a:ext uri="{FF2B5EF4-FFF2-40B4-BE49-F238E27FC236}">
                <a16:creationId xmlns:a16="http://schemas.microsoft.com/office/drawing/2014/main" xmlns="" id="{CC116EE7-E5EA-48F0-B622-A3CDC402C7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Water is a precious and indispensable resource. It</a:t>
            </a:r>
            <a:r>
              <a:rPr lang="en-US" altLang="en-US">
                <a:solidFill>
                  <a:srgbClr val="000000"/>
                </a:solidFill>
              </a:rPr>
              <a:t>’</a:t>
            </a:r>
            <a:r>
              <a:rPr lang="en-US" altLang="fr-FR">
                <a:solidFill>
                  <a:srgbClr val="000000"/>
                </a:solidFill>
              </a:rPr>
              <a:t>s therefore important to conserve water resources:</a:t>
            </a:r>
          </a:p>
          <a:p>
            <a:pPr eaLnBrk="1" hangingPunct="1">
              <a:spcBef>
                <a:spcPct val="0"/>
              </a:spcBef>
            </a:pPr>
            <a:r>
              <a:rPr lang="en-US" altLang="fr-FR">
                <a:solidFill>
                  <a:srgbClr val="000000"/>
                </a:solidFill>
              </a:rPr>
              <a:t>Avoid wasting water. When possible, install toilets and shower heads in your home that use less water. When brushing your teeth, turn on the water taps only to wet and then rinse your toothbrush; turn taps off while brushing your teeth. Repair leaking faucets; continuous small drips over time can turn into huge amounts of wasted water. Also watch for other appropriate ways to conserve water in your day-to-day routines.</a:t>
            </a:r>
          </a:p>
        </p:txBody>
      </p:sp>
      <p:sp>
        <p:nvSpPr>
          <p:cNvPr id="277508" name="Slide Number Placeholder 3">
            <a:extLst>
              <a:ext uri="{FF2B5EF4-FFF2-40B4-BE49-F238E27FC236}">
                <a16:creationId xmlns:a16="http://schemas.microsoft.com/office/drawing/2014/main" xmlns="" id="{B98E8DEF-4C6A-432A-8F7B-63B49B924CF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960B348-00A0-48C2-8105-6F92950CE4BE}" type="slidenum">
              <a:rPr lang="en-US" altLang="fr-FR">
                <a:latin typeface="Calibri" panose="020F0502020204030204" pitchFamily="34" charset="0"/>
                <a:ea typeface="MS PGothic" panose="020B0600070205080204" pitchFamily="34" charset="-128"/>
              </a:rPr>
              <a:pPr/>
              <a:t>24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958023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Slide Image Placeholder 1">
            <a:extLst>
              <a:ext uri="{FF2B5EF4-FFF2-40B4-BE49-F238E27FC236}">
                <a16:creationId xmlns:a16="http://schemas.microsoft.com/office/drawing/2014/main" xmlns="" id="{4ABB473D-DBF7-47E3-B29F-5D5F71E8DE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9555" name="Notes Placeholder 2">
            <a:extLst>
              <a:ext uri="{FF2B5EF4-FFF2-40B4-BE49-F238E27FC236}">
                <a16:creationId xmlns:a16="http://schemas.microsoft.com/office/drawing/2014/main" xmlns="" id="{9097F788-1850-4837-8201-D0865A1AF4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Avoid polluting water. Water can be polluted by human excrement, industrial waste, and chemicals. Animals raised in large agricultural feed-lot operations consume huge quantities of water, and their excrement has the potential to pollute groundwater and nearby rivers and streams. </a:t>
            </a:r>
            <a:endParaRPr lang="en-US" altLang="fr-FR"/>
          </a:p>
          <a:p>
            <a:pPr eaLnBrk="1" hangingPunct="1">
              <a:spcBef>
                <a:spcPct val="0"/>
              </a:spcBef>
            </a:pPr>
            <a:endParaRPr lang="en-US" altLang="fr-FR"/>
          </a:p>
        </p:txBody>
      </p:sp>
      <p:sp>
        <p:nvSpPr>
          <p:cNvPr id="279556" name="Slide Number Placeholder 3">
            <a:extLst>
              <a:ext uri="{FF2B5EF4-FFF2-40B4-BE49-F238E27FC236}">
                <a16:creationId xmlns:a16="http://schemas.microsoft.com/office/drawing/2014/main" xmlns="" id="{E0F56DCB-3D86-4821-863E-EC8AA4920F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15BF4C1-11B2-4A07-988C-CD03ED1E65ED}" type="slidenum">
              <a:rPr lang="en-US" altLang="fr-FR">
                <a:latin typeface="Calibri" panose="020F0502020204030204" pitchFamily="34" charset="0"/>
                <a:ea typeface="MS PGothic" panose="020B0600070205080204" pitchFamily="34" charset="-128"/>
              </a:rPr>
              <a:pPr/>
              <a:t>25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735551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Slide Image Placeholder 1">
            <a:extLst>
              <a:ext uri="{FF2B5EF4-FFF2-40B4-BE49-F238E27FC236}">
                <a16:creationId xmlns:a16="http://schemas.microsoft.com/office/drawing/2014/main" xmlns="" id="{FED52DBF-B037-4511-A47B-B6598E724D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1603" name="Notes Placeholder 2">
            <a:extLst>
              <a:ext uri="{FF2B5EF4-FFF2-40B4-BE49-F238E27FC236}">
                <a16:creationId xmlns:a16="http://schemas.microsoft.com/office/drawing/2014/main" xmlns="" id="{9F808D8A-4D6A-4274-AE15-612F9E6FD6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solidFill>
                  <a:srgbClr val="000000"/>
                </a:solidFill>
              </a:rPr>
              <a:t>Eating a vegetarian diet helps to conserve water, because foods consumed in a plant-based diet require much less water to produce. </a:t>
            </a:r>
          </a:p>
          <a:p>
            <a:pPr eaLnBrk="1" hangingPunct="1">
              <a:spcBef>
                <a:spcPct val="0"/>
              </a:spcBef>
            </a:pPr>
            <a:endParaRPr lang="en-US" altLang="fr-FR"/>
          </a:p>
        </p:txBody>
      </p:sp>
      <p:sp>
        <p:nvSpPr>
          <p:cNvPr id="281604" name="Slide Number Placeholder 3">
            <a:extLst>
              <a:ext uri="{FF2B5EF4-FFF2-40B4-BE49-F238E27FC236}">
                <a16:creationId xmlns:a16="http://schemas.microsoft.com/office/drawing/2014/main" xmlns="" id="{3E6542DF-85EA-47B9-B564-29EF37DC01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2682AA0-51CF-4F5D-84BC-D113FA354154}" type="slidenum">
              <a:rPr lang="en-US" altLang="fr-FR">
                <a:latin typeface="Calibri" panose="020F0502020204030204" pitchFamily="34" charset="0"/>
                <a:ea typeface="MS PGothic" panose="020B0600070205080204" pitchFamily="34" charset="-128"/>
              </a:rPr>
              <a:pPr/>
              <a:t>26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555948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Slide Image Placeholder 1">
            <a:extLst>
              <a:ext uri="{FF2B5EF4-FFF2-40B4-BE49-F238E27FC236}">
                <a16:creationId xmlns:a16="http://schemas.microsoft.com/office/drawing/2014/main" xmlns="" id="{EA7C333A-F253-4430-877C-18ADF5B272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3651" name="Notes Placeholder 2">
            <a:extLst>
              <a:ext uri="{FF2B5EF4-FFF2-40B4-BE49-F238E27FC236}">
                <a16:creationId xmlns:a16="http://schemas.microsoft.com/office/drawing/2014/main" xmlns="" id="{62F2CAD8-E554-4B0C-8F02-D005113291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Life cannot exist without water. All body functions require it. Water cleanses, refreshes, and powerfully aids the body</a:t>
            </a:r>
            <a:r>
              <a:rPr lang="en-US" altLang="en-US"/>
              <a:t>’</a:t>
            </a:r>
            <a:r>
              <a:rPr lang="en-US" altLang="fr-FR"/>
              <a:t>s restoration. Similarly, in our spiritual lives, we cannot live eternally without the Water of Life.</a:t>
            </a:r>
          </a:p>
          <a:p>
            <a:pPr eaLnBrk="1" hangingPunct="1">
              <a:spcBef>
                <a:spcPct val="0"/>
              </a:spcBef>
            </a:pPr>
            <a:endParaRPr lang="en-US" altLang="fr-FR"/>
          </a:p>
        </p:txBody>
      </p:sp>
      <p:sp>
        <p:nvSpPr>
          <p:cNvPr id="283652" name="Slide Number Placeholder 3">
            <a:extLst>
              <a:ext uri="{FF2B5EF4-FFF2-40B4-BE49-F238E27FC236}">
                <a16:creationId xmlns:a16="http://schemas.microsoft.com/office/drawing/2014/main" xmlns="" id="{6C688064-23BC-4B55-8974-9B84B7F81ED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7F44A98-ACBD-4ADC-A578-19404EA24E85}" type="slidenum">
              <a:rPr lang="en-US" altLang="fr-FR">
                <a:latin typeface="Calibri" panose="020F0502020204030204" pitchFamily="34" charset="0"/>
                <a:ea typeface="MS PGothic" panose="020B0600070205080204" pitchFamily="34" charset="-128"/>
              </a:rPr>
              <a:pPr/>
              <a:t>27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160231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Image Placeholder 1">
            <a:extLst>
              <a:ext uri="{FF2B5EF4-FFF2-40B4-BE49-F238E27FC236}">
                <a16:creationId xmlns:a16="http://schemas.microsoft.com/office/drawing/2014/main" xmlns="" id="{0D5EBAF8-4C72-44D0-92B0-9EC24D7C72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699" name="Notes Placeholder 2">
            <a:extLst>
              <a:ext uri="{FF2B5EF4-FFF2-40B4-BE49-F238E27FC236}">
                <a16:creationId xmlns:a16="http://schemas.microsoft.com/office/drawing/2014/main" xmlns="" id="{049A5F5E-3E7D-4B59-93EB-BC536F6E59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does the term </a:t>
            </a:r>
            <a:r>
              <a:rPr lang="en-US" altLang="en-US"/>
              <a:t>“</a:t>
            </a:r>
            <a:r>
              <a:rPr lang="en-US" altLang="fr-FR"/>
              <a:t>Water of Life</a:t>
            </a:r>
            <a:r>
              <a:rPr lang="en-US" altLang="en-US"/>
              <a:t>”</a:t>
            </a:r>
            <a:r>
              <a:rPr lang="en-US" altLang="fr-FR"/>
              <a:t> mean? Two thousand years ago, Jesus Christ met a woman in Samaria who had come to a well to draw water. He asked her for a drink, and in the ensuing conversation He said He could give her water that would take away her thirst forever. </a:t>
            </a:r>
            <a:r>
              <a:rPr lang="en-US" altLang="en-US"/>
              <a:t>“‘</a:t>
            </a:r>
            <a:r>
              <a:rPr lang="en-US" altLang="fr-FR"/>
              <a:t>Whoever drinks of this water [from the well] will thirst again,</a:t>
            </a:r>
            <a:r>
              <a:rPr lang="en-US" altLang="en-US"/>
              <a:t>’”</a:t>
            </a:r>
            <a:r>
              <a:rPr lang="en-US" altLang="fr-FR"/>
              <a:t> Jesus told her, </a:t>
            </a:r>
            <a:r>
              <a:rPr lang="en-US" altLang="en-US"/>
              <a:t>“‘</a:t>
            </a:r>
            <a:r>
              <a:rPr lang="en-US" altLang="fr-FR"/>
              <a:t>but whoever drinks of the water that I shall give him will never thirst. But the water that I shall give him will become in him a fountain of water springing up into everlasting life</a:t>
            </a:r>
            <a:r>
              <a:rPr lang="en-US" altLang="en-US"/>
              <a:t>’”</a:t>
            </a:r>
            <a:r>
              <a:rPr lang="en-US" altLang="fr-FR"/>
              <a:t> (John 4:13, 14, NKJV). Such a concept implies a spiritual thirst-quenching that would satisfy the yearning for peace, joy, freedom from guilt, forgiveness, and a sense of oneness with God. </a:t>
            </a:r>
          </a:p>
          <a:p>
            <a:pPr eaLnBrk="1" hangingPunct="1">
              <a:spcBef>
                <a:spcPct val="0"/>
              </a:spcBef>
            </a:pPr>
            <a:r>
              <a:rPr lang="en-US" altLang="fr-FR"/>
              <a:t>Christians find such a solution in the person of Jesus Christ. His life was in marked contrast to the turmoil, strife, jealousy, anger, and dissatisfaction among the people both of His day and ours. His offer to us all, is to come to Him and dedicate ourselves to His service. He promises that this will bring relief from toil, anxiety, and stress, providing rest and fulfillment in Him. His offer is still valid today. May we be transformed as we drink, bathe, and are soaked in His compassion, love, and acceptance.</a:t>
            </a:r>
          </a:p>
          <a:p>
            <a:pPr eaLnBrk="1" hangingPunct="1">
              <a:spcBef>
                <a:spcPct val="0"/>
              </a:spcBef>
            </a:pPr>
            <a:endParaRPr lang="en-US" altLang="fr-FR"/>
          </a:p>
          <a:p>
            <a:pPr eaLnBrk="1" hangingPunct="1">
              <a:spcBef>
                <a:spcPct val="0"/>
              </a:spcBef>
            </a:pPr>
            <a:endParaRPr lang="en-US" altLang="fr-FR"/>
          </a:p>
        </p:txBody>
      </p:sp>
      <p:sp>
        <p:nvSpPr>
          <p:cNvPr id="285700" name="Slide Number Placeholder 3">
            <a:extLst>
              <a:ext uri="{FF2B5EF4-FFF2-40B4-BE49-F238E27FC236}">
                <a16:creationId xmlns:a16="http://schemas.microsoft.com/office/drawing/2014/main" xmlns="" id="{FDDA93FA-3EA9-4367-AE9A-8FA927345C8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BF48F4B-7CBB-4F82-A3E7-11DD6DE2E613}" type="slidenum">
              <a:rPr lang="en-US" altLang="fr-FR">
                <a:latin typeface="Calibri" panose="020F0502020204030204" pitchFamily="34" charset="0"/>
                <a:ea typeface="MS PGothic" panose="020B0600070205080204" pitchFamily="34" charset="-128"/>
              </a:rPr>
              <a:pPr/>
              <a:t>28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981259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Slide Image Placeholder 1">
            <a:extLst>
              <a:ext uri="{FF2B5EF4-FFF2-40B4-BE49-F238E27FC236}">
                <a16:creationId xmlns:a16="http://schemas.microsoft.com/office/drawing/2014/main" xmlns="" id="{7EDB0477-8BF0-4C0B-845F-21E89FDC7EA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703213EE-1D5E-4C7B-9712-933F86242877}"/>
              </a:ext>
            </a:extLst>
          </p:cNvPr>
          <p:cNvSpPr>
            <a:spLocks noGrp="1"/>
          </p:cNvSpPr>
          <p:nvPr>
            <p:ph type="body" idx="1"/>
          </p:nvPr>
        </p:nvSpPr>
        <p:spPr/>
        <p:txBody>
          <a:bodyPr/>
          <a:lstStyle/>
          <a:p>
            <a:pPr eaLnBrk="1" fontAlgn="auto" hangingPunct="1">
              <a:spcBef>
                <a:spcPts val="0"/>
              </a:spcBef>
              <a:spcAft>
                <a:spcPts val="0"/>
              </a:spcAft>
              <a:defRPr/>
            </a:pPr>
            <a:r>
              <a:rPr lang="en-US" b="1" kern="0" cap="all" dirty="0">
                <a:solidFill>
                  <a:prstClr val="black">
                    <a:lumMod val="95000"/>
                    <a:lumOff val="5000"/>
                  </a:prstClr>
                </a:solidFill>
                <a:latin typeface="Americana BT" pitchFamily="18" charset="0"/>
                <a:ea typeface="+mn-ea"/>
              </a:rPr>
              <a:t>Life application</a:t>
            </a:r>
          </a:p>
          <a:p>
            <a:pPr eaLnBrk="1" fontAlgn="auto" hangingPunct="1">
              <a:spcBef>
                <a:spcPts val="0"/>
              </a:spcBef>
              <a:spcAft>
                <a:spcPts val="0"/>
              </a:spcAft>
              <a:defRPr/>
            </a:pPr>
            <a:r>
              <a:rPr lang="en-US" b="1" kern="0" cap="all">
                <a:solidFill>
                  <a:prstClr val="black">
                    <a:lumMod val="95000"/>
                    <a:lumOff val="5000"/>
                  </a:prstClr>
                </a:solidFill>
                <a:latin typeface="Americana BT" pitchFamily="18" charset="0"/>
                <a:ea typeface="+mn-ea"/>
              </a:rPr>
              <a:t>questions</a:t>
            </a:r>
            <a:endParaRPr lang="en-US" kern="0" dirty="0">
              <a:solidFill>
                <a:sysClr val="windowText" lastClr="000000"/>
              </a:solidFill>
              <a:ea typeface="+mn-ea"/>
            </a:endParaRPr>
          </a:p>
        </p:txBody>
      </p:sp>
      <p:sp>
        <p:nvSpPr>
          <p:cNvPr id="287748" name="Slide Number Placeholder 3">
            <a:extLst>
              <a:ext uri="{FF2B5EF4-FFF2-40B4-BE49-F238E27FC236}">
                <a16:creationId xmlns:a16="http://schemas.microsoft.com/office/drawing/2014/main" xmlns="" id="{DAEFF4BF-A9E0-45BC-B36C-EFF536FA5C7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1A8B9B3-B5FC-4C65-9837-D60027718A00}" type="slidenum">
              <a:rPr lang="en-US" altLang="fr-FR">
                <a:latin typeface="Calibri" panose="020F0502020204030204" pitchFamily="34" charset="0"/>
                <a:ea typeface="MS PGothic" panose="020B0600070205080204" pitchFamily="34" charset="-128"/>
              </a:rPr>
              <a:pPr/>
              <a:t>29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726058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Slide Image Placeholder 1">
            <a:extLst>
              <a:ext uri="{FF2B5EF4-FFF2-40B4-BE49-F238E27FC236}">
                <a16:creationId xmlns:a16="http://schemas.microsoft.com/office/drawing/2014/main" xmlns="" id="{865C96D0-2332-4455-93AF-34BC4DA659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9795" name="Notes Placeholder 2">
            <a:extLst>
              <a:ext uri="{FF2B5EF4-FFF2-40B4-BE49-F238E27FC236}">
                <a16:creationId xmlns:a16="http://schemas.microsoft.com/office/drawing/2014/main" xmlns="" id="{31B768A3-DBEA-4DA9-9DA6-5CF0066A5D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Based on my level of activity, how much water does my body lose daily? </a:t>
            </a:r>
          </a:p>
        </p:txBody>
      </p:sp>
      <p:sp>
        <p:nvSpPr>
          <p:cNvPr id="289796" name="Slide Number Placeholder 3">
            <a:extLst>
              <a:ext uri="{FF2B5EF4-FFF2-40B4-BE49-F238E27FC236}">
                <a16:creationId xmlns:a16="http://schemas.microsoft.com/office/drawing/2014/main" xmlns="" id="{BCDCA3CB-0016-414F-9BFC-4E956A21B1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C54EF2A-9F46-4622-9F09-617179CA8137}" type="slidenum">
              <a:rPr lang="en-US" altLang="fr-FR">
                <a:latin typeface="Calibri" panose="020F0502020204030204" pitchFamily="34" charset="0"/>
                <a:ea typeface="MS PGothic" panose="020B0600070205080204" pitchFamily="34" charset="-128"/>
              </a:rPr>
              <a:pPr/>
              <a:t>30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152066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Slide Image Placeholder 1">
            <a:extLst>
              <a:ext uri="{FF2B5EF4-FFF2-40B4-BE49-F238E27FC236}">
                <a16:creationId xmlns:a16="http://schemas.microsoft.com/office/drawing/2014/main" xmlns="" id="{5EBD20FF-DE6A-4648-AC7B-035269F277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1843" name="Notes Placeholder 2">
            <a:extLst>
              <a:ext uri="{FF2B5EF4-FFF2-40B4-BE49-F238E27FC236}">
                <a16:creationId xmlns:a16="http://schemas.microsoft.com/office/drawing/2014/main" xmlns="" id="{7A096655-4F2A-43DC-8495-6237B00BC2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much liquid am I taking in every day? </a:t>
            </a:r>
          </a:p>
          <a:p>
            <a:pPr eaLnBrk="1" hangingPunct="1">
              <a:spcBef>
                <a:spcPct val="0"/>
              </a:spcBef>
            </a:pPr>
            <a:endParaRPr lang="en-US" altLang="fr-FR"/>
          </a:p>
        </p:txBody>
      </p:sp>
      <p:sp>
        <p:nvSpPr>
          <p:cNvPr id="291844" name="Slide Number Placeholder 3">
            <a:extLst>
              <a:ext uri="{FF2B5EF4-FFF2-40B4-BE49-F238E27FC236}">
                <a16:creationId xmlns:a16="http://schemas.microsoft.com/office/drawing/2014/main" xmlns="" id="{F9CF7DD8-3100-4EAD-BB64-B35EC4547C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7BEF3D8-03BB-494C-803E-4BA9A4F01905}" type="slidenum">
              <a:rPr lang="en-US" altLang="fr-FR">
                <a:latin typeface="Calibri" panose="020F0502020204030204" pitchFamily="34" charset="0"/>
                <a:ea typeface="MS PGothic" panose="020B0600070205080204" pitchFamily="34" charset="-128"/>
              </a:rPr>
              <a:pPr/>
              <a:t>31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02981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Slide Image Placeholder 1">
            <a:extLst>
              <a:ext uri="{FF2B5EF4-FFF2-40B4-BE49-F238E27FC236}">
                <a16:creationId xmlns:a16="http://schemas.microsoft.com/office/drawing/2014/main" xmlns="" id="{D55B518B-90D3-462A-812A-C1FEAF5E0A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3891" name="Notes Placeholder 2">
            <a:extLst>
              <a:ext uri="{FF2B5EF4-FFF2-40B4-BE49-F238E27FC236}">
                <a16:creationId xmlns:a16="http://schemas.microsoft.com/office/drawing/2014/main" xmlns="" id="{ECB9F809-6FF5-4C8A-BC39-67C09BD67F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Based on the suggested criteria of the color of my urine, am I getting sufficient liquids on a daily basis?</a:t>
            </a:r>
          </a:p>
          <a:p>
            <a:pPr eaLnBrk="1" hangingPunct="1">
              <a:spcBef>
                <a:spcPct val="0"/>
              </a:spcBef>
            </a:pPr>
            <a:endParaRPr lang="en-US" altLang="fr-FR"/>
          </a:p>
        </p:txBody>
      </p:sp>
      <p:sp>
        <p:nvSpPr>
          <p:cNvPr id="293892" name="Slide Number Placeholder 3">
            <a:extLst>
              <a:ext uri="{FF2B5EF4-FFF2-40B4-BE49-F238E27FC236}">
                <a16:creationId xmlns:a16="http://schemas.microsoft.com/office/drawing/2014/main" xmlns="" id="{C169C93A-AFFB-415B-9648-0B721F047FA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327EBA9-E5C1-4751-9FD9-F65B505C0694}" type="slidenum">
              <a:rPr lang="en-US" altLang="fr-FR">
                <a:latin typeface="Calibri" panose="020F0502020204030204" pitchFamily="34" charset="0"/>
                <a:ea typeface="MS PGothic" panose="020B0600070205080204" pitchFamily="34" charset="-128"/>
              </a:rPr>
              <a:pPr/>
              <a:t>32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431109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Slide Image Placeholder 1">
            <a:extLst>
              <a:ext uri="{FF2B5EF4-FFF2-40B4-BE49-F238E27FC236}">
                <a16:creationId xmlns:a16="http://schemas.microsoft.com/office/drawing/2014/main" xmlns="" id="{98ED5677-7886-4BA2-A04D-EDC1AD2623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5939" name="Notes Placeholder 2">
            <a:extLst>
              <a:ext uri="{FF2B5EF4-FFF2-40B4-BE49-F238E27FC236}">
                <a16:creationId xmlns:a16="http://schemas.microsoft.com/office/drawing/2014/main" xmlns="" id="{1D8F03A7-5288-442E-ADA5-255FF5D2C83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can I do to increase my intake of liquids? Do I need to fill a water bottle each morning and make sure I drink it all? </a:t>
            </a:r>
          </a:p>
        </p:txBody>
      </p:sp>
      <p:sp>
        <p:nvSpPr>
          <p:cNvPr id="295940" name="Slide Number Placeholder 3">
            <a:extLst>
              <a:ext uri="{FF2B5EF4-FFF2-40B4-BE49-F238E27FC236}">
                <a16:creationId xmlns:a16="http://schemas.microsoft.com/office/drawing/2014/main" xmlns="" id="{2FED29A6-8191-408E-AF0D-2C21B64A5E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B9BF750-1366-47ED-99C7-F89B0B409262}" type="slidenum">
              <a:rPr lang="en-US" altLang="fr-FR">
                <a:latin typeface="Calibri" panose="020F0502020204030204" pitchFamily="34" charset="0"/>
                <a:ea typeface="MS PGothic" panose="020B0600070205080204" pitchFamily="34" charset="-128"/>
              </a:rPr>
              <a:pPr/>
              <a:t>33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1565657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Slide Image Placeholder 1">
            <a:extLst>
              <a:ext uri="{FF2B5EF4-FFF2-40B4-BE49-F238E27FC236}">
                <a16:creationId xmlns:a16="http://schemas.microsoft.com/office/drawing/2014/main" xmlns="" id="{0BBAEE6A-A774-4CDC-B6B0-E10B830341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987" name="Notes Placeholder 2">
            <a:extLst>
              <a:ext uri="{FF2B5EF4-FFF2-40B4-BE49-F238E27FC236}">
                <a16:creationId xmlns:a16="http://schemas.microsoft.com/office/drawing/2014/main" xmlns="" id="{470F4D91-ECBA-4281-9F30-C428829320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Would a schedule to drink at specific times each day be useful? Remember the important first glass in the morning.</a:t>
            </a:r>
          </a:p>
          <a:p>
            <a:pPr eaLnBrk="1" hangingPunct="1">
              <a:spcBef>
                <a:spcPct val="0"/>
              </a:spcBef>
            </a:pPr>
            <a:endParaRPr lang="en-US" altLang="fr-FR"/>
          </a:p>
        </p:txBody>
      </p:sp>
      <p:sp>
        <p:nvSpPr>
          <p:cNvPr id="297988" name="Slide Number Placeholder 3">
            <a:extLst>
              <a:ext uri="{FF2B5EF4-FFF2-40B4-BE49-F238E27FC236}">
                <a16:creationId xmlns:a16="http://schemas.microsoft.com/office/drawing/2014/main" xmlns="" id="{659DC426-896C-4438-9B7C-7C8C5E977EC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A53138C-64D5-4FBF-8498-8195C467A8F6}" type="slidenum">
              <a:rPr lang="en-US" altLang="fr-FR">
                <a:latin typeface="Calibri" panose="020F0502020204030204" pitchFamily="34" charset="0"/>
                <a:ea typeface="MS PGothic" panose="020B0600070205080204" pitchFamily="34" charset="-128"/>
              </a:rPr>
              <a:pPr/>
              <a:t>34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768750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Slide Image Placeholder 1">
            <a:extLst>
              <a:ext uri="{FF2B5EF4-FFF2-40B4-BE49-F238E27FC236}">
                <a16:creationId xmlns:a16="http://schemas.microsoft.com/office/drawing/2014/main" xmlns="" id="{C01523BF-BDB2-4942-9977-4F86FA46DB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0035" name="Notes Placeholder 2">
            <a:extLst>
              <a:ext uri="{FF2B5EF4-FFF2-40B4-BE49-F238E27FC236}">
                <a16:creationId xmlns:a16="http://schemas.microsoft.com/office/drawing/2014/main" xmlns="" id="{A79B01D8-DE30-4FDB-B681-EF7ACB0C32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Ron and his family enjoy exercising outdoors. When it is hot and humid, they drink a lot of sodas to keep hydrated. Sometimes they complain of headaches and dizziness. What is wrong? </a:t>
            </a:r>
          </a:p>
        </p:txBody>
      </p:sp>
      <p:sp>
        <p:nvSpPr>
          <p:cNvPr id="300036" name="Slide Number Placeholder 3">
            <a:extLst>
              <a:ext uri="{FF2B5EF4-FFF2-40B4-BE49-F238E27FC236}">
                <a16:creationId xmlns:a16="http://schemas.microsoft.com/office/drawing/2014/main" xmlns="" id="{0B13BB41-758F-4AD0-99CD-7317FA0B2D9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22AE273-CF04-4996-982E-ADAB8CEB4579}" type="slidenum">
              <a:rPr lang="en-US" altLang="fr-FR">
                <a:latin typeface="Calibri" panose="020F0502020204030204" pitchFamily="34" charset="0"/>
                <a:ea typeface="MS PGothic" panose="020B0600070205080204" pitchFamily="34" charset="-128"/>
              </a:rPr>
              <a:pPr/>
              <a:t>35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6016980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Slide Image Placeholder 1">
            <a:extLst>
              <a:ext uri="{FF2B5EF4-FFF2-40B4-BE49-F238E27FC236}">
                <a16:creationId xmlns:a16="http://schemas.microsoft.com/office/drawing/2014/main" xmlns="" id="{5D01D184-8BCE-42AB-BD23-3330E93BFB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2083" name="Notes Placeholder 2">
            <a:extLst>
              <a:ext uri="{FF2B5EF4-FFF2-40B4-BE49-F238E27FC236}">
                <a16:creationId xmlns:a16="http://schemas.microsoft.com/office/drawing/2014/main" xmlns="" id="{86FF0AAE-DE75-420E-A71A-4F3F693FEA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could I encourage them to exercise but also keep them safe? What are the symptoms of dehydration and heat stroke that I should look for?</a:t>
            </a:r>
          </a:p>
          <a:p>
            <a:pPr eaLnBrk="1" hangingPunct="1">
              <a:spcBef>
                <a:spcPct val="0"/>
              </a:spcBef>
            </a:pPr>
            <a:endParaRPr lang="en-US" altLang="fr-FR"/>
          </a:p>
        </p:txBody>
      </p:sp>
      <p:sp>
        <p:nvSpPr>
          <p:cNvPr id="302084" name="Slide Number Placeholder 3">
            <a:extLst>
              <a:ext uri="{FF2B5EF4-FFF2-40B4-BE49-F238E27FC236}">
                <a16:creationId xmlns:a16="http://schemas.microsoft.com/office/drawing/2014/main" xmlns="" id="{1FE2E751-EC49-4678-8185-2A4646F98E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DA6821E-A715-4839-BE9C-840306344169}" type="slidenum">
              <a:rPr lang="en-US" altLang="fr-FR">
                <a:latin typeface="Calibri" panose="020F0502020204030204" pitchFamily="34" charset="0"/>
                <a:ea typeface="MS PGothic" panose="020B0600070205080204" pitchFamily="34" charset="-128"/>
              </a:rPr>
              <a:pPr/>
              <a:t>36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76967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Slide Image Placeholder 1">
            <a:extLst>
              <a:ext uri="{FF2B5EF4-FFF2-40B4-BE49-F238E27FC236}">
                <a16:creationId xmlns:a16="http://schemas.microsoft.com/office/drawing/2014/main" xmlns="" id="{3D8AF8AE-F606-40B9-8C9E-2691F9223F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4131" name="Notes Placeholder 2">
            <a:extLst>
              <a:ext uri="{FF2B5EF4-FFF2-40B4-BE49-F238E27FC236}">
                <a16:creationId xmlns:a16="http://schemas.microsoft.com/office/drawing/2014/main" xmlns="" id="{1778598E-D533-4A83-9BA0-8B713DA0DC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percentage of my liquid intake is pure water? </a:t>
            </a:r>
          </a:p>
        </p:txBody>
      </p:sp>
      <p:sp>
        <p:nvSpPr>
          <p:cNvPr id="304132" name="Slide Number Placeholder 3">
            <a:extLst>
              <a:ext uri="{FF2B5EF4-FFF2-40B4-BE49-F238E27FC236}">
                <a16:creationId xmlns:a16="http://schemas.microsoft.com/office/drawing/2014/main" xmlns="" id="{B250CCE4-DE15-48B7-ACC9-53FEEFAE0C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3DEF337-4606-4EFF-9232-6C6991951057}" type="slidenum">
              <a:rPr lang="en-US" altLang="fr-FR">
                <a:latin typeface="Calibri" panose="020F0502020204030204" pitchFamily="34" charset="0"/>
                <a:ea typeface="MS PGothic" panose="020B0600070205080204" pitchFamily="34" charset="-128"/>
              </a:rPr>
              <a:pPr/>
              <a:t>37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780371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Slide Image Placeholder 1">
            <a:extLst>
              <a:ext uri="{FF2B5EF4-FFF2-40B4-BE49-F238E27FC236}">
                <a16:creationId xmlns:a16="http://schemas.microsoft.com/office/drawing/2014/main" xmlns="" id="{3E8EF525-1068-4F9D-9A05-F6687C69FF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6179" name="Notes Placeholder 2">
            <a:extLst>
              <a:ext uri="{FF2B5EF4-FFF2-40B4-BE49-F238E27FC236}">
                <a16:creationId xmlns:a16="http://schemas.microsoft.com/office/drawing/2014/main" xmlns="" id="{251F3CB0-951C-420F-A947-F64467F1EE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drinks increase the chance of dehydration because they are diuretic in nature? </a:t>
            </a:r>
          </a:p>
        </p:txBody>
      </p:sp>
      <p:sp>
        <p:nvSpPr>
          <p:cNvPr id="306180" name="Slide Number Placeholder 3">
            <a:extLst>
              <a:ext uri="{FF2B5EF4-FFF2-40B4-BE49-F238E27FC236}">
                <a16:creationId xmlns:a16="http://schemas.microsoft.com/office/drawing/2014/main" xmlns="" id="{14CE0477-8586-43C1-B07F-7B29A7886FB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ADF63C5-AC4D-4079-8523-22E5D506B532}" type="slidenum">
              <a:rPr lang="en-US" altLang="fr-FR">
                <a:latin typeface="Calibri" panose="020F0502020204030204" pitchFamily="34" charset="0"/>
                <a:ea typeface="MS PGothic" panose="020B0600070205080204" pitchFamily="34" charset="-128"/>
              </a:rPr>
              <a:pPr/>
              <a:t>38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6025690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Slide Image Placeholder 1">
            <a:extLst>
              <a:ext uri="{FF2B5EF4-FFF2-40B4-BE49-F238E27FC236}">
                <a16:creationId xmlns:a16="http://schemas.microsoft.com/office/drawing/2014/main" xmlns="" id="{686DA33E-EE1A-431B-A6B4-75AC44D3D0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8227" name="Notes Placeholder 2">
            <a:extLst>
              <a:ext uri="{FF2B5EF4-FFF2-40B4-BE49-F238E27FC236}">
                <a16:creationId xmlns:a16="http://schemas.microsoft.com/office/drawing/2014/main" xmlns="" id="{1EBB26FA-6173-4A41-97A7-12E0339BFF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consume too many sugary drinks (including fruit juices) that contribute to a weight problem? </a:t>
            </a:r>
          </a:p>
        </p:txBody>
      </p:sp>
      <p:sp>
        <p:nvSpPr>
          <p:cNvPr id="308228" name="Slide Number Placeholder 3">
            <a:extLst>
              <a:ext uri="{FF2B5EF4-FFF2-40B4-BE49-F238E27FC236}">
                <a16:creationId xmlns:a16="http://schemas.microsoft.com/office/drawing/2014/main" xmlns="" id="{82F3FE13-E1DC-46CD-B83E-0D268CD4B4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DA6C5AA-574D-4614-BDE8-DCF3963CF3C1}" type="slidenum">
              <a:rPr lang="en-US" altLang="fr-FR">
                <a:latin typeface="Calibri" panose="020F0502020204030204" pitchFamily="34" charset="0"/>
                <a:ea typeface="MS PGothic" panose="020B0600070205080204" pitchFamily="34" charset="-128"/>
              </a:rPr>
              <a:pPr/>
              <a:t>39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693657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Slide Image Placeholder 1">
            <a:extLst>
              <a:ext uri="{FF2B5EF4-FFF2-40B4-BE49-F238E27FC236}">
                <a16:creationId xmlns:a16="http://schemas.microsoft.com/office/drawing/2014/main" xmlns="" id="{B8190CA8-05DE-463C-A61F-85C19C46A3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0275" name="Notes Placeholder 2">
            <a:extLst>
              <a:ext uri="{FF2B5EF4-FFF2-40B4-BE49-F238E27FC236}">
                <a16:creationId xmlns:a16="http://schemas.microsoft.com/office/drawing/2014/main" xmlns="" id="{4F3B268B-242A-46B1-B301-25A603A931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make too many of these drinks readily available for my family, rather than keeping them for special times only?</a:t>
            </a:r>
          </a:p>
          <a:p>
            <a:pPr eaLnBrk="1" hangingPunct="1">
              <a:spcBef>
                <a:spcPct val="0"/>
              </a:spcBef>
            </a:pPr>
            <a:endParaRPr lang="en-US" altLang="fr-FR"/>
          </a:p>
        </p:txBody>
      </p:sp>
      <p:sp>
        <p:nvSpPr>
          <p:cNvPr id="310276" name="Slide Number Placeholder 3">
            <a:extLst>
              <a:ext uri="{FF2B5EF4-FFF2-40B4-BE49-F238E27FC236}">
                <a16:creationId xmlns:a16="http://schemas.microsoft.com/office/drawing/2014/main" xmlns="" id="{C8B4CB2D-588C-4D37-8CAE-32037209E6B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6FB7D8D-4306-4544-82DA-74DA0EA866B0}" type="slidenum">
              <a:rPr lang="en-US" altLang="fr-FR">
                <a:latin typeface="Calibri" panose="020F0502020204030204" pitchFamily="34" charset="0"/>
                <a:ea typeface="MS PGothic" panose="020B0600070205080204" pitchFamily="34" charset="-128"/>
              </a:rPr>
              <a:pPr/>
              <a:t>40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406066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Slide Image Placeholder 1">
            <a:extLst>
              <a:ext uri="{FF2B5EF4-FFF2-40B4-BE49-F238E27FC236}">
                <a16:creationId xmlns:a16="http://schemas.microsoft.com/office/drawing/2014/main" xmlns="" id="{2EA0A5CF-747E-4527-854C-27C2711EE6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2323" name="Notes Placeholder 2">
            <a:extLst>
              <a:ext uri="{FF2B5EF4-FFF2-40B4-BE49-F238E27FC236}">
                <a16:creationId xmlns:a16="http://schemas.microsoft.com/office/drawing/2014/main" xmlns="" id="{D30A3CA5-4C1A-4E9D-A81A-5DED6BFDBA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Because a third of the water my body gets comes from my food, do I need to reevaluate the amount of high-water foods I</a:t>
            </a:r>
            <a:r>
              <a:rPr lang="en-US" altLang="en-US"/>
              <a:t>’</a:t>
            </a:r>
            <a:r>
              <a:rPr lang="en-US" altLang="fr-FR"/>
              <a:t>m eating? </a:t>
            </a:r>
          </a:p>
        </p:txBody>
      </p:sp>
      <p:sp>
        <p:nvSpPr>
          <p:cNvPr id="312324" name="Slide Number Placeholder 3">
            <a:extLst>
              <a:ext uri="{FF2B5EF4-FFF2-40B4-BE49-F238E27FC236}">
                <a16:creationId xmlns:a16="http://schemas.microsoft.com/office/drawing/2014/main" xmlns="" id="{DA23118B-FCC6-46D3-9AF8-CAB56472716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A81753F-E25E-4EA8-A470-395A792A3867}" type="slidenum">
              <a:rPr lang="en-US" altLang="fr-FR">
                <a:latin typeface="Calibri" panose="020F0502020204030204" pitchFamily="34" charset="0"/>
                <a:ea typeface="MS PGothic" panose="020B0600070205080204" pitchFamily="34" charset="-128"/>
              </a:rPr>
              <a:pPr/>
              <a:t>41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027741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Slide Image Placeholder 1">
            <a:extLst>
              <a:ext uri="{FF2B5EF4-FFF2-40B4-BE49-F238E27FC236}">
                <a16:creationId xmlns:a16="http://schemas.microsoft.com/office/drawing/2014/main" xmlns="" id="{59FC1260-FF45-4755-A87D-8014E923FF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4371" name="Notes Placeholder 2">
            <a:extLst>
              <a:ext uri="{FF2B5EF4-FFF2-40B4-BE49-F238E27FC236}">
                <a16:creationId xmlns:a16="http://schemas.microsoft.com/office/drawing/2014/main" xmlns="" id="{0DFF2675-D797-4398-971C-66C78F9F24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Which of the fruits and vegetables mentioned that are high in water content am I going to choose to use more regularly?</a:t>
            </a:r>
          </a:p>
          <a:p>
            <a:pPr eaLnBrk="1" hangingPunct="1">
              <a:spcBef>
                <a:spcPct val="0"/>
              </a:spcBef>
            </a:pPr>
            <a:endParaRPr lang="en-US" altLang="fr-FR"/>
          </a:p>
        </p:txBody>
      </p:sp>
      <p:sp>
        <p:nvSpPr>
          <p:cNvPr id="314372" name="Slide Number Placeholder 3">
            <a:extLst>
              <a:ext uri="{FF2B5EF4-FFF2-40B4-BE49-F238E27FC236}">
                <a16:creationId xmlns:a16="http://schemas.microsoft.com/office/drawing/2014/main" xmlns="" id="{9A63D5AC-9DE3-4807-AABC-E9670104F2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64DDBBD-44A1-43E5-AC51-286EE062A469}" type="slidenum">
              <a:rPr lang="en-US" altLang="fr-FR">
                <a:latin typeface="Calibri" panose="020F0502020204030204" pitchFamily="34" charset="0"/>
                <a:ea typeface="MS PGothic" panose="020B0600070205080204" pitchFamily="34" charset="-128"/>
              </a:rPr>
              <a:pPr/>
              <a:t>42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781288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Slide Image Placeholder 1">
            <a:extLst>
              <a:ext uri="{FF2B5EF4-FFF2-40B4-BE49-F238E27FC236}">
                <a16:creationId xmlns:a16="http://schemas.microsoft.com/office/drawing/2014/main" xmlns="" id="{10244F6D-3BF7-4866-9C0E-205FA3F6C0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6419" name="Notes Placeholder 2">
            <a:extLst>
              <a:ext uri="{FF2B5EF4-FFF2-40B4-BE49-F238E27FC236}">
                <a16:creationId xmlns:a16="http://schemas.microsoft.com/office/drawing/2014/main" xmlns="" id="{3A8C6DF6-115F-48E1-B5CA-132735DD8F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often do I use water as a cleansing or healing agent? </a:t>
            </a:r>
          </a:p>
        </p:txBody>
      </p:sp>
      <p:sp>
        <p:nvSpPr>
          <p:cNvPr id="316420" name="Slide Number Placeholder 3">
            <a:extLst>
              <a:ext uri="{FF2B5EF4-FFF2-40B4-BE49-F238E27FC236}">
                <a16:creationId xmlns:a16="http://schemas.microsoft.com/office/drawing/2014/main" xmlns="" id="{B0DF35EA-7227-4183-A169-EFEB35FCFC0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12FBDF7-D1BB-4D24-85A2-0BE938B18D60}" type="slidenum">
              <a:rPr lang="en-US" altLang="fr-FR">
                <a:latin typeface="Calibri" panose="020F0502020204030204" pitchFamily="34" charset="0"/>
                <a:ea typeface="MS PGothic" panose="020B0600070205080204" pitchFamily="34" charset="-128"/>
              </a:rPr>
              <a:pPr/>
              <a:t>43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535748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Slide Image Placeholder 1">
            <a:extLst>
              <a:ext uri="{FF2B5EF4-FFF2-40B4-BE49-F238E27FC236}">
                <a16:creationId xmlns:a16="http://schemas.microsoft.com/office/drawing/2014/main" xmlns="" id="{A7E3CFCE-FC10-43DA-AE0D-014F055AEE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8467" name="Notes Placeholder 2">
            <a:extLst>
              <a:ext uri="{FF2B5EF4-FFF2-40B4-BE49-F238E27FC236}">
                <a16:creationId xmlns:a16="http://schemas.microsoft.com/office/drawing/2014/main" xmlns="" id="{DC87598C-38E5-4636-987E-6477EBF0BA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should I tactfully remind others to wash their hands more frequently in order to stop the spread of infections?</a:t>
            </a:r>
          </a:p>
        </p:txBody>
      </p:sp>
      <p:sp>
        <p:nvSpPr>
          <p:cNvPr id="318468" name="Slide Number Placeholder 3">
            <a:extLst>
              <a:ext uri="{FF2B5EF4-FFF2-40B4-BE49-F238E27FC236}">
                <a16:creationId xmlns:a16="http://schemas.microsoft.com/office/drawing/2014/main" xmlns="" id="{03CEB611-5819-4F1B-9125-559A45E249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B108EAA-FE70-458D-A1B5-A7590EBE0448}" type="slidenum">
              <a:rPr lang="en-US" altLang="fr-FR">
                <a:latin typeface="Calibri" panose="020F0502020204030204" pitchFamily="34" charset="0"/>
                <a:ea typeface="MS PGothic" panose="020B0600070205080204" pitchFamily="34" charset="-128"/>
              </a:rPr>
              <a:pPr/>
              <a:t>44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0229888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Slide Image Placeholder 1">
            <a:extLst>
              <a:ext uri="{FF2B5EF4-FFF2-40B4-BE49-F238E27FC236}">
                <a16:creationId xmlns:a16="http://schemas.microsoft.com/office/drawing/2014/main" xmlns="" id="{68D5501C-F17D-440A-97C7-0E86442478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0515" name="Notes Placeholder 2">
            <a:extLst>
              <a:ext uri="{FF2B5EF4-FFF2-40B4-BE49-F238E27FC236}">
                <a16:creationId xmlns:a16="http://schemas.microsoft.com/office/drawing/2014/main" xmlns="" id="{4E219730-04B7-4FD7-9C2B-0599FD4CE2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When is it appropriate to use hydrotherapy? Do I have ice or ice packs in my refrigerator for use on bumps or bruises?</a:t>
            </a:r>
          </a:p>
          <a:p>
            <a:pPr eaLnBrk="1" hangingPunct="1">
              <a:spcBef>
                <a:spcPct val="0"/>
              </a:spcBef>
            </a:pPr>
            <a:endParaRPr lang="en-US" altLang="fr-FR"/>
          </a:p>
        </p:txBody>
      </p:sp>
      <p:sp>
        <p:nvSpPr>
          <p:cNvPr id="320516" name="Slide Number Placeholder 3">
            <a:extLst>
              <a:ext uri="{FF2B5EF4-FFF2-40B4-BE49-F238E27FC236}">
                <a16:creationId xmlns:a16="http://schemas.microsoft.com/office/drawing/2014/main" xmlns="" id="{4D48C9E2-7D22-45AE-BD8F-09BFC9239A6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755D517-2A11-4755-92FA-40923C5FC056}" type="slidenum">
              <a:rPr lang="en-US" altLang="fr-FR">
                <a:latin typeface="Calibri" panose="020F0502020204030204" pitchFamily="34" charset="0"/>
                <a:ea typeface="MS PGothic" panose="020B0600070205080204" pitchFamily="34" charset="-128"/>
              </a:rPr>
              <a:pPr/>
              <a:t>45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069596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Image Placeholder 1">
            <a:extLst>
              <a:ext uri="{FF2B5EF4-FFF2-40B4-BE49-F238E27FC236}">
                <a16:creationId xmlns:a16="http://schemas.microsoft.com/office/drawing/2014/main" xmlns="" id="{72E835EA-42C4-4565-A825-9EA51312A0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2563" name="Notes Placeholder 2">
            <a:extLst>
              <a:ext uri="{FF2B5EF4-FFF2-40B4-BE49-F238E27FC236}">
                <a16:creationId xmlns:a16="http://schemas.microsoft.com/office/drawing/2014/main" xmlns="" id="{F585D8DC-9A44-4678-9BDE-0F24F1B496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often do I think about and thank God for the wonderful gift of sufficient water? Which of the suggested ways to conserve water will I begin implementing? </a:t>
            </a:r>
          </a:p>
        </p:txBody>
      </p:sp>
      <p:sp>
        <p:nvSpPr>
          <p:cNvPr id="322564" name="Slide Number Placeholder 3">
            <a:extLst>
              <a:ext uri="{FF2B5EF4-FFF2-40B4-BE49-F238E27FC236}">
                <a16:creationId xmlns:a16="http://schemas.microsoft.com/office/drawing/2014/main" xmlns="" id="{B76A79E1-CC86-4D16-9488-3F9939A2F59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9EFD229-9306-4D0C-A22B-0BD0B84A1572}" type="slidenum">
              <a:rPr lang="en-US" altLang="fr-FR">
                <a:latin typeface="Calibri" panose="020F0502020204030204" pitchFamily="34" charset="0"/>
                <a:ea typeface="MS PGothic" panose="020B0600070205080204" pitchFamily="34" charset="-128"/>
              </a:rPr>
              <a:pPr/>
              <a:t>46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214498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Image Placeholder 1">
            <a:extLst>
              <a:ext uri="{FF2B5EF4-FFF2-40B4-BE49-F238E27FC236}">
                <a16:creationId xmlns:a16="http://schemas.microsoft.com/office/drawing/2014/main" xmlns="" id="{50C22A79-D28C-4E94-AF4F-AEEF635A69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4611" name="Notes Placeholder 2">
            <a:extLst>
              <a:ext uri="{FF2B5EF4-FFF2-40B4-BE49-F238E27FC236}">
                <a16:creationId xmlns:a16="http://schemas.microsoft.com/office/drawing/2014/main" xmlns="" id="{18439FCF-2251-470A-9BA7-F9FAACBFC4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Which foods consume less water in production and reduce the amount of contamination of water supplies?</a:t>
            </a:r>
          </a:p>
          <a:p>
            <a:pPr eaLnBrk="1" hangingPunct="1">
              <a:spcBef>
                <a:spcPct val="0"/>
              </a:spcBef>
            </a:pPr>
            <a:endParaRPr lang="en-US" altLang="fr-FR"/>
          </a:p>
        </p:txBody>
      </p:sp>
      <p:sp>
        <p:nvSpPr>
          <p:cNvPr id="324612" name="Slide Number Placeholder 3">
            <a:extLst>
              <a:ext uri="{FF2B5EF4-FFF2-40B4-BE49-F238E27FC236}">
                <a16:creationId xmlns:a16="http://schemas.microsoft.com/office/drawing/2014/main" xmlns="" id="{67D4162B-1791-4815-8492-447A894C0A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1841899-8665-4813-9469-65325C97C08F}" type="slidenum">
              <a:rPr lang="en-US" altLang="fr-FR">
                <a:latin typeface="Calibri" panose="020F0502020204030204" pitchFamily="34" charset="0"/>
                <a:ea typeface="MS PGothic" panose="020B0600070205080204" pitchFamily="34" charset="-128"/>
              </a:rPr>
              <a:pPr/>
              <a:t>47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242008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Slide Image Placeholder 1">
            <a:extLst>
              <a:ext uri="{FF2B5EF4-FFF2-40B4-BE49-F238E27FC236}">
                <a16:creationId xmlns:a16="http://schemas.microsoft.com/office/drawing/2014/main" xmlns="" id="{3B4442DC-5B0C-46D3-8B24-AF7FE6C70C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6659" name="Notes Placeholder 2">
            <a:extLst>
              <a:ext uri="{FF2B5EF4-FFF2-40B4-BE49-F238E27FC236}">
                <a16:creationId xmlns:a16="http://schemas.microsoft.com/office/drawing/2014/main" xmlns="" id="{60621D40-B925-4A6A-A7CC-BB6E28C260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Being thirsty reminds us of the greater thirst for the </a:t>
            </a:r>
            <a:r>
              <a:rPr lang="en-US" altLang="en-US"/>
              <a:t>“</a:t>
            </a:r>
            <a:r>
              <a:rPr lang="en-US" altLang="fr-FR"/>
              <a:t>water of life</a:t>
            </a:r>
            <a:r>
              <a:rPr lang="en-US" altLang="en-US"/>
              <a:t>”</a:t>
            </a:r>
            <a:r>
              <a:rPr lang="en-US" altLang="fr-FR"/>
              <a:t> that Jesus offers. How can I accept that gift so that I also can be a source of life to those with whom I interact on a daily basis?</a:t>
            </a:r>
          </a:p>
          <a:p>
            <a:pPr eaLnBrk="1" hangingPunct="1">
              <a:spcBef>
                <a:spcPct val="0"/>
              </a:spcBef>
            </a:pPr>
            <a:endParaRPr lang="en-US" altLang="fr-FR"/>
          </a:p>
        </p:txBody>
      </p:sp>
      <p:sp>
        <p:nvSpPr>
          <p:cNvPr id="326660" name="Slide Number Placeholder 3">
            <a:extLst>
              <a:ext uri="{FF2B5EF4-FFF2-40B4-BE49-F238E27FC236}">
                <a16:creationId xmlns:a16="http://schemas.microsoft.com/office/drawing/2014/main" xmlns="" id="{EAE33497-CB36-438F-867C-808D48A22EB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ADB9B80-23BF-4E55-8CBB-4F41BC6DC087}" type="slidenum">
              <a:rPr lang="en-US" altLang="fr-FR">
                <a:latin typeface="Calibri" panose="020F0502020204030204" pitchFamily="34" charset="0"/>
                <a:ea typeface="MS PGothic" panose="020B0600070205080204" pitchFamily="34" charset="-128"/>
              </a:rPr>
              <a:pPr/>
              <a:t>48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382963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Slide Image Placeholder 1">
            <a:extLst>
              <a:ext uri="{FF2B5EF4-FFF2-40B4-BE49-F238E27FC236}">
                <a16:creationId xmlns:a16="http://schemas.microsoft.com/office/drawing/2014/main" xmlns="" id="{C178B8A5-F005-4920-8ED6-B50DEEA827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8707" name="Notes Placeholder 2">
            <a:extLst>
              <a:ext uri="{FF2B5EF4-FFF2-40B4-BE49-F238E27FC236}">
                <a16:creationId xmlns:a16="http://schemas.microsoft.com/office/drawing/2014/main" xmlns="" id="{F400087F-2BCB-4F05-9A77-E752474C73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a:p>
        </p:txBody>
      </p:sp>
      <p:sp>
        <p:nvSpPr>
          <p:cNvPr id="328708" name="Slide Number Placeholder 3">
            <a:extLst>
              <a:ext uri="{FF2B5EF4-FFF2-40B4-BE49-F238E27FC236}">
                <a16:creationId xmlns:a16="http://schemas.microsoft.com/office/drawing/2014/main" xmlns="" id="{4DF786B1-8DB0-499A-AD9D-DBA7F58493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9AC47F9-FD53-41EB-82B9-72B5212786B2}" type="slidenum">
              <a:rPr lang="en-US" altLang="fr-FR">
                <a:latin typeface="Calibri" panose="020F0502020204030204" pitchFamily="34" charset="0"/>
                <a:ea typeface="MS PGothic" panose="020B0600070205080204" pitchFamily="34" charset="-128"/>
              </a:rPr>
              <a:pPr/>
              <a:t>49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2223434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Slide Image Placeholder 1">
            <a:extLst>
              <a:ext uri="{FF2B5EF4-FFF2-40B4-BE49-F238E27FC236}">
                <a16:creationId xmlns:a16="http://schemas.microsoft.com/office/drawing/2014/main" xmlns="" id="{F398732E-4CDE-418E-B9CB-E3B4121FB6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0755" name="Notes Placeholder 2">
            <a:extLst>
              <a:ext uri="{FF2B5EF4-FFF2-40B4-BE49-F238E27FC236}">
                <a16:creationId xmlns:a16="http://schemas.microsoft.com/office/drawing/2014/main" xmlns="" id="{A114CD4B-ECA0-4592-BC52-663F38E79F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a:p>
        </p:txBody>
      </p:sp>
      <p:sp>
        <p:nvSpPr>
          <p:cNvPr id="330756" name="Slide Number Placeholder 3">
            <a:extLst>
              <a:ext uri="{FF2B5EF4-FFF2-40B4-BE49-F238E27FC236}">
                <a16:creationId xmlns:a16="http://schemas.microsoft.com/office/drawing/2014/main" xmlns="" id="{75FDE77B-9409-4EB2-A81A-740AB6A14C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BF04912-7C54-44C8-B9C6-98BEC4439695}" type="slidenum">
              <a:rPr lang="en-US" altLang="fr-FR">
                <a:latin typeface="Calibri" panose="020F0502020204030204" pitchFamily="34" charset="0"/>
                <a:ea typeface="MS PGothic" panose="020B0600070205080204" pitchFamily="34" charset="-128"/>
              </a:rPr>
              <a:pPr/>
              <a:t>50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10411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2AE130-5065-435B-A8FF-6F4492E7474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xmlns="" id="{B9EAA7E3-4BCA-4459-89D5-658BBD9B2C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xmlns="" id="{EDB4BFA2-1CD2-452F-AD18-F6B9B0FF6319}"/>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5" name="Espace réservé du pied de page 4">
            <a:extLst>
              <a:ext uri="{FF2B5EF4-FFF2-40B4-BE49-F238E27FC236}">
                <a16:creationId xmlns:a16="http://schemas.microsoft.com/office/drawing/2014/main" xmlns="" id="{62A72A7C-E267-4D43-9A5A-83EF16DA5BA3}"/>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D7E2322A-3F7F-4F14-A2D5-2FC44D07AA79}"/>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1299254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A72956E1-15AB-49E1-BA01-276302514FAD}"/>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5283F41E-8C3B-403C-8A9B-E9DAC969C44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AE75860A-5BF6-4CA7-952C-23A5DDB2912E}"/>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5" name="Espace réservé du pied de page 4">
            <a:extLst>
              <a:ext uri="{FF2B5EF4-FFF2-40B4-BE49-F238E27FC236}">
                <a16:creationId xmlns:a16="http://schemas.microsoft.com/office/drawing/2014/main" xmlns="" id="{3D4F2202-853C-44C9-BD6D-88EB5249E92C}"/>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67022A8A-B506-40AD-ACDB-CA54D9D47FB9}"/>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1745224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9B86092-82C6-43F6-A6A0-A3BB9A719F0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AFD102A1-280A-41B1-AC1D-71B06D3680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xmlns="" id="{7E3BA6C8-46DD-4E8E-9037-62B7E967B54E}"/>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5" name="Espace réservé du pied de page 4">
            <a:extLst>
              <a:ext uri="{FF2B5EF4-FFF2-40B4-BE49-F238E27FC236}">
                <a16:creationId xmlns:a16="http://schemas.microsoft.com/office/drawing/2014/main" xmlns="" id="{750820BE-9D88-48F4-8513-8E7A598177DD}"/>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2A3B1EBB-FCFC-489A-9441-064600656269}"/>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3157632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BE20472B-4C18-4835-96CA-D8D2520453FC}"/>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17A4A9B7-DEDF-4FE0-9F9E-F7AF84A8C87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xmlns="" id="{9FDBE106-9AA4-46D0-ACF3-F0950CED737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xmlns="" id="{51F9AA14-BBA7-44D1-BCF0-44B7E7871061}"/>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6" name="Espace réservé du pied de page 5">
            <a:extLst>
              <a:ext uri="{FF2B5EF4-FFF2-40B4-BE49-F238E27FC236}">
                <a16:creationId xmlns:a16="http://schemas.microsoft.com/office/drawing/2014/main" xmlns="" id="{1AB2581D-F91C-448D-8CE3-49DA5087552C}"/>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402215A9-526F-404B-9790-1A857D2087E1}"/>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3140051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E56B8A8D-8A0B-4EA0-BEA8-4E577E9EC210}"/>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3CCDB301-B4C2-43B0-8441-2EF5ABE73D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xmlns="" id="{CCD5F1B2-13C0-4037-B52A-A479A543629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xmlns="" id="{5A2E9B15-C19E-4F24-9AE5-0AAC8B3BF4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xmlns="" id="{CCDCC7D6-B79D-453A-8664-79A3F2E9C11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xmlns="" id="{405C99CA-DEEF-4694-B43D-D09C16010DB9}"/>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8" name="Espace réservé du pied de page 7">
            <a:extLst>
              <a:ext uri="{FF2B5EF4-FFF2-40B4-BE49-F238E27FC236}">
                <a16:creationId xmlns:a16="http://schemas.microsoft.com/office/drawing/2014/main" xmlns="" id="{649C1403-166A-4BFA-BC02-171026B4E15B}"/>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xmlns="" id="{08B606FC-7FF5-42A1-8223-0760D9020ACF}"/>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4235577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E128D3DF-FE7E-4BBD-AF21-97FB293CA132}"/>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xmlns="" id="{DD1668B9-0B3E-4E78-932B-BC87D905D6AF}"/>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4" name="Espace réservé du pied de page 3">
            <a:extLst>
              <a:ext uri="{FF2B5EF4-FFF2-40B4-BE49-F238E27FC236}">
                <a16:creationId xmlns:a16="http://schemas.microsoft.com/office/drawing/2014/main" xmlns="" id="{C8B6DC5B-7D6F-4C4E-B2D6-2092293A543A}"/>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xmlns="" id="{DB2F08D8-3768-409F-A21E-3F34CAB6F00C}"/>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702010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xmlns="" id="{40210EDB-14A7-4C51-BDF2-11D1E14C494D}"/>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3" name="Espace réservé du pied de page 2">
            <a:extLst>
              <a:ext uri="{FF2B5EF4-FFF2-40B4-BE49-F238E27FC236}">
                <a16:creationId xmlns:a16="http://schemas.microsoft.com/office/drawing/2014/main" xmlns="" id="{E2A11D54-8413-4D87-87B1-E1319A6F6865}"/>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xmlns="" id="{02581B57-1F00-4B99-A243-311B248C3A97}"/>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2654259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5D4CAFE8-C992-4BB8-BBE2-4A5E540051F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1D5CC060-4248-432E-80F4-6135E8EA3F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xmlns="" id="{9F3BCDC2-DB2C-4B34-8082-952A632BBC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DC8031DC-D822-401B-84AD-3DF9111CBD33}"/>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6" name="Espace réservé du pied de page 5">
            <a:extLst>
              <a:ext uri="{FF2B5EF4-FFF2-40B4-BE49-F238E27FC236}">
                <a16:creationId xmlns:a16="http://schemas.microsoft.com/office/drawing/2014/main" xmlns="" id="{10E5020A-AC19-44B9-A3C0-5EAA2F129049}"/>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EE80FBE3-7273-4E10-A035-60FEA41DB16A}"/>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3130427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15275C6D-8550-45AE-AA37-E5A00DE24C1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xmlns="" id="{062D874D-3F44-45D0-9B18-0963EFE14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xmlns="" id="{AE3A939B-3093-4B48-8D34-8801942CE7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36617BE8-004D-4E18-9D49-5BB60B1BE132}"/>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6" name="Espace réservé du pied de page 5">
            <a:extLst>
              <a:ext uri="{FF2B5EF4-FFF2-40B4-BE49-F238E27FC236}">
                <a16:creationId xmlns:a16="http://schemas.microsoft.com/office/drawing/2014/main" xmlns="" id="{AC28A50D-499D-412E-A2F6-C48E01179D6D}"/>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B5E8C82B-693A-4E19-B73F-E231C72E445B}"/>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2393565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295E0644-F6F6-49BC-B405-218C120D1DBF}"/>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98F336D3-A98A-4541-B33A-F42CC902C15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66F9D362-782F-4D01-A5A5-5F433B0641A9}"/>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5" name="Espace réservé du pied de page 4">
            <a:extLst>
              <a:ext uri="{FF2B5EF4-FFF2-40B4-BE49-F238E27FC236}">
                <a16:creationId xmlns:a16="http://schemas.microsoft.com/office/drawing/2014/main" xmlns="" id="{3020A5E5-0285-44A4-AA95-0D0049CB2E93}"/>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4AA41327-CA16-4313-9474-D661E30DBB58}"/>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3973590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xmlns="" id="{6D55BCF2-DD49-4DF8-8383-A497FE785765}"/>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A0830B9F-33D6-456E-8A2E-4841CA623C6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3888C24C-168E-4E02-ABB6-ADF3A4F323F4}"/>
              </a:ext>
            </a:extLst>
          </p:cNvPr>
          <p:cNvSpPr>
            <a:spLocks noGrp="1"/>
          </p:cNvSpPr>
          <p:nvPr>
            <p:ph type="dt" sz="half" idx="10"/>
          </p:nvPr>
        </p:nvSpPr>
        <p:spPr/>
        <p:txBody>
          <a:bodyPr/>
          <a:lstStyle/>
          <a:p>
            <a:fld id="{02DA62B0-7F1D-4759-8ABA-3361380B2FBA}" type="datetimeFigureOut">
              <a:rPr lang="fr-BE" smtClean="0"/>
              <a:t>6/10/25</a:t>
            </a:fld>
            <a:endParaRPr lang="fr-BE"/>
          </a:p>
        </p:txBody>
      </p:sp>
      <p:sp>
        <p:nvSpPr>
          <p:cNvPr id="5" name="Espace réservé du pied de page 4">
            <a:extLst>
              <a:ext uri="{FF2B5EF4-FFF2-40B4-BE49-F238E27FC236}">
                <a16:creationId xmlns:a16="http://schemas.microsoft.com/office/drawing/2014/main" xmlns="" id="{F9985007-37EC-45DE-95BF-FF08CA6338FF}"/>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F35B4E1C-769C-44F0-A548-DFA8B7246179}"/>
              </a:ext>
            </a:extLst>
          </p:cNvPr>
          <p:cNvSpPr>
            <a:spLocks noGrp="1"/>
          </p:cNvSpPr>
          <p:nvPr>
            <p:ph type="sldNum" sz="quarter" idx="12"/>
          </p:nvPr>
        </p:nvSpPr>
        <p:spPr/>
        <p:txBody>
          <a:bodyPr/>
          <a:lstStyle/>
          <a:p>
            <a:fld id="{EA381550-7C25-431E-A9BD-54F81B1EDE3C}" type="slidenum">
              <a:rPr lang="fr-BE" smtClean="0"/>
              <a:t>‹#›</a:t>
            </a:fld>
            <a:endParaRPr lang="fr-BE"/>
          </a:p>
        </p:txBody>
      </p:sp>
    </p:spTree>
    <p:extLst>
      <p:ext uri="{BB962C8B-B14F-4D97-AF65-F5344CB8AC3E}">
        <p14:creationId xmlns:p14="http://schemas.microsoft.com/office/powerpoint/2010/main" val="3196395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3"/>
          </p:nvPr>
        </p:nvSpPr>
        <p:spPr>
          <a:xfrm>
            <a:off x="10769600" y="6371230"/>
            <a:ext cx="2235200" cy="486770"/>
          </a:xfrm>
        </p:spPr>
        <p:txBody>
          <a:bodyPr>
            <a:normAutofit/>
          </a:bodyPr>
          <a:lstStyle>
            <a:lvl1pPr marL="0" indent="0">
              <a:buNone/>
              <a:defRPr sz="1200"/>
            </a:lvl1pPr>
            <a:lvl2pPr marL="457200" indent="0">
              <a:buNone/>
              <a:defRPr sz="1200"/>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xmlns="" id="{0CC6FA80-1AA1-4B91-9069-0D576546AF34}"/>
              </a:ext>
            </a:extLst>
          </p:cNvPr>
          <p:cNvSpPr>
            <a:spLocks noGrp="1"/>
          </p:cNvSpPr>
          <p:nvPr>
            <p:ph type="ftr" sz="quarter" idx="14"/>
          </p:nvPr>
        </p:nvSpPr>
        <p:spPr/>
        <p:txBody>
          <a:bodyPr/>
          <a:lstStyle>
            <a:lvl1pPr>
              <a:defRPr>
                <a:latin typeface="Humanst521 BT" charset="0"/>
              </a:defRPr>
            </a:lvl1pPr>
          </a:lstStyle>
          <a:p>
            <a:pPr>
              <a:defRPr/>
            </a:pPr>
            <a:r>
              <a:rPr lang="en-US"/>
              <a:t>CELEBRATIONS®</a:t>
            </a:r>
          </a:p>
        </p:txBody>
      </p:sp>
    </p:spTree>
    <p:extLst>
      <p:ext uri="{BB962C8B-B14F-4D97-AF65-F5344CB8AC3E}">
        <p14:creationId xmlns:p14="http://schemas.microsoft.com/office/powerpoint/2010/main" val="2708873465"/>
      </p:ext>
    </p:extLst>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xmlns="" id="{E6908050-D198-4D7F-859E-40B676AF17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2DA29473-CF77-4A62-98A2-638B50A26A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1A49EF7A-FB7B-414E-A2A3-3CB0F5B6CD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DA62B0-7F1D-4759-8ABA-3361380B2FBA}" type="datetimeFigureOut">
              <a:rPr lang="fr-BE" smtClean="0"/>
              <a:t>6/10/25</a:t>
            </a:fld>
            <a:endParaRPr lang="fr-BE"/>
          </a:p>
        </p:txBody>
      </p:sp>
      <p:sp>
        <p:nvSpPr>
          <p:cNvPr id="5" name="Espace réservé du pied de page 4">
            <a:extLst>
              <a:ext uri="{FF2B5EF4-FFF2-40B4-BE49-F238E27FC236}">
                <a16:creationId xmlns:a16="http://schemas.microsoft.com/office/drawing/2014/main" xmlns="" id="{03A10B83-AF34-493A-92EE-BB9D8285DE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xmlns="" id="{25B49886-F17C-48DC-A038-46A6EAA602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381550-7C25-431E-A9BD-54F81B1EDE3C}" type="slidenum">
              <a:rPr lang="fr-BE" smtClean="0"/>
              <a:t>‹#›</a:t>
            </a:fld>
            <a:endParaRPr lang="fr-BE"/>
          </a:p>
        </p:txBody>
      </p:sp>
    </p:spTree>
    <p:extLst>
      <p:ext uri="{BB962C8B-B14F-4D97-AF65-F5344CB8AC3E}">
        <p14:creationId xmlns:p14="http://schemas.microsoft.com/office/powerpoint/2010/main" val="2468219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jpeg"/><Relationship Id="rId7" Type="http://schemas.openxmlformats.org/officeDocument/2006/relationships/image" Target="../media/image15.jpeg"/><Relationship Id="rId8" Type="http://schemas.openxmlformats.org/officeDocument/2006/relationships/image" Target="../media/image16.jpeg"/><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4" Type="http://schemas.openxmlformats.org/officeDocument/2006/relationships/image" Target="../media/image20.jpeg"/><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3.jpe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4" Type="http://schemas.openxmlformats.org/officeDocument/2006/relationships/image" Target="../media/image25.jpeg"/><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33.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5.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37.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3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39.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3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3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1.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2.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43.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4.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44.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4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45.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47.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47.jpeg"/></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4" Type="http://schemas.openxmlformats.org/officeDocument/2006/relationships/image" Target="../media/image49.jpeg"/><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50.jpeg"/></Relationships>
</file>

<file path=ppt/slides/_rels/slide47.xml.rels><?xml version="1.0" encoding="UTF-8" standalone="yes"?>
<Relationships xmlns="http://schemas.openxmlformats.org/package/2006/relationships"><Relationship Id="rId3" Type="http://schemas.openxmlformats.org/officeDocument/2006/relationships/image" Target="../media/image51.jpeg"/><Relationship Id="rId4" Type="http://schemas.openxmlformats.org/officeDocument/2006/relationships/image" Target="../media/image52.jpeg"/><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53.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E0563AA4-694B-49FE-9914-A083E54B491C}"/>
              </a:ext>
            </a:extLst>
          </p:cNvPr>
          <p:cNvSpPr>
            <a:spLocks noGrp="1"/>
          </p:cNvSpPr>
          <p:nvPr>
            <p:ph type="ctrTitle"/>
          </p:nvPr>
        </p:nvSpPr>
        <p:spPr/>
        <p:txBody>
          <a:bodyPr>
            <a:normAutofit/>
          </a:bodyPr>
          <a:lstStyle/>
          <a:p>
            <a:r>
              <a:rPr lang="fr-FR" sz="7200" dirty="0"/>
              <a:t>LIQUIDS</a:t>
            </a:r>
            <a:endParaRPr lang="fr-BE" sz="7200" dirty="0"/>
          </a:p>
        </p:txBody>
      </p:sp>
      <p:sp>
        <p:nvSpPr>
          <p:cNvPr id="3" name="Sous-titre 2">
            <a:extLst>
              <a:ext uri="{FF2B5EF4-FFF2-40B4-BE49-F238E27FC236}">
                <a16:creationId xmlns:a16="http://schemas.microsoft.com/office/drawing/2014/main" xmlns="" id="{C1C1A478-89AE-4533-874B-4FBD5CC7B84E}"/>
              </a:ext>
            </a:extLst>
          </p:cNvPr>
          <p:cNvSpPr>
            <a:spLocks noGrp="1"/>
          </p:cNvSpPr>
          <p:nvPr>
            <p:ph type="subTitle" idx="1"/>
          </p:nvPr>
        </p:nvSpPr>
        <p:spPr/>
        <p:txBody>
          <a:bodyPr>
            <a:normAutofit/>
          </a:bodyPr>
          <a:lstStyle/>
          <a:p>
            <a:endParaRPr lang="fr-FR" sz="4000" dirty="0"/>
          </a:p>
          <a:p>
            <a:r>
              <a:rPr lang="fr-FR" sz="4000" dirty="0" smtClean="0"/>
              <a:t>CHAPTER </a:t>
            </a:r>
            <a:r>
              <a:rPr lang="fr-FR" sz="4000" dirty="0"/>
              <a:t>3</a:t>
            </a:r>
            <a:endParaRPr lang="fr-BE" sz="4000" dirty="0"/>
          </a:p>
        </p:txBody>
      </p:sp>
    </p:spTree>
    <p:extLst>
      <p:ext uri="{BB962C8B-B14F-4D97-AF65-F5344CB8AC3E}">
        <p14:creationId xmlns:p14="http://schemas.microsoft.com/office/powerpoint/2010/main" val="4211441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itle 1">
            <a:extLst>
              <a:ext uri="{FF2B5EF4-FFF2-40B4-BE49-F238E27FC236}">
                <a16:creationId xmlns:a16="http://schemas.microsoft.com/office/drawing/2014/main" xmlns="" id="{AEA2DD0A-A10A-4D0C-9D35-A86E239BF6A1}"/>
              </a:ext>
            </a:extLst>
          </p:cNvPr>
          <p:cNvSpPr>
            <a:spLocks noGrp="1" noChangeArrowheads="1"/>
          </p:cNvSpPr>
          <p:nvPr>
            <p:ph type="title"/>
          </p:nvPr>
        </p:nvSpPr>
        <p:spPr>
          <a:xfrm>
            <a:off x="1981200" y="152400"/>
            <a:ext cx="8229600" cy="1143000"/>
          </a:xfrm>
        </p:spPr>
        <p:txBody>
          <a:bodyPr/>
          <a:lstStyle/>
          <a:p>
            <a:pPr algn="ctr" eaLnBrk="1" hangingPunct="1"/>
            <a:r>
              <a:rPr lang="en-US" altLang="fr-FR">
                <a:ln>
                  <a:noFill/>
                </a:ln>
              </a:rPr>
              <a:t>Celebrating liquids</a:t>
            </a:r>
          </a:p>
        </p:txBody>
      </p:sp>
      <p:sp>
        <p:nvSpPr>
          <p:cNvPr id="225283" name="Footer Placeholder 3">
            <a:extLst>
              <a:ext uri="{FF2B5EF4-FFF2-40B4-BE49-F238E27FC236}">
                <a16:creationId xmlns:a16="http://schemas.microsoft.com/office/drawing/2014/main" xmlns="" id="{3B8A0C57-09C3-4138-A428-A28C84E420B8}"/>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25284" name="Slide Number Placeholder 4">
            <a:extLst>
              <a:ext uri="{FF2B5EF4-FFF2-40B4-BE49-F238E27FC236}">
                <a16:creationId xmlns:a16="http://schemas.microsoft.com/office/drawing/2014/main" xmlns="" id="{48C09C67-C0E5-4FA6-A3CF-A992FDD97781}"/>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2</a:t>
            </a:r>
          </a:p>
        </p:txBody>
      </p:sp>
      <p:pic>
        <p:nvPicPr>
          <p:cNvPr id="225285" name="Picture 2" descr="G:\For Merle\dv1202084.jpg">
            <a:extLst>
              <a:ext uri="{FF2B5EF4-FFF2-40B4-BE49-F238E27FC236}">
                <a16:creationId xmlns:a16="http://schemas.microsoft.com/office/drawing/2014/main" xmlns="" id="{FAFD8D84-07FC-47D3-8E9D-537BB6AD73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1219200"/>
            <a:ext cx="7556500" cy="497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itle 1">
            <a:extLst>
              <a:ext uri="{FF2B5EF4-FFF2-40B4-BE49-F238E27FC236}">
                <a16:creationId xmlns:a16="http://schemas.microsoft.com/office/drawing/2014/main" xmlns="" id="{59BD1D4C-9B29-40F6-A0E2-FBE1490A48CE}"/>
              </a:ext>
            </a:extLst>
          </p:cNvPr>
          <p:cNvSpPr>
            <a:spLocks noGrp="1" noChangeArrowheads="1"/>
          </p:cNvSpPr>
          <p:nvPr>
            <p:ph type="title"/>
          </p:nvPr>
        </p:nvSpPr>
        <p:spPr>
          <a:xfrm>
            <a:off x="1981200" y="304800"/>
            <a:ext cx="8229600" cy="1143000"/>
          </a:xfrm>
        </p:spPr>
        <p:txBody>
          <a:bodyPr/>
          <a:lstStyle/>
          <a:p>
            <a:pPr algn="ctr" eaLnBrk="1" hangingPunct="1"/>
            <a:r>
              <a:rPr lang="en-US" altLang="fr-FR" sz="3400"/>
              <a:t>Next to air, water is the most</a:t>
            </a:r>
            <a:br>
              <a:rPr lang="en-US" altLang="fr-FR" sz="3400"/>
            </a:br>
            <a:r>
              <a:rPr lang="en-US" altLang="fr-FR" sz="3400"/>
              <a:t> vital element for survival</a:t>
            </a:r>
          </a:p>
        </p:txBody>
      </p:sp>
      <p:sp>
        <p:nvSpPr>
          <p:cNvPr id="227331" name="Footer Placeholder 3">
            <a:extLst>
              <a:ext uri="{FF2B5EF4-FFF2-40B4-BE49-F238E27FC236}">
                <a16:creationId xmlns:a16="http://schemas.microsoft.com/office/drawing/2014/main" xmlns="" id="{B203211C-31C7-4CC8-A060-9167B87E0201}"/>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27332" name="Slide Number Placeholder 4">
            <a:extLst>
              <a:ext uri="{FF2B5EF4-FFF2-40B4-BE49-F238E27FC236}">
                <a16:creationId xmlns:a16="http://schemas.microsoft.com/office/drawing/2014/main" xmlns="" id="{B9153DB7-8586-4A30-BC48-F50CF0731C6E}"/>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a:t>
            </a:r>
          </a:p>
        </p:txBody>
      </p:sp>
      <p:pic>
        <p:nvPicPr>
          <p:cNvPr id="227333" name="Picture 2" descr="G:\For Merle\Chapter 3 - liquids\128960799 - child at drinking fountain.jpg">
            <a:extLst>
              <a:ext uri="{FF2B5EF4-FFF2-40B4-BE49-F238E27FC236}">
                <a16:creationId xmlns:a16="http://schemas.microsoft.com/office/drawing/2014/main" xmlns="" id="{70F1C761-D468-401F-9F38-1C8D70502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800" y="1447800"/>
            <a:ext cx="6604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Title 1">
            <a:extLst>
              <a:ext uri="{FF2B5EF4-FFF2-40B4-BE49-F238E27FC236}">
                <a16:creationId xmlns:a16="http://schemas.microsoft.com/office/drawing/2014/main" xmlns="" id="{3AEE7284-C914-4E76-A3E4-3D0C34934283}"/>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Man is about 70% water</a:t>
            </a:r>
          </a:p>
        </p:txBody>
      </p:sp>
      <p:sp>
        <p:nvSpPr>
          <p:cNvPr id="229379" name="Footer Placeholder 3">
            <a:extLst>
              <a:ext uri="{FF2B5EF4-FFF2-40B4-BE49-F238E27FC236}">
                <a16:creationId xmlns:a16="http://schemas.microsoft.com/office/drawing/2014/main" xmlns="" id="{8ED6CAE3-01A5-4806-98A0-F204BC38AE85}"/>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29380" name="Text Placeholder 4">
            <a:extLst>
              <a:ext uri="{FF2B5EF4-FFF2-40B4-BE49-F238E27FC236}">
                <a16:creationId xmlns:a16="http://schemas.microsoft.com/office/drawing/2014/main" xmlns="" id="{CDC0C3BB-1144-4177-8BD9-13A4451983FA}"/>
              </a:ext>
            </a:extLst>
          </p:cNvPr>
          <p:cNvSpPr>
            <a:spLocks noGrp="1" noChangeArrowheads="1"/>
          </p:cNvSpPr>
          <p:nvPr>
            <p:ph type="body" sz="quarter" idx="13"/>
          </p:nvPr>
        </p:nvSpPr>
        <p:spPr>
          <a:xfrm>
            <a:off x="9525000" y="6370638"/>
            <a:ext cx="1676400" cy="487362"/>
          </a:xfrm>
        </p:spPr>
        <p:txBody>
          <a:bodyPr/>
          <a:lstStyle/>
          <a:p>
            <a:pPr eaLnBrk="1" hangingPunct="1"/>
            <a:r>
              <a:rPr lang="en-US" altLang="fr-FR"/>
              <a:t>Liquids  4</a:t>
            </a:r>
          </a:p>
        </p:txBody>
      </p:sp>
      <p:pic>
        <p:nvPicPr>
          <p:cNvPr id="229381" name="Picture 2" descr="C:\Users\thomasn\Downloads\161366351.jpg">
            <a:extLst>
              <a:ext uri="{FF2B5EF4-FFF2-40B4-BE49-F238E27FC236}">
                <a16:creationId xmlns:a16="http://schemas.microsoft.com/office/drawing/2014/main" xmlns="" id="{69452FE9-0390-47B5-8333-6AB2F8A83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00" y="1143001"/>
            <a:ext cx="3543300" cy="505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ie 5">
            <a:extLst>
              <a:ext uri="{FF2B5EF4-FFF2-40B4-BE49-F238E27FC236}">
                <a16:creationId xmlns:a16="http://schemas.microsoft.com/office/drawing/2014/main" xmlns="" id="{638155BF-CC4A-4C0B-A8EB-E4C02BF51A00}"/>
              </a:ext>
            </a:extLst>
          </p:cNvPr>
          <p:cNvSpPr/>
          <p:nvPr/>
        </p:nvSpPr>
        <p:spPr>
          <a:xfrm>
            <a:off x="7162800" y="4648200"/>
            <a:ext cx="1752600" cy="1676400"/>
          </a:xfrm>
          <a:prstGeom prst="pie">
            <a:avLst>
              <a:gd name="adj1" fmla="val 0"/>
              <a:gd name="adj2" fmla="val 16256421"/>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7" name="Pie 6">
            <a:extLst>
              <a:ext uri="{FF2B5EF4-FFF2-40B4-BE49-F238E27FC236}">
                <a16:creationId xmlns:a16="http://schemas.microsoft.com/office/drawing/2014/main" xmlns="" id="{DE78E18E-BB90-4741-9496-D1E9AB1B6C8E}"/>
              </a:ext>
            </a:extLst>
          </p:cNvPr>
          <p:cNvSpPr/>
          <p:nvPr/>
        </p:nvSpPr>
        <p:spPr>
          <a:xfrm>
            <a:off x="7162800" y="1524000"/>
            <a:ext cx="1752600" cy="1828800"/>
          </a:xfrm>
          <a:prstGeom prst="pie">
            <a:avLst>
              <a:gd name="adj1" fmla="val 0"/>
              <a:gd name="adj2" fmla="val 15399079"/>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229384" name="TextBox 8">
            <a:extLst>
              <a:ext uri="{FF2B5EF4-FFF2-40B4-BE49-F238E27FC236}">
                <a16:creationId xmlns:a16="http://schemas.microsoft.com/office/drawing/2014/main" xmlns="" id="{74FAA868-B40E-49E5-8E1E-38E6A0699378}"/>
              </a:ext>
            </a:extLst>
          </p:cNvPr>
          <p:cNvSpPr txBox="1">
            <a:spLocks noChangeArrowheads="1"/>
          </p:cNvSpPr>
          <p:nvPr/>
        </p:nvSpPr>
        <p:spPr bwMode="auto">
          <a:xfrm>
            <a:off x="8534401" y="4487863"/>
            <a:ext cx="9826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600">
                <a:solidFill>
                  <a:schemeClr val="tx1"/>
                </a:solidFill>
                <a:latin typeface="Calibri" panose="020F0502020204030204" pitchFamily="34" charset="0"/>
                <a:ea typeface="MS PGothic" panose="020B0600070205080204" pitchFamily="34" charset="-128"/>
                <a:cs typeface="Arial" panose="020B0604020202020204" pitchFamily="34" charset="0"/>
              </a:rPr>
              <a:t>75%</a:t>
            </a:r>
          </a:p>
        </p:txBody>
      </p:sp>
      <p:sp>
        <p:nvSpPr>
          <p:cNvPr id="229385" name="TextBox 9">
            <a:extLst>
              <a:ext uri="{FF2B5EF4-FFF2-40B4-BE49-F238E27FC236}">
                <a16:creationId xmlns:a16="http://schemas.microsoft.com/office/drawing/2014/main" xmlns="" id="{ACB0B1E4-C581-414E-BE47-9612BD02944E}"/>
              </a:ext>
            </a:extLst>
          </p:cNvPr>
          <p:cNvSpPr txBox="1">
            <a:spLocks noChangeArrowheads="1"/>
          </p:cNvSpPr>
          <p:nvPr/>
        </p:nvSpPr>
        <p:spPr bwMode="auto">
          <a:xfrm>
            <a:off x="8618538" y="1676401"/>
            <a:ext cx="9826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600">
                <a:solidFill>
                  <a:schemeClr val="tx1"/>
                </a:solidFill>
                <a:latin typeface="Calibri" panose="020F0502020204030204" pitchFamily="34" charset="0"/>
                <a:ea typeface="MS PGothic" panose="020B0600070205080204" pitchFamily="34" charset="-128"/>
                <a:cs typeface="Arial" panose="020B0604020202020204" pitchFamily="34" charset="0"/>
              </a:rPr>
              <a:t>70%</a:t>
            </a:r>
          </a:p>
        </p:txBody>
      </p:sp>
    </p:spTree>
  </p:cSld>
  <p:clrMapOvr>
    <a:masterClrMapping/>
  </p:clrMapOvr>
  <p:transition spd="slow">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itle 1">
            <a:extLst>
              <a:ext uri="{FF2B5EF4-FFF2-40B4-BE49-F238E27FC236}">
                <a16:creationId xmlns:a16="http://schemas.microsoft.com/office/drawing/2014/main" xmlns="" id="{D85C58E8-7A0A-4F02-8FB6-80054483F0F0}"/>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Brain about 85% water</a:t>
            </a:r>
          </a:p>
        </p:txBody>
      </p:sp>
      <p:sp>
        <p:nvSpPr>
          <p:cNvPr id="231427" name="Footer Placeholder 3">
            <a:extLst>
              <a:ext uri="{FF2B5EF4-FFF2-40B4-BE49-F238E27FC236}">
                <a16:creationId xmlns:a16="http://schemas.microsoft.com/office/drawing/2014/main" xmlns="" id="{7DA245D3-90A4-4D41-87E2-7DD5A95E8673}"/>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31428" name="Slide Number Placeholder 4">
            <a:extLst>
              <a:ext uri="{FF2B5EF4-FFF2-40B4-BE49-F238E27FC236}">
                <a16:creationId xmlns:a16="http://schemas.microsoft.com/office/drawing/2014/main" xmlns="" id="{E6F18899-8ECD-409C-95FB-A6CF11BEDA83}"/>
              </a:ext>
            </a:extLst>
          </p:cNvPr>
          <p:cNvSpPr>
            <a:spLocks noGrp="1"/>
          </p:cNvSpPr>
          <p:nvPr>
            <p:ph type="sldNum" sz="quarter" idx="4294967295"/>
          </p:nvPr>
        </p:nvSpPr>
        <p:spPr bwMode="auto">
          <a:xfrm>
            <a:off x="8077200" y="6348414"/>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5</a:t>
            </a:r>
          </a:p>
        </p:txBody>
      </p:sp>
      <p:pic>
        <p:nvPicPr>
          <p:cNvPr id="231429" name="Picture 2" descr="C:\Users\thomasn\Pictures\Thinkstock hmpix4\Thinkstock Nancy\medicine, equipment and objects, diagrams\stem of human brain xray view 136557194.jpg">
            <a:extLst>
              <a:ext uri="{FF2B5EF4-FFF2-40B4-BE49-F238E27FC236}">
                <a16:creationId xmlns:a16="http://schemas.microsoft.com/office/drawing/2014/main" xmlns="" id="{52800508-45E5-4AE0-8A8E-CDA2AD0E6F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6913" y="1600201"/>
            <a:ext cx="38100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30" name="TextBox 2">
            <a:extLst>
              <a:ext uri="{FF2B5EF4-FFF2-40B4-BE49-F238E27FC236}">
                <a16:creationId xmlns:a16="http://schemas.microsoft.com/office/drawing/2014/main" xmlns="" id="{89694655-1647-47F4-A29E-722962AA055D}"/>
              </a:ext>
            </a:extLst>
          </p:cNvPr>
          <p:cNvSpPr txBox="1">
            <a:spLocks noChangeArrowheads="1"/>
          </p:cNvSpPr>
          <p:nvPr/>
        </p:nvSpPr>
        <p:spPr bwMode="auto">
          <a:xfrm>
            <a:off x="2362200" y="5562601"/>
            <a:ext cx="7315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600">
                <a:solidFill>
                  <a:schemeClr val="tx1"/>
                </a:solidFill>
                <a:latin typeface="Calibri" panose="020F0502020204030204" pitchFamily="34" charset="0"/>
                <a:ea typeface="MS PGothic" panose="020B0600070205080204" pitchFamily="34" charset="-128"/>
                <a:cs typeface="Arial" panose="020B0604020202020204" pitchFamily="34" charset="0"/>
              </a:rPr>
              <a:t>Hard marrow bones are 20-25% water</a:t>
            </a:r>
          </a:p>
        </p:txBody>
      </p:sp>
      <p:pic>
        <p:nvPicPr>
          <p:cNvPr id="231431" name="Picture 2" descr="C:\Users\thomasn\Pictures\Thinkstock hmpix4\Thinkstock Nancy\Medical Images Relation between Structure &amp; Function\94305194.jpg">
            <a:extLst>
              <a:ext uri="{FF2B5EF4-FFF2-40B4-BE49-F238E27FC236}">
                <a16:creationId xmlns:a16="http://schemas.microsoft.com/office/drawing/2014/main" xmlns="" id="{1C325759-8A4E-44B7-BD96-B78C84619B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853057">
            <a:off x="6732589" y="1676400"/>
            <a:ext cx="1012825"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1432" name="Picture 3" descr="C:\Users\thomasn\Pictures\Thinkstock hmpix4\Thinkstock Nancy\Medical Images Relation between Structure &amp; Function\100553949.jpg">
            <a:extLst>
              <a:ext uri="{FF2B5EF4-FFF2-40B4-BE49-F238E27FC236}">
                <a16:creationId xmlns:a16="http://schemas.microsoft.com/office/drawing/2014/main" xmlns="" id="{EF3C919A-DCD6-472B-84C6-4804248632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0" y="3436938"/>
            <a:ext cx="3055938"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xmlns="" id="{03EFAF34-9474-4572-891F-EF9A5DC21BE0}"/>
              </a:ext>
            </a:extLst>
          </p:cNvPr>
          <p:cNvSpPr>
            <a:spLocks noGrp="1"/>
          </p:cNvSpPr>
          <p:nvPr>
            <p:ph type="title"/>
          </p:nvPr>
        </p:nvSpPr>
        <p:spPr>
          <a:xfrm>
            <a:off x="1981200" y="914400"/>
            <a:ext cx="8229600" cy="1143000"/>
          </a:xfrm>
        </p:spPr>
        <p:txBody>
          <a:bodyPr>
            <a:normAutofit fontScale="90000"/>
          </a:bodyPr>
          <a:lstStyle/>
          <a:p>
            <a:pPr algn="ctr" eaLnBrk="1" hangingPunct="1">
              <a:defRPr/>
            </a:pPr>
            <a:r>
              <a:rPr lang="en-US" altLang="fr-FR" sz="3400">
                <a:solidFill>
                  <a:srgbClr val="FFFFFF"/>
                </a:solidFill>
              </a:rPr>
              <a:t>Almost every cell and tissue of the body requires water to perform its functions. </a:t>
            </a:r>
            <a:br>
              <a:rPr lang="en-US" altLang="fr-FR" sz="3400">
                <a:solidFill>
                  <a:srgbClr val="FFFFFF"/>
                </a:solidFill>
              </a:rPr>
            </a:br>
            <a:r>
              <a:rPr lang="en-US" altLang="fr-FR" sz="3400">
                <a:solidFill>
                  <a:srgbClr val="FFFFFF"/>
                </a:solidFill>
              </a:rPr>
              <a:t/>
            </a:r>
            <a:br>
              <a:rPr lang="en-US" altLang="fr-FR" sz="3400">
                <a:solidFill>
                  <a:srgbClr val="FFFFFF"/>
                </a:solidFill>
              </a:rPr>
            </a:br>
            <a:endParaRPr lang="en-US" altLang="fr-FR" sz="3400"/>
          </a:p>
        </p:txBody>
      </p:sp>
      <p:sp>
        <p:nvSpPr>
          <p:cNvPr id="233475" name="Footer Placeholder 3">
            <a:extLst>
              <a:ext uri="{FF2B5EF4-FFF2-40B4-BE49-F238E27FC236}">
                <a16:creationId xmlns:a16="http://schemas.microsoft.com/office/drawing/2014/main" xmlns="" id="{2E39E173-F4F0-488B-AE87-7DB898AABDA8}"/>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33476" name="Text Placeholder 4">
            <a:extLst>
              <a:ext uri="{FF2B5EF4-FFF2-40B4-BE49-F238E27FC236}">
                <a16:creationId xmlns:a16="http://schemas.microsoft.com/office/drawing/2014/main" xmlns="" id="{885FB77A-32A4-4E50-91BC-2F9AB81C5745}"/>
              </a:ext>
            </a:extLst>
          </p:cNvPr>
          <p:cNvSpPr>
            <a:spLocks noGrp="1" noChangeArrowheads="1"/>
          </p:cNvSpPr>
          <p:nvPr>
            <p:ph type="body" sz="quarter" idx="13"/>
          </p:nvPr>
        </p:nvSpPr>
        <p:spPr>
          <a:xfrm>
            <a:off x="9601200" y="6370638"/>
            <a:ext cx="1676400" cy="487362"/>
          </a:xfrm>
        </p:spPr>
        <p:txBody>
          <a:bodyPr/>
          <a:lstStyle/>
          <a:p>
            <a:pPr eaLnBrk="1" hangingPunct="1"/>
            <a:r>
              <a:rPr lang="en-US" altLang="fr-FR"/>
              <a:t>Liquids  6</a:t>
            </a:r>
          </a:p>
        </p:txBody>
      </p:sp>
      <p:pic>
        <p:nvPicPr>
          <p:cNvPr id="233477" name="Picture 2" descr="C:\Users\thomasn\Pictures\Thinkstock hmpix4\Thinkstock Nancy\medicine, equipment and objects, diagrams\122509662.jpg">
            <a:extLst>
              <a:ext uri="{FF2B5EF4-FFF2-40B4-BE49-F238E27FC236}">
                <a16:creationId xmlns:a16="http://schemas.microsoft.com/office/drawing/2014/main" xmlns="" id="{4AFD0C05-FBBE-4052-992D-3EC5B36757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606550"/>
            <a:ext cx="7848600"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itle 1">
            <a:extLst>
              <a:ext uri="{FF2B5EF4-FFF2-40B4-BE49-F238E27FC236}">
                <a16:creationId xmlns:a16="http://schemas.microsoft.com/office/drawing/2014/main" xmlns="" id="{92D18E47-D780-4171-9FD3-7E7F65CC5681}"/>
              </a:ext>
            </a:extLst>
          </p:cNvPr>
          <p:cNvSpPr>
            <a:spLocks noGrp="1" noChangeArrowheads="1"/>
          </p:cNvSpPr>
          <p:nvPr>
            <p:ph type="title"/>
          </p:nvPr>
        </p:nvSpPr>
        <p:spPr>
          <a:xfrm>
            <a:off x="1905000" y="152400"/>
            <a:ext cx="8458200" cy="1143000"/>
          </a:xfrm>
        </p:spPr>
        <p:txBody>
          <a:bodyPr/>
          <a:lstStyle/>
          <a:p>
            <a:pPr algn="ctr" eaLnBrk="1" hangingPunct="1"/>
            <a:r>
              <a:rPr lang="en-US" altLang="fr-FR" sz="3400"/>
              <a:t>Water, the liquid of life</a:t>
            </a:r>
          </a:p>
        </p:txBody>
      </p:sp>
      <p:sp>
        <p:nvSpPr>
          <p:cNvPr id="235523" name="Footer Placeholder 3">
            <a:extLst>
              <a:ext uri="{FF2B5EF4-FFF2-40B4-BE49-F238E27FC236}">
                <a16:creationId xmlns:a16="http://schemas.microsoft.com/office/drawing/2014/main" xmlns="" id="{7C9B8DC5-A93A-4918-AC69-7B5F06D99FB8}"/>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35524" name="Slide Number Placeholder 4">
            <a:extLst>
              <a:ext uri="{FF2B5EF4-FFF2-40B4-BE49-F238E27FC236}">
                <a16:creationId xmlns:a16="http://schemas.microsoft.com/office/drawing/2014/main" xmlns="" id="{56C82E4E-3C89-402A-AD9E-A2971CD13103}"/>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7</a:t>
            </a:r>
          </a:p>
        </p:txBody>
      </p:sp>
      <p:pic>
        <p:nvPicPr>
          <p:cNvPr id="235525" name="Picture 3" descr="G:\For Merle\Chapter 3 - liquids\89795401 - woman with glass.jpg">
            <a:extLst>
              <a:ext uri="{FF2B5EF4-FFF2-40B4-BE49-F238E27FC236}">
                <a16:creationId xmlns:a16="http://schemas.microsoft.com/office/drawing/2014/main" xmlns="" id="{8D31EB98-1495-45AF-A23C-C3C4D7F13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1743076"/>
            <a:ext cx="32766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xmlns="" id="{AA6FC5AC-E17D-4E2B-A46D-27BE359835D2}"/>
              </a:ext>
            </a:extLst>
          </p:cNvPr>
          <p:cNvSpPr>
            <a:spLocks noChangeArrowheads="1"/>
          </p:cNvSpPr>
          <p:nvPr/>
        </p:nvSpPr>
        <p:spPr bwMode="auto">
          <a:xfrm>
            <a:off x="2057400" y="1524001"/>
            <a:ext cx="43434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pP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The transport system within the body</a:t>
            </a:r>
          </a:p>
          <a:p>
            <a:pPr eaLnBrk="1" hangingPunct="1">
              <a:spcBef>
                <a:spcPct val="0"/>
              </a:spcBef>
              <a:spcAft>
                <a:spcPct val="0"/>
              </a:spcAft>
              <a:buClrTx/>
              <a:buSzTx/>
            </a:pPr>
            <a:endPar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A lubricant for movement</a:t>
            </a:r>
          </a:p>
          <a:p>
            <a:pPr eaLnBrk="1" hangingPunct="1">
              <a:spcBef>
                <a:spcPct val="0"/>
              </a:spcBef>
              <a:spcAft>
                <a:spcPct val="0"/>
              </a:spcAft>
              <a:buClrTx/>
              <a:buSzTx/>
            </a:pPr>
            <a:endPar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The facilitator of digestion</a:t>
            </a:r>
          </a:p>
          <a:p>
            <a:pPr eaLnBrk="1" hangingPunct="1">
              <a:spcBef>
                <a:spcPct val="0"/>
              </a:spcBef>
              <a:spcAft>
                <a:spcPct val="0"/>
              </a:spcAft>
              <a:buClrTx/>
              <a:buSzTx/>
            </a:pPr>
            <a:endPar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endPar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E301DDD-BB3B-432B-A1AA-67EC01EDCC2D}"/>
              </a:ext>
            </a:extLst>
          </p:cNvPr>
          <p:cNvSpPr>
            <a:spLocks noGrp="1" noChangeArrowheads="1"/>
          </p:cNvSpPr>
          <p:nvPr>
            <p:ph idx="1"/>
          </p:nvPr>
        </p:nvSpPr>
        <p:spPr>
          <a:xfrm>
            <a:off x="2057400" y="1066801"/>
            <a:ext cx="4343400" cy="4525963"/>
          </a:xfrm>
        </p:spPr>
        <p:txBody>
          <a:bodyPr/>
          <a:lstStyle/>
          <a:p>
            <a:pPr eaLnBrk="1" hangingPunct="1"/>
            <a:r>
              <a:rPr lang="en-US" altLang="fr-FR" sz="3000"/>
              <a:t>The prime transporter of waste via the kidneys</a:t>
            </a:r>
          </a:p>
          <a:p>
            <a:pPr eaLnBrk="1" hangingPunct="1"/>
            <a:endParaRPr lang="en-US" altLang="fr-FR" sz="3000"/>
          </a:p>
          <a:p>
            <a:pPr eaLnBrk="1" hangingPunct="1"/>
            <a:r>
              <a:rPr lang="en-US" altLang="fr-FR" sz="3000"/>
              <a:t>A temperature regulator</a:t>
            </a:r>
          </a:p>
          <a:p>
            <a:pPr eaLnBrk="1" hangingPunct="1"/>
            <a:endParaRPr lang="en-US" altLang="fr-FR" sz="3000"/>
          </a:p>
          <a:p>
            <a:pPr eaLnBrk="1" hangingPunct="1"/>
            <a:r>
              <a:rPr lang="en-US" altLang="fr-FR" sz="3000"/>
              <a:t>A major constituent of the circulating blood</a:t>
            </a:r>
          </a:p>
          <a:p>
            <a:pPr eaLnBrk="1" hangingPunct="1"/>
            <a:endParaRPr lang="en-US" altLang="fr-FR" sz="3000"/>
          </a:p>
          <a:p>
            <a:pPr eaLnBrk="1" hangingPunct="1"/>
            <a:endParaRPr lang="en-US" altLang="fr-FR" sz="3000"/>
          </a:p>
        </p:txBody>
      </p:sp>
      <p:sp>
        <p:nvSpPr>
          <p:cNvPr id="237571" name="Footer Placeholder 3">
            <a:extLst>
              <a:ext uri="{FF2B5EF4-FFF2-40B4-BE49-F238E27FC236}">
                <a16:creationId xmlns:a16="http://schemas.microsoft.com/office/drawing/2014/main" xmlns="" id="{B393F1AC-6E64-462C-B1E7-5AC244614658}"/>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37572" name="Text Placeholder 4">
            <a:extLst>
              <a:ext uri="{FF2B5EF4-FFF2-40B4-BE49-F238E27FC236}">
                <a16:creationId xmlns:a16="http://schemas.microsoft.com/office/drawing/2014/main" xmlns="" id="{4D1B6568-A343-4DB3-B8B1-7143BB1F50A4}"/>
              </a:ext>
            </a:extLst>
          </p:cNvPr>
          <p:cNvSpPr>
            <a:spLocks noGrp="1" noChangeArrowheads="1"/>
          </p:cNvSpPr>
          <p:nvPr>
            <p:ph type="body" sz="quarter" idx="13"/>
          </p:nvPr>
        </p:nvSpPr>
        <p:spPr>
          <a:xfrm>
            <a:off x="9601200" y="6370638"/>
            <a:ext cx="1676400" cy="487362"/>
          </a:xfrm>
        </p:spPr>
        <p:txBody>
          <a:bodyPr/>
          <a:lstStyle/>
          <a:p>
            <a:pPr eaLnBrk="1" hangingPunct="1"/>
            <a:r>
              <a:rPr lang="en-US" altLang="fr-FR"/>
              <a:t>Liquids  8</a:t>
            </a:r>
          </a:p>
        </p:txBody>
      </p:sp>
      <p:pic>
        <p:nvPicPr>
          <p:cNvPr id="237573" name="Picture 3" descr="H:\For Merle\Chapter 3 - liquids\Low Res\78163321 - man with glass of water.jpg">
            <a:extLst>
              <a:ext uri="{FF2B5EF4-FFF2-40B4-BE49-F238E27FC236}">
                <a16:creationId xmlns:a16="http://schemas.microsoft.com/office/drawing/2014/main" xmlns="" id="{CB6F0831-94C9-4154-BDCC-6C9406255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8188" y="914400"/>
            <a:ext cx="3122612"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E45593E3-F2A6-41B9-B95B-AE47E0C1EF77}"/>
              </a:ext>
            </a:extLst>
          </p:cNvPr>
          <p:cNvSpPr/>
          <p:nvPr/>
        </p:nvSpPr>
        <p:spPr>
          <a:xfrm rot="5400000">
            <a:off x="6194425" y="1774825"/>
            <a:ext cx="5353050" cy="35941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39619" name="Picture 7" descr="G:\For Merle\Chapter 3 - liquids\134435640 - carrots.jpg">
            <a:extLst>
              <a:ext uri="{FF2B5EF4-FFF2-40B4-BE49-F238E27FC236}">
                <a16:creationId xmlns:a16="http://schemas.microsoft.com/office/drawing/2014/main" xmlns="" id="{9E77C65A-6B90-4220-86AA-0C7098F92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8738" y="4445000"/>
            <a:ext cx="1630362"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0" name="Title 1">
            <a:extLst>
              <a:ext uri="{FF2B5EF4-FFF2-40B4-BE49-F238E27FC236}">
                <a16:creationId xmlns:a16="http://schemas.microsoft.com/office/drawing/2014/main" xmlns="" id="{985EBBCA-DE80-40D2-8580-E0633ABDDAF0}"/>
              </a:ext>
            </a:extLst>
          </p:cNvPr>
          <p:cNvSpPr>
            <a:spLocks noGrp="1" noChangeArrowheads="1"/>
          </p:cNvSpPr>
          <p:nvPr>
            <p:ph type="title"/>
          </p:nvPr>
        </p:nvSpPr>
        <p:spPr>
          <a:xfrm>
            <a:off x="1981200" y="152400"/>
            <a:ext cx="8229600" cy="1143000"/>
          </a:xfrm>
        </p:spPr>
        <p:txBody>
          <a:bodyPr/>
          <a:lstStyle/>
          <a:p>
            <a:pPr eaLnBrk="1" hangingPunct="1"/>
            <a:r>
              <a:rPr lang="en-US" altLang="fr-FR" sz="3400"/>
              <a:t>Liquid comes …</a:t>
            </a:r>
          </a:p>
        </p:txBody>
      </p:sp>
      <p:sp>
        <p:nvSpPr>
          <p:cNvPr id="239621" name="Footer Placeholder 3">
            <a:extLst>
              <a:ext uri="{FF2B5EF4-FFF2-40B4-BE49-F238E27FC236}">
                <a16:creationId xmlns:a16="http://schemas.microsoft.com/office/drawing/2014/main" xmlns="" id="{FBC4B54A-76DE-409F-B964-B390BFBE7115}"/>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39622" name="Slide Number Placeholder 4">
            <a:extLst>
              <a:ext uri="{FF2B5EF4-FFF2-40B4-BE49-F238E27FC236}">
                <a16:creationId xmlns:a16="http://schemas.microsoft.com/office/drawing/2014/main" xmlns="" id="{2575CDA7-AE73-49BE-93BD-22AB7C5E485B}"/>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9</a:t>
            </a:r>
          </a:p>
        </p:txBody>
      </p:sp>
      <p:pic>
        <p:nvPicPr>
          <p:cNvPr id="239623" name="Picture 2" descr="G:\For Merle\Chapter 3 - liquids\104218842 - watermelon.jpg">
            <a:extLst>
              <a:ext uri="{FF2B5EF4-FFF2-40B4-BE49-F238E27FC236}">
                <a16:creationId xmlns:a16="http://schemas.microsoft.com/office/drawing/2014/main" xmlns="" id="{29933AAC-FD2B-46D5-9C37-0DD1D240EE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4226" y="990601"/>
            <a:ext cx="1673225"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24" name="Picture 3" descr="G:\For Merle\Chapter 3 - liquids\106513695 - orange.jpg">
            <a:extLst>
              <a:ext uri="{FF2B5EF4-FFF2-40B4-BE49-F238E27FC236}">
                <a16:creationId xmlns:a16="http://schemas.microsoft.com/office/drawing/2014/main" xmlns="" id="{CCCB7767-F9A6-41B6-980B-B19D50D87E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23338" y="995363"/>
            <a:ext cx="1655762"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25" name="Picture 4" descr="G:\For Merle\Chapter 3 - liquids\80621007 - grapes.jpg">
            <a:extLst>
              <a:ext uri="{FF2B5EF4-FFF2-40B4-BE49-F238E27FC236}">
                <a16:creationId xmlns:a16="http://schemas.microsoft.com/office/drawing/2014/main" xmlns="" id="{395455A6-2695-4022-91BF-6C83B0FF2F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6614" y="4451350"/>
            <a:ext cx="1652587"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26" name="Picture 5" descr="G:\For Merle\Chapter 3 - liquids\57593247 - broccoli.jpg">
            <a:extLst>
              <a:ext uri="{FF2B5EF4-FFF2-40B4-BE49-F238E27FC236}">
                <a16:creationId xmlns:a16="http://schemas.microsoft.com/office/drawing/2014/main" xmlns="" id="{BD283824-2BA0-4094-838B-D9E0F59F8D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0" y="2743201"/>
            <a:ext cx="166370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27" name="Picture 6" descr="G:\For Merle\Chapter 3 - liquids\101363943 - tomato.jpg">
            <a:extLst>
              <a:ext uri="{FF2B5EF4-FFF2-40B4-BE49-F238E27FC236}">
                <a16:creationId xmlns:a16="http://schemas.microsoft.com/office/drawing/2014/main" xmlns="" id="{C18A43D6-9580-40DE-8223-CFBE83B0F1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48738" y="2743201"/>
            <a:ext cx="1655762"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xmlns="" id="{558CD75E-F6BA-4428-99FB-7822D94040EB}"/>
              </a:ext>
            </a:extLst>
          </p:cNvPr>
          <p:cNvSpPr>
            <a:spLocks noChangeArrowheads="1"/>
          </p:cNvSpPr>
          <p:nvPr/>
        </p:nvSpPr>
        <p:spPr bwMode="auto">
          <a:xfrm>
            <a:off x="1905000" y="1981200"/>
            <a:ext cx="44958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pPr>
            <a:r>
              <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rPr>
              <a:t>Two thirds from ingested liquid</a:t>
            </a:r>
          </a:p>
          <a:p>
            <a:pPr eaLnBrk="1" hangingPunct="1">
              <a:spcBef>
                <a:spcPct val="0"/>
              </a:spcBef>
              <a:spcAft>
                <a:spcPct val="0"/>
              </a:spcAft>
              <a:buClrTx/>
              <a:buSzTx/>
            </a:pPr>
            <a:endPar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rPr>
              <a:t>One third from our food,</a:t>
            </a:r>
          </a:p>
          <a:p>
            <a:pPr eaLnBrk="1" hangingPunct="1">
              <a:spcBef>
                <a:spcPct val="0"/>
              </a:spcBef>
              <a:spcAft>
                <a:spcPct val="0"/>
              </a:spcAft>
              <a:buClrTx/>
              <a:buSzTx/>
            </a:pPr>
            <a:endPar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rPr>
              <a:t>From a small amount of liquid  synthesized during food metabolism </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666" name="Picture 2" descr="G:\For Merle\Chapter 3 - liquids\136967773 - sweaty man.jpg">
            <a:extLst>
              <a:ext uri="{FF2B5EF4-FFF2-40B4-BE49-F238E27FC236}">
                <a16:creationId xmlns:a16="http://schemas.microsoft.com/office/drawing/2014/main" xmlns="" id="{9FEA5065-ACAC-4F8D-A740-A058BDAEB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201739"/>
            <a:ext cx="7924800"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7" name="Title 1">
            <a:extLst>
              <a:ext uri="{FF2B5EF4-FFF2-40B4-BE49-F238E27FC236}">
                <a16:creationId xmlns:a16="http://schemas.microsoft.com/office/drawing/2014/main" xmlns="" id="{8E5604C7-4DE4-47C6-8668-43A66D584D55}"/>
              </a:ext>
            </a:extLst>
          </p:cNvPr>
          <p:cNvSpPr>
            <a:spLocks noGrp="1" noChangeArrowheads="1"/>
          </p:cNvSpPr>
          <p:nvPr>
            <p:ph type="title"/>
          </p:nvPr>
        </p:nvSpPr>
        <p:spPr>
          <a:xfrm>
            <a:off x="1981200" y="152400"/>
            <a:ext cx="8229600" cy="1143000"/>
          </a:xfrm>
        </p:spPr>
        <p:txBody>
          <a:bodyPr/>
          <a:lstStyle/>
          <a:p>
            <a:pPr eaLnBrk="1" hangingPunct="1"/>
            <a:r>
              <a:rPr lang="en-US" altLang="fr-FR" sz="3400"/>
              <a:t>Maintaining balance</a:t>
            </a:r>
          </a:p>
        </p:txBody>
      </p:sp>
      <p:sp>
        <p:nvSpPr>
          <p:cNvPr id="3" name="Content Placeholder 2">
            <a:extLst>
              <a:ext uri="{FF2B5EF4-FFF2-40B4-BE49-F238E27FC236}">
                <a16:creationId xmlns:a16="http://schemas.microsoft.com/office/drawing/2014/main" xmlns="" id="{7321182F-4126-45AC-81B1-5A2E5E693D1B}"/>
              </a:ext>
            </a:extLst>
          </p:cNvPr>
          <p:cNvSpPr>
            <a:spLocks noGrp="1"/>
          </p:cNvSpPr>
          <p:nvPr>
            <p:ph idx="1"/>
          </p:nvPr>
        </p:nvSpPr>
        <p:spPr>
          <a:xfrm>
            <a:off x="2133600" y="1600201"/>
            <a:ext cx="8229600" cy="4525963"/>
          </a:xfrm>
        </p:spPr>
        <p:txBody>
          <a:bodyPr rtlCol="0">
            <a:normAutofit/>
          </a:bodyPr>
          <a:lstStyle/>
          <a:p>
            <a:pPr marL="0" indent="0">
              <a:spcBef>
                <a:spcPts val="0"/>
              </a:spcBef>
              <a:buNone/>
              <a:tabLst>
                <a:tab pos="457200" algn="l"/>
              </a:tabLst>
              <a:defRPr/>
            </a:pPr>
            <a:r>
              <a:rPr lang="en-US" sz="1800" b="1" dirty="0">
                <a:solidFill>
                  <a:srgbClr val="FFFFFF"/>
                </a:solidFill>
                <a:effectLst>
                  <a:outerShdw blurRad="38100" dist="38100" dir="2700000" algn="tl">
                    <a:srgbClr val="000000">
                      <a:alpha val="43137"/>
                    </a:srgbClr>
                  </a:outerShdw>
                </a:effectLst>
              </a:rPr>
              <a:t>Daily Loss of </a:t>
            </a:r>
            <a:endParaRPr lang="en-US" sz="1800" dirty="0">
              <a:solidFill>
                <a:srgbClr val="FFFFFF"/>
              </a:solidFill>
              <a:effectLst>
                <a:outerShdw blurRad="38100" dist="38100" dir="2700000" algn="tl">
                  <a:srgbClr val="000000">
                    <a:alpha val="43137"/>
                  </a:srgbClr>
                </a:outerShdw>
              </a:effectLst>
            </a:endParaRPr>
          </a:p>
          <a:p>
            <a:pPr marL="0" indent="0">
              <a:spcBef>
                <a:spcPts val="0"/>
              </a:spcBef>
              <a:buNone/>
              <a:tabLst>
                <a:tab pos="457200" algn="l"/>
              </a:tabLst>
              <a:defRPr/>
            </a:pPr>
            <a:r>
              <a:rPr lang="en-US" sz="1800" b="1" dirty="0">
                <a:solidFill>
                  <a:srgbClr val="FFFFFF"/>
                </a:solidFill>
                <a:effectLst>
                  <a:outerShdw blurRad="38100" dist="38100" dir="2700000" algn="tl">
                    <a:srgbClr val="000000">
                      <a:alpha val="43137"/>
                    </a:srgbClr>
                  </a:outerShdw>
                </a:effectLst>
              </a:rPr>
              <a:t>Water in Milliliters </a:t>
            </a:r>
            <a:endParaRPr lang="en-US" sz="1800" dirty="0">
              <a:solidFill>
                <a:srgbClr val="FFFFFF"/>
              </a:solidFill>
              <a:effectLst>
                <a:outerShdw blurRad="38100" dist="38100" dir="2700000" algn="tl">
                  <a:srgbClr val="000000">
                    <a:alpha val="43137"/>
                  </a:srgbClr>
                </a:outerShdw>
              </a:effectLst>
            </a:endParaRPr>
          </a:p>
          <a:p>
            <a:pPr marL="0" indent="0">
              <a:spcBef>
                <a:spcPts val="0"/>
              </a:spcBef>
              <a:buNone/>
              <a:tabLst>
                <a:tab pos="457200" algn="l"/>
              </a:tabLst>
              <a:defRPr/>
            </a:pPr>
            <a:r>
              <a:rPr lang="en-US" sz="1800" b="1" dirty="0">
                <a:solidFill>
                  <a:srgbClr val="FFFFFF"/>
                </a:solidFill>
                <a:effectLst>
                  <a:outerShdw blurRad="38100" dist="38100" dir="2700000" algn="tl">
                    <a:srgbClr val="000000">
                      <a:alpha val="43137"/>
                    </a:srgbClr>
                  </a:outerShdw>
                </a:effectLst>
              </a:rPr>
              <a:t>Per Day of an Average </a:t>
            </a:r>
            <a:endParaRPr lang="en-US" sz="1800" dirty="0">
              <a:solidFill>
                <a:srgbClr val="FFFFFF"/>
              </a:solidFill>
              <a:effectLst>
                <a:outerShdw blurRad="38100" dist="38100" dir="2700000" algn="tl">
                  <a:srgbClr val="000000">
                    <a:alpha val="43137"/>
                  </a:srgbClr>
                </a:outerShdw>
              </a:effectLst>
            </a:endParaRPr>
          </a:p>
          <a:p>
            <a:pPr marL="0" indent="0">
              <a:spcBef>
                <a:spcPts val="0"/>
              </a:spcBef>
              <a:buNone/>
              <a:tabLst>
                <a:tab pos="457200" algn="l"/>
              </a:tabLst>
              <a:defRPr/>
            </a:pPr>
            <a:r>
              <a:rPr lang="en-US" sz="1800" b="1" dirty="0">
                <a:solidFill>
                  <a:srgbClr val="FFFFFF"/>
                </a:solidFill>
                <a:effectLst>
                  <a:outerShdw blurRad="38100" dist="38100" dir="2700000" algn="tl">
                    <a:srgbClr val="000000">
                      <a:alpha val="43137"/>
                    </a:srgbClr>
                  </a:outerShdw>
                </a:effectLst>
              </a:rPr>
              <a:t>Human Body at </a:t>
            </a:r>
            <a:endParaRPr lang="en-US" sz="1800" dirty="0">
              <a:solidFill>
                <a:srgbClr val="FFFFFF"/>
              </a:solidFill>
              <a:effectLst>
                <a:outerShdw blurRad="38100" dist="38100" dir="2700000" algn="tl">
                  <a:srgbClr val="000000">
                    <a:alpha val="43137"/>
                  </a:srgbClr>
                </a:outerShdw>
              </a:effectLst>
            </a:endParaRPr>
          </a:p>
          <a:p>
            <a:pPr marL="0" indent="0">
              <a:spcBef>
                <a:spcPts val="0"/>
              </a:spcBef>
              <a:buNone/>
              <a:tabLst>
                <a:tab pos="457200" algn="l"/>
              </a:tabLst>
              <a:defRPr/>
            </a:pPr>
            <a:r>
              <a:rPr lang="en-US" sz="1800" b="1" dirty="0">
                <a:solidFill>
                  <a:srgbClr val="FFFFFF"/>
                </a:solidFill>
                <a:effectLst>
                  <a:outerShdw blurRad="38100" dist="38100" dir="2700000" algn="tl">
                    <a:srgbClr val="000000">
                      <a:alpha val="43137"/>
                    </a:srgbClr>
                  </a:outerShdw>
                </a:effectLst>
              </a:rPr>
              <a:t>Normal Temperature </a:t>
            </a:r>
            <a:endParaRPr lang="en-US" sz="1800" dirty="0">
              <a:solidFill>
                <a:srgbClr val="FFFFFF"/>
              </a:solidFill>
              <a:effectLst>
                <a:outerShdw blurRad="38100" dist="38100" dir="2700000" algn="tl">
                  <a:srgbClr val="000000">
                    <a:alpha val="43137"/>
                  </a:srgbClr>
                </a:outerShdw>
              </a:effectLst>
            </a:endParaRPr>
          </a:p>
          <a:p>
            <a:pPr marL="0" indent="0">
              <a:spcBef>
                <a:spcPts val="0"/>
              </a:spcBef>
              <a:buNone/>
              <a:tabLst>
                <a:tab pos="457200" algn="l"/>
              </a:tabLst>
              <a:defRPr/>
            </a:pPr>
            <a:r>
              <a:rPr lang="en-US" sz="1800" b="1" dirty="0">
                <a:solidFill>
                  <a:srgbClr val="FFFFFF"/>
                </a:solidFill>
                <a:effectLst>
                  <a:outerShdw blurRad="38100" dist="38100" dir="2700000" algn="tl">
                    <a:srgbClr val="000000">
                      <a:alpha val="43137"/>
                    </a:srgbClr>
                  </a:outerShdw>
                </a:effectLst>
              </a:rPr>
              <a:t>Prolonged </a:t>
            </a:r>
            <a:endParaRPr lang="en-US" sz="1800" dirty="0">
              <a:solidFill>
                <a:srgbClr val="FFFFFF"/>
              </a:solidFill>
              <a:effectLst>
                <a:outerShdw blurRad="38100" dist="38100" dir="2700000" algn="tl">
                  <a:srgbClr val="000000">
                    <a:alpha val="43137"/>
                  </a:srgbClr>
                </a:outerShdw>
              </a:effectLst>
            </a:endParaRPr>
          </a:p>
          <a:p>
            <a:pPr marL="0" indent="0">
              <a:spcBef>
                <a:spcPts val="0"/>
              </a:spcBef>
              <a:buNone/>
              <a:tabLst>
                <a:tab pos="457200" algn="l"/>
              </a:tabLst>
              <a:defRPr/>
            </a:pPr>
            <a:endParaRPr lang="en-US" sz="1400" dirty="0">
              <a:solidFill>
                <a:srgbClr val="FFFFFF"/>
              </a:solidFill>
              <a:effectLst>
                <a:outerShdw blurRad="38100" dist="38100" dir="2700000" algn="tl">
                  <a:srgbClr val="000000">
                    <a:alpha val="43137"/>
                  </a:srgbClr>
                </a:outerShdw>
              </a:effectLst>
            </a:endParaRP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			Low	Prolonged Heavy			</a:t>
            </a: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			Activity	Exercise	</a:t>
            </a: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Insensible (invisible) </a:t>
            </a: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	loss from skin	350	350 </a:t>
            </a: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Insensible (invisible) </a:t>
            </a: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	loss from lungs	350	650 </a:t>
            </a: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Sweat		100	5000 </a:t>
            </a: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Feces		100	100 </a:t>
            </a:r>
          </a:p>
          <a:p>
            <a:pPr marL="0" indent="0">
              <a:spcBef>
                <a:spcPts val="0"/>
              </a:spcBef>
              <a:buNone/>
              <a:tabLst>
                <a:tab pos="457200" algn="l"/>
              </a:tabLst>
              <a:defRPr/>
            </a:pPr>
            <a:r>
              <a:rPr lang="en-US" sz="1400" dirty="0">
                <a:solidFill>
                  <a:srgbClr val="FFFFFF"/>
                </a:solidFill>
                <a:effectLst>
                  <a:outerShdw blurRad="38100" dist="38100" dir="2700000" algn="tl">
                    <a:srgbClr val="000000">
                      <a:alpha val="43137"/>
                    </a:srgbClr>
                  </a:outerShdw>
                </a:effectLst>
              </a:rPr>
              <a:t>Urine			1400	500 </a:t>
            </a:r>
          </a:p>
          <a:p>
            <a:pPr marL="0" indent="0">
              <a:spcBef>
                <a:spcPts val="0"/>
              </a:spcBef>
              <a:buNone/>
              <a:tabLst>
                <a:tab pos="457200" algn="l"/>
              </a:tabLst>
              <a:defRPr/>
            </a:pPr>
            <a:r>
              <a:rPr lang="en-US" sz="1400" b="1" dirty="0">
                <a:solidFill>
                  <a:srgbClr val="FFFFFF"/>
                </a:solidFill>
                <a:effectLst>
                  <a:outerShdw blurRad="38100" dist="38100" dir="2700000" algn="tl">
                    <a:srgbClr val="000000">
                      <a:alpha val="43137"/>
                    </a:srgbClr>
                  </a:outerShdw>
                </a:effectLst>
              </a:rPr>
              <a:t>Total Output</a:t>
            </a:r>
            <a:r>
              <a:rPr lang="en-US" sz="1400" dirty="0">
                <a:solidFill>
                  <a:srgbClr val="FFFFFF"/>
                </a:solidFill>
                <a:effectLst>
                  <a:outerShdw blurRad="38100" dist="38100" dir="2700000" algn="tl">
                    <a:srgbClr val="000000">
                      <a:alpha val="43137"/>
                    </a:srgbClr>
                  </a:outerShdw>
                </a:effectLst>
              </a:rPr>
              <a:t>	</a:t>
            </a:r>
            <a:r>
              <a:rPr lang="en-US" sz="1400" b="1" dirty="0">
                <a:solidFill>
                  <a:srgbClr val="FFFFFF"/>
                </a:solidFill>
                <a:effectLst>
                  <a:outerShdw blurRad="38100" dist="38100" dir="2700000" algn="tl">
                    <a:srgbClr val="000000">
                      <a:alpha val="43137"/>
                    </a:srgbClr>
                  </a:outerShdw>
                </a:effectLst>
              </a:rPr>
              <a:t>2300</a:t>
            </a:r>
            <a:r>
              <a:rPr lang="en-US" sz="1400" dirty="0">
                <a:solidFill>
                  <a:srgbClr val="FFFFFF"/>
                </a:solidFill>
                <a:effectLst>
                  <a:outerShdw blurRad="38100" dist="38100" dir="2700000" algn="tl">
                    <a:srgbClr val="000000">
                      <a:alpha val="43137"/>
                    </a:srgbClr>
                  </a:outerShdw>
                </a:effectLst>
              </a:rPr>
              <a:t>	</a:t>
            </a:r>
            <a:r>
              <a:rPr lang="en-US" sz="1400" b="1" dirty="0">
                <a:solidFill>
                  <a:srgbClr val="FFFFFF"/>
                </a:solidFill>
                <a:effectLst>
                  <a:outerShdw blurRad="38100" dist="38100" dir="2700000" algn="tl">
                    <a:srgbClr val="000000">
                      <a:alpha val="43137"/>
                    </a:srgbClr>
                  </a:outerShdw>
                </a:effectLst>
              </a:rPr>
              <a:t>6600</a:t>
            </a:r>
            <a:endParaRPr lang="en-US" sz="1400" dirty="0">
              <a:solidFill>
                <a:srgbClr val="FFFFFF"/>
              </a:solidFill>
              <a:effectLst>
                <a:outerShdw blurRad="38100" dist="38100" dir="2700000" algn="tl">
                  <a:srgbClr val="000000">
                    <a:alpha val="43137"/>
                  </a:srgbClr>
                </a:outerShdw>
              </a:effectLst>
            </a:endParaRPr>
          </a:p>
          <a:p>
            <a:pPr>
              <a:defRPr/>
            </a:pPr>
            <a:endParaRPr lang="en-US" dirty="0"/>
          </a:p>
        </p:txBody>
      </p:sp>
      <p:sp>
        <p:nvSpPr>
          <p:cNvPr id="241669" name="Footer Placeholder 3">
            <a:extLst>
              <a:ext uri="{FF2B5EF4-FFF2-40B4-BE49-F238E27FC236}">
                <a16:creationId xmlns:a16="http://schemas.microsoft.com/office/drawing/2014/main" xmlns="" id="{47F20DF3-0B95-42EE-8362-E3A91A88FB6C}"/>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41670" name="Slide Number Placeholder 4">
            <a:extLst>
              <a:ext uri="{FF2B5EF4-FFF2-40B4-BE49-F238E27FC236}">
                <a16:creationId xmlns:a16="http://schemas.microsoft.com/office/drawing/2014/main" xmlns="" id="{9C706141-1EF5-4833-A2E7-C7A7734626F9}"/>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10</a:t>
            </a:r>
          </a:p>
        </p:txBody>
      </p:sp>
    </p:spTree>
  </p:cSld>
  <p:clrMapOvr>
    <a:masterClrMapping/>
  </p:clrMapOvr>
  <p:transition spd="slow">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itle 1">
            <a:extLst>
              <a:ext uri="{FF2B5EF4-FFF2-40B4-BE49-F238E27FC236}">
                <a16:creationId xmlns:a16="http://schemas.microsoft.com/office/drawing/2014/main" xmlns="" id="{85737753-EB1E-45BE-8394-68BB40E5E746}"/>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dirty="0"/>
              <a:t>What if water intake is inadequate?</a:t>
            </a:r>
          </a:p>
        </p:txBody>
      </p:sp>
      <p:sp>
        <p:nvSpPr>
          <p:cNvPr id="243715" name="Footer Placeholder 3">
            <a:extLst>
              <a:ext uri="{FF2B5EF4-FFF2-40B4-BE49-F238E27FC236}">
                <a16:creationId xmlns:a16="http://schemas.microsoft.com/office/drawing/2014/main" xmlns="" id="{589A4F14-6C24-4124-90B6-971DFC06FCF9}"/>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43716" name="Slide Number Placeholder 4">
            <a:extLst>
              <a:ext uri="{FF2B5EF4-FFF2-40B4-BE49-F238E27FC236}">
                <a16:creationId xmlns:a16="http://schemas.microsoft.com/office/drawing/2014/main" xmlns="" id="{EA88D171-9042-4F09-86E2-27A15399776B}"/>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11</a:t>
            </a:r>
          </a:p>
        </p:txBody>
      </p:sp>
      <p:pic>
        <p:nvPicPr>
          <p:cNvPr id="243717" name="Picture 2" descr="G:\For Merle\Chapter 3 - liquids\sb10063626o-001 - black woman drinking water.jpg">
            <a:extLst>
              <a:ext uri="{FF2B5EF4-FFF2-40B4-BE49-F238E27FC236}">
                <a16:creationId xmlns:a16="http://schemas.microsoft.com/office/drawing/2014/main" xmlns="" id="{E9ED16A8-6233-4013-B18C-9F819EAE8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1827213"/>
            <a:ext cx="32258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xmlns="" id="{C61F8051-F184-4EBE-B6AD-F3DFD500FE27}"/>
              </a:ext>
            </a:extLst>
          </p:cNvPr>
          <p:cNvSpPr/>
          <p:nvPr/>
        </p:nvSpPr>
        <p:spPr>
          <a:xfrm>
            <a:off x="1828800" y="2009776"/>
            <a:ext cx="5410200" cy="3324225"/>
          </a:xfrm>
          <a:prstGeom prst="rect">
            <a:avLst/>
          </a:prstGeom>
        </p:spPr>
        <p:txBody>
          <a:bodyPr>
            <a:spAutoFit/>
          </a:bodyPr>
          <a:lstStyle/>
          <a:p>
            <a:pPr marL="457200" indent="-457200">
              <a:buFontTx/>
              <a:buChar char="•"/>
              <a:defRPr/>
            </a:pPr>
            <a:r>
              <a:rPr lang="en-US" sz="3000" dirty="0"/>
              <a:t>Decrease in sweat and urine output </a:t>
            </a:r>
          </a:p>
          <a:p>
            <a:pPr>
              <a:defRPr/>
            </a:pPr>
            <a:endParaRPr lang="en-US" sz="3000" dirty="0"/>
          </a:p>
          <a:p>
            <a:pPr marL="457200" indent="-457200">
              <a:buFontTx/>
              <a:buChar char="•"/>
              <a:defRPr/>
            </a:pPr>
            <a:r>
              <a:rPr lang="en-US" sz="3000" dirty="0"/>
              <a:t>Dehydration will occur</a:t>
            </a:r>
          </a:p>
          <a:p>
            <a:pPr marL="457200" indent="-457200">
              <a:buFontTx/>
              <a:buChar char="•"/>
              <a:defRPr/>
            </a:pPr>
            <a:endParaRPr lang="en-US" sz="3000" dirty="0"/>
          </a:p>
          <a:p>
            <a:pPr marL="457200" indent="-457200">
              <a:buFontTx/>
              <a:buChar char="•"/>
              <a:defRPr/>
            </a:pPr>
            <a:r>
              <a:rPr lang="en-US" sz="3000" dirty="0"/>
              <a:t>Rise in body temperature</a:t>
            </a:r>
          </a:p>
          <a:p>
            <a:pPr marL="457200" indent="-457200">
              <a:buFontTx/>
              <a:buChar char="•"/>
              <a:defRPr/>
            </a:pPr>
            <a:endParaRPr lang="en-US" sz="3000" dirty="0"/>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itle 1">
            <a:extLst>
              <a:ext uri="{FF2B5EF4-FFF2-40B4-BE49-F238E27FC236}">
                <a16:creationId xmlns:a16="http://schemas.microsoft.com/office/drawing/2014/main" xmlns="" id="{29697CB5-9714-4EED-91D5-FA9783978088}"/>
              </a:ext>
            </a:extLst>
          </p:cNvPr>
          <p:cNvSpPr>
            <a:spLocks noGrp="1" noChangeArrowheads="1"/>
          </p:cNvSpPr>
          <p:nvPr>
            <p:ph type="title"/>
          </p:nvPr>
        </p:nvSpPr>
        <p:spPr>
          <a:xfrm>
            <a:off x="304800" y="152400"/>
            <a:ext cx="8229600" cy="1143000"/>
          </a:xfrm>
        </p:spPr>
        <p:txBody>
          <a:bodyPr/>
          <a:lstStyle/>
          <a:p>
            <a:pPr algn="ctr" eaLnBrk="1" hangingPunct="1"/>
            <a:r>
              <a:rPr lang="en-US" altLang="fr-FR" sz="3400"/>
              <a:t>Insufficient water intake</a:t>
            </a:r>
          </a:p>
        </p:txBody>
      </p:sp>
      <p:sp>
        <p:nvSpPr>
          <p:cNvPr id="251907" name="Footer Placeholder 3">
            <a:extLst>
              <a:ext uri="{FF2B5EF4-FFF2-40B4-BE49-F238E27FC236}">
                <a16:creationId xmlns:a16="http://schemas.microsoft.com/office/drawing/2014/main" xmlns="" id="{BD2EC5EA-6F20-488D-87B9-648F58C40284}"/>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51908" name="Slide Number Placeholder 4">
            <a:extLst>
              <a:ext uri="{FF2B5EF4-FFF2-40B4-BE49-F238E27FC236}">
                <a16:creationId xmlns:a16="http://schemas.microsoft.com/office/drawing/2014/main" xmlns="" id="{CADC23F2-D532-414B-9B86-1C2943BA4FF6}"/>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15</a:t>
            </a:r>
          </a:p>
        </p:txBody>
      </p:sp>
      <p:pic>
        <p:nvPicPr>
          <p:cNvPr id="251909" name="Picture 2" descr="C:\Users\thomasn\Pictures\Thinkstock hmpix4\Thinkstock Nancy\toilet\121040755.jpg">
            <a:extLst>
              <a:ext uri="{FF2B5EF4-FFF2-40B4-BE49-F238E27FC236}">
                <a16:creationId xmlns:a16="http://schemas.microsoft.com/office/drawing/2014/main" xmlns="" id="{EA733E9A-108D-49B8-8309-448CD65E7D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8"/>
          <a:stretch>
            <a:fillRect/>
          </a:stretch>
        </p:blipFill>
        <p:spPr bwMode="auto">
          <a:xfrm>
            <a:off x="7620000" y="930275"/>
            <a:ext cx="24384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910" name="Picture 3" descr="C:\Users\thomasn\Pictures\Thinkstock hmpix4\Thinkstock Nancy\people\146903628.jpg">
            <a:extLst>
              <a:ext uri="{FF2B5EF4-FFF2-40B4-BE49-F238E27FC236}">
                <a16:creationId xmlns:a16="http://schemas.microsoft.com/office/drawing/2014/main" xmlns="" id="{274E6DF3-86B6-417F-9A55-AC09C5F542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1" y="3970339"/>
            <a:ext cx="2405063" cy="228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xmlns="" id="{B1F92A71-1122-4C4B-8BDF-4D346F29F1D5}"/>
              </a:ext>
            </a:extLst>
          </p:cNvPr>
          <p:cNvSpPr>
            <a:spLocks noChangeArrowheads="1"/>
          </p:cNvSpPr>
          <p:nvPr/>
        </p:nvSpPr>
        <p:spPr bwMode="auto">
          <a:xfrm>
            <a:off x="1981200" y="1524000"/>
            <a:ext cx="5181600"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pPr>
            <a:r>
              <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rPr>
              <a:t>Constipation—to the delight of the laxative industry</a:t>
            </a:r>
          </a:p>
          <a:p>
            <a:pPr eaLnBrk="1" hangingPunct="1">
              <a:spcBef>
                <a:spcPct val="0"/>
              </a:spcBef>
              <a:spcAft>
                <a:spcPct val="0"/>
              </a:spcAft>
              <a:buClrTx/>
              <a:buSzTx/>
            </a:pPr>
            <a:endPar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rPr>
              <a:t>Dehydration may cause  dizziness or headache</a:t>
            </a:r>
          </a:p>
          <a:p>
            <a:pPr eaLnBrk="1" hangingPunct="1">
              <a:spcBef>
                <a:spcPct val="0"/>
              </a:spcBef>
              <a:spcAft>
                <a:spcPct val="0"/>
              </a:spcAft>
              <a:buClrTx/>
              <a:buSzTx/>
            </a:pPr>
            <a:endPar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rPr>
              <a:t>Increases the risk of developing kidney and gallstones</a:t>
            </a:r>
          </a:p>
          <a:p>
            <a:pPr eaLnBrk="1" hangingPunct="1">
              <a:spcBef>
                <a:spcPct val="0"/>
              </a:spcBef>
              <a:spcAft>
                <a:spcPct val="0"/>
              </a:spcAft>
              <a:buClrTx/>
              <a:buSzTx/>
              <a:buFontTx/>
              <a:buChar char="•"/>
            </a:pPr>
            <a:endPar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buFontTx/>
              <a:buChar char="•"/>
            </a:pPr>
            <a:endParaRPr lang="en-US" altLang="fr-FR" sz="3000">
              <a:solidFill>
                <a:schemeClr val="tx1"/>
              </a:solidFill>
              <a:latin typeface="Calibri" panose="020F0502020204030204" pitchFamily="34" charset="0"/>
              <a:ea typeface="MS PGothic" panose="020B0600070205080204" pitchFamily="34" charset="-128"/>
              <a:cs typeface="Arial" panose="020B0604020202020204" pitchFamily="34" charset="0"/>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xmlns="" id="{6FFA752E-7554-4DBE-A6F9-40AEFFF6D0D5}"/>
              </a:ext>
            </a:extLst>
          </p:cNvPr>
          <p:cNvSpPr>
            <a:spLocks noGrp="1"/>
          </p:cNvSpPr>
          <p:nvPr>
            <p:ph type="title"/>
          </p:nvPr>
        </p:nvSpPr>
        <p:spPr>
          <a:xfrm>
            <a:off x="1981200" y="609600"/>
            <a:ext cx="8229600" cy="1143000"/>
          </a:xfrm>
        </p:spPr>
        <p:txBody>
          <a:bodyPr>
            <a:normAutofit fontScale="90000"/>
          </a:bodyPr>
          <a:lstStyle/>
          <a:p>
            <a:pPr algn="ctr" eaLnBrk="1" hangingPunct="1">
              <a:defRPr/>
            </a:pPr>
            <a:r>
              <a:rPr lang="en-US" altLang="fr-FR" sz="3400"/>
              <a:t>Journal of the</a:t>
            </a:r>
            <a:br>
              <a:rPr lang="en-US" altLang="fr-FR" sz="3400"/>
            </a:br>
            <a:r>
              <a:rPr lang="en-US" altLang="fr-FR" sz="3400"/>
              <a:t> American Medical Association (1995)</a:t>
            </a:r>
            <a:br>
              <a:rPr lang="en-US" altLang="fr-FR" sz="3400"/>
            </a:br>
            <a:endParaRPr lang="en-US" altLang="fr-FR" sz="3400"/>
          </a:p>
        </p:txBody>
      </p:sp>
      <p:sp>
        <p:nvSpPr>
          <p:cNvPr id="253955" name="Footer Placeholder 3">
            <a:extLst>
              <a:ext uri="{FF2B5EF4-FFF2-40B4-BE49-F238E27FC236}">
                <a16:creationId xmlns:a16="http://schemas.microsoft.com/office/drawing/2014/main" xmlns="" id="{56C51FBC-1B6E-4522-BF3B-EFAD1E7364F9}"/>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53956" name="Text Placeholder 4">
            <a:extLst>
              <a:ext uri="{FF2B5EF4-FFF2-40B4-BE49-F238E27FC236}">
                <a16:creationId xmlns:a16="http://schemas.microsoft.com/office/drawing/2014/main" xmlns="" id="{942B47A9-FC0A-40C8-83B0-6EA4AD0B9492}"/>
              </a:ext>
            </a:extLst>
          </p:cNvPr>
          <p:cNvSpPr>
            <a:spLocks noGrp="1" noChangeArrowheads="1"/>
          </p:cNvSpPr>
          <p:nvPr>
            <p:ph type="body" sz="quarter" idx="13"/>
          </p:nvPr>
        </p:nvSpPr>
        <p:spPr>
          <a:xfrm>
            <a:off x="9296400" y="6370638"/>
            <a:ext cx="1676400" cy="487362"/>
          </a:xfrm>
        </p:spPr>
        <p:txBody>
          <a:bodyPr/>
          <a:lstStyle/>
          <a:p>
            <a:pPr eaLnBrk="1" hangingPunct="1"/>
            <a:r>
              <a:rPr lang="en-US" altLang="fr-FR"/>
              <a:t>Liquids  16</a:t>
            </a:r>
          </a:p>
        </p:txBody>
      </p:sp>
      <p:pic>
        <p:nvPicPr>
          <p:cNvPr id="253957" name="Picture 2" descr="C:\Users\thomasn\Downloads\87809734.jpg">
            <a:extLst>
              <a:ext uri="{FF2B5EF4-FFF2-40B4-BE49-F238E27FC236}">
                <a16:creationId xmlns:a16="http://schemas.microsoft.com/office/drawing/2014/main" xmlns="" id="{4D1BA18F-1250-4830-8FAA-EFE8304D7F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9000" y="2265364"/>
            <a:ext cx="4622800" cy="322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8" name="Rectangle 5">
            <a:extLst>
              <a:ext uri="{FF2B5EF4-FFF2-40B4-BE49-F238E27FC236}">
                <a16:creationId xmlns:a16="http://schemas.microsoft.com/office/drawing/2014/main" xmlns="" id="{0AD21ABB-F257-4991-80F2-9CB2D647452D}"/>
              </a:ext>
            </a:extLst>
          </p:cNvPr>
          <p:cNvSpPr>
            <a:spLocks noChangeArrowheads="1"/>
          </p:cNvSpPr>
          <p:nvPr/>
        </p:nvSpPr>
        <p:spPr bwMode="auto">
          <a:xfrm>
            <a:off x="1828800" y="2301876"/>
            <a:ext cx="37338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ctr" eaLnBrk="1" hangingPunct="1">
              <a:spcBef>
                <a:spcPct val="0"/>
              </a:spcBef>
              <a:spcAft>
                <a:spcPct val="0"/>
              </a:spcAft>
              <a:buClrTx/>
              <a:buSzTx/>
              <a:buFontTx/>
              <a:buNone/>
            </a:pPr>
            <a:r>
              <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rPr>
              <a:t>It</a:t>
            </a:r>
            <a:r>
              <a:rPr lang="en-US" altLang="en-US" sz="2800">
                <a:solidFill>
                  <a:schemeClr val="tx1"/>
                </a:solidFill>
                <a:latin typeface="Arial" panose="020B0604020202020204" pitchFamily="34" charset="0"/>
                <a:ea typeface="MS PGothic" panose="020B0600070205080204" pitchFamily="34" charset="-128"/>
                <a:cs typeface="Arial" panose="020B0604020202020204" pitchFamily="34" charset="0"/>
              </a:rPr>
              <a:t>’</a:t>
            </a:r>
            <a:r>
              <a:rPr lang="en-US" altLang="fr-FR" sz="2800">
                <a:solidFill>
                  <a:schemeClr val="tx1"/>
                </a:solidFill>
                <a:latin typeface="Arial" panose="020B0604020202020204" pitchFamily="34" charset="0"/>
                <a:ea typeface="MS PGothic" panose="020B0600070205080204" pitchFamily="34" charset="-128"/>
                <a:cs typeface="Arial" panose="020B0604020202020204" pitchFamily="34" charset="0"/>
              </a:rPr>
              <a:t>s estimated that adequate hydration of older people could save thousands of days of hospitalization and millions of dollars each year. </a:t>
            </a:r>
          </a:p>
        </p:txBody>
      </p:sp>
    </p:spTree>
  </p:cSld>
  <p:clrMapOvr>
    <a:masterClrMapping/>
  </p:clrMapOvr>
  <p:transition spd="slow">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itle 1">
            <a:extLst>
              <a:ext uri="{FF2B5EF4-FFF2-40B4-BE49-F238E27FC236}">
                <a16:creationId xmlns:a16="http://schemas.microsoft.com/office/drawing/2014/main" xmlns="" id="{262EEDD4-A7FC-4CC3-B5DF-40F9B5F6378A}"/>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A practical guide to water intake</a:t>
            </a:r>
          </a:p>
        </p:txBody>
      </p:sp>
      <p:sp>
        <p:nvSpPr>
          <p:cNvPr id="256003" name="Footer Placeholder 3">
            <a:extLst>
              <a:ext uri="{FF2B5EF4-FFF2-40B4-BE49-F238E27FC236}">
                <a16:creationId xmlns:a16="http://schemas.microsoft.com/office/drawing/2014/main" xmlns="" id="{E41D1891-C263-4654-B763-E4F7EDAABD79}"/>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56004" name="Slide Number Placeholder 4">
            <a:extLst>
              <a:ext uri="{FF2B5EF4-FFF2-40B4-BE49-F238E27FC236}">
                <a16:creationId xmlns:a16="http://schemas.microsoft.com/office/drawing/2014/main" xmlns="" id="{86F3C7A3-77AD-48A6-A6FE-A117729CBAC4}"/>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17</a:t>
            </a:r>
          </a:p>
        </p:txBody>
      </p:sp>
      <p:pic>
        <p:nvPicPr>
          <p:cNvPr id="256005" name="Picture 2" descr="G:\For Merle\Chapter 3 - liquids\116001859 - child with hose.jpg">
            <a:extLst>
              <a:ext uri="{FF2B5EF4-FFF2-40B4-BE49-F238E27FC236}">
                <a16:creationId xmlns:a16="http://schemas.microsoft.com/office/drawing/2014/main" xmlns="" id="{3D093B64-CBAA-461A-8EBC-FA754A3E9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409701"/>
            <a:ext cx="3886200" cy="474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06" name="Rectangle 2">
            <a:extLst>
              <a:ext uri="{FF2B5EF4-FFF2-40B4-BE49-F238E27FC236}">
                <a16:creationId xmlns:a16="http://schemas.microsoft.com/office/drawing/2014/main" xmlns="" id="{68E9A23E-A32A-4436-B13F-2698500D3183}"/>
              </a:ext>
            </a:extLst>
          </p:cNvPr>
          <p:cNvSpPr>
            <a:spLocks noChangeArrowheads="1"/>
          </p:cNvSpPr>
          <p:nvPr/>
        </p:nvSpPr>
        <p:spPr bwMode="auto">
          <a:xfrm>
            <a:off x="1752600" y="1981201"/>
            <a:ext cx="45720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ctr" eaLnBrk="1" hangingPunct="1">
              <a:spcBef>
                <a:spcPct val="0"/>
              </a:spcBef>
              <a:spcAft>
                <a:spcPct val="0"/>
              </a:spcAft>
              <a:buClrTx/>
              <a:buSzTx/>
              <a:buFontTx/>
              <a:buNone/>
            </a:pPr>
            <a:r>
              <a:rPr lang="en-US" altLang="fr-FR" sz="2800">
                <a:solidFill>
                  <a:srgbClr val="FFFFFF"/>
                </a:solidFill>
                <a:latin typeface="Arial" panose="020B0604020202020204" pitchFamily="34" charset="0"/>
                <a:ea typeface="MS PGothic" panose="020B0600070205080204" pitchFamily="34" charset="-128"/>
                <a:cs typeface="Arial" panose="020B0604020202020204" pitchFamily="34" charset="0"/>
              </a:rPr>
              <a:t>Consume sufficient amounts throughout the day to ensure that urine is a pale color  </a:t>
            </a:r>
          </a:p>
          <a:p>
            <a:pPr algn="ctr" eaLnBrk="1" hangingPunct="1">
              <a:spcBef>
                <a:spcPct val="0"/>
              </a:spcBef>
              <a:spcAft>
                <a:spcPct val="0"/>
              </a:spcAft>
              <a:buClrTx/>
              <a:buSzTx/>
              <a:buFontTx/>
              <a:buNone/>
            </a:pPr>
            <a:r>
              <a:rPr lang="en-US" altLang="fr-FR" sz="2800">
                <a:solidFill>
                  <a:srgbClr val="FFFFFF"/>
                </a:solidFill>
                <a:latin typeface="Arial" panose="020B0604020202020204" pitchFamily="34" charset="0"/>
                <a:ea typeface="MS PGothic" panose="020B0600070205080204" pitchFamily="34" charset="-128"/>
                <a:cs typeface="Arial" panose="020B0604020202020204" pitchFamily="34" charset="0"/>
              </a:rPr>
              <a:t>(urine may be bright yellow after taking certain medications/vitamins) </a:t>
            </a:r>
          </a:p>
          <a:p>
            <a:pPr algn="ctr" eaLnBrk="1" hangingPunct="1">
              <a:spcBef>
                <a:spcPct val="0"/>
              </a:spcBef>
              <a:spcAft>
                <a:spcPct val="0"/>
              </a:spcAft>
              <a:buClrTx/>
              <a:buSzTx/>
              <a:buFontTx/>
              <a:buNone/>
            </a:pPr>
            <a:endParaRPr lang="en-US" altLang="fr-FR" sz="2800">
              <a:solidFill>
                <a:srgbClr val="FFFFFF"/>
              </a:solidFill>
              <a:latin typeface="Arial" panose="020B0604020202020204" pitchFamily="34" charset="0"/>
              <a:ea typeface="MS PGothic" panose="020B0600070205080204" pitchFamily="34" charset="-128"/>
              <a:cs typeface="Arial" panose="020B0604020202020204" pitchFamily="34" charset="0"/>
            </a:endParaRPr>
          </a:p>
        </p:txBody>
      </p:sp>
    </p:spTree>
  </p:cSld>
  <p:clrMapOvr>
    <a:masterClrMapping/>
  </p:clrMapOvr>
  <p:transition spd="slow">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Title 1">
            <a:extLst>
              <a:ext uri="{FF2B5EF4-FFF2-40B4-BE49-F238E27FC236}">
                <a16:creationId xmlns:a16="http://schemas.microsoft.com/office/drawing/2014/main" xmlns="" id="{D7983BB7-A3EA-4DB2-924A-ED46840BA77C}"/>
              </a:ext>
            </a:extLst>
          </p:cNvPr>
          <p:cNvSpPr>
            <a:spLocks noGrp="1" noChangeArrowheads="1"/>
          </p:cNvSpPr>
          <p:nvPr>
            <p:ph type="title"/>
          </p:nvPr>
        </p:nvSpPr>
        <p:spPr>
          <a:xfrm>
            <a:off x="1828800" y="152400"/>
            <a:ext cx="8534400" cy="1143000"/>
          </a:xfrm>
        </p:spPr>
        <p:txBody>
          <a:bodyPr/>
          <a:lstStyle/>
          <a:p>
            <a:pPr algn="ctr" eaLnBrk="1" hangingPunct="1"/>
            <a:r>
              <a:rPr lang="en-US" altLang="fr-FR" sz="3400"/>
              <a:t>Begin drinking water in the morning</a:t>
            </a:r>
          </a:p>
        </p:txBody>
      </p:sp>
      <p:sp>
        <p:nvSpPr>
          <p:cNvPr id="258051" name="Footer Placeholder 3">
            <a:extLst>
              <a:ext uri="{FF2B5EF4-FFF2-40B4-BE49-F238E27FC236}">
                <a16:creationId xmlns:a16="http://schemas.microsoft.com/office/drawing/2014/main" xmlns="" id="{6CEE2B43-A9F4-4573-8422-8505C0468549}"/>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58052" name="Slide Number Placeholder 4">
            <a:extLst>
              <a:ext uri="{FF2B5EF4-FFF2-40B4-BE49-F238E27FC236}">
                <a16:creationId xmlns:a16="http://schemas.microsoft.com/office/drawing/2014/main" xmlns="" id="{E4F2E506-52B6-48B8-BF59-654CCA990006}"/>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18</a:t>
            </a:r>
          </a:p>
        </p:txBody>
      </p:sp>
      <p:pic>
        <p:nvPicPr>
          <p:cNvPr id="258053" name="Picture 2" descr="G:\For Merle\Chapter 3 - liquids\114336862 - faucet.jpg">
            <a:extLst>
              <a:ext uri="{FF2B5EF4-FFF2-40B4-BE49-F238E27FC236}">
                <a16:creationId xmlns:a16="http://schemas.microsoft.com/office/drawing/2014/main" xmlns="" id="{8ECDB4EB-25D9-4BD9-82EE-BE00285B7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2301" y="1371600"/>
            <a:ext cx="5827713"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Title 1">
            <a:extLst>
              <a:ext uri="{FF2B5EF4-FFF2-40B4-BE49-F238E27FC236}">
                <a16:creationId xmlns:a16="http://schemas.microsoft.com/office/drawing/2014/main" xmlns="" id="{A4C40D2E-239B-4D52-8B98-90954DF4132A}"/>
              </a:ext>
            </a:extLst>
          </p:cNvPr>
          <p:cNvSpPr>
            <a:spLocks noGrp="1" noChangeArrowheads="1"/>
          </p:cNvSpPr>
          <p:nvPr>
            <p:ph type="title"/>
          </p:nvPr>
        </p:nvSpPr>
        <p:spPr>
          <a:xfrm>
            <a:off x="1981200" y="76200"/>
            <a:ext cx="8229600" cy="1143000"/>
          </a:xfrm>
        </p:spPr>
        <p:txBody>
          <a:bodyPr/>
          <a:lstStyle/>
          <a:p>
            <a:pPr algn="ctr" eaLnBrk="1" hangingPunct="1"/>
            <a:r>
              <a:rPr lang="en-US" altLang="fr-FR">
                <a:ln>
                  <a:noFill/>
                </a:ln>
              </a:rPr>
              <a:t>Water as a cleansing agent</a:t>
            </a:r>
          </a:p>
        </p:txBody>
      </p:sp>
      <p:sp>
        <p:nvSpPr>
          <p:cNvPr id="260099" name="Footer Placeholder 3">
            <a:extLst>
              <a:ext uri="{FF2B5EF4-FFF2-40B4-BE49-F238E27FC236}">
                <a16:creationId xmlns:a16="http://schemas.microsoft.com/office/drawing/2014/main" xmlns="" id="{E34421AD-AB31-4F6F-94D8-E7153662868D}"/>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60100" name="Slide Number Placeholder 4">
            <a:extLst>
              <a:ext uri="{FF2B5EF4-FFF2-40B4-BE49-F238E27FC236}">
                <a16:creationId xmlns:a16="http://schemas.microsoft.com/office/drawing/2014/main" xmlns="" id="{28BDE112-C1A7-4025-AEBA-C4CA4F29E20E}"/>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19</a:t>
            </a:r>
          </a:p>
        </p:txBody>
      </p:sp>
      <p:pic>
        <p:nvPicPr>
          <p:cNvPr id="260101" name="Picture 2" descr="G:\For Merle\Chapter 3 - liquids\99845463 - girl in bathtub.jpg">
            <a:extLst>
              <a:ext uri="{FF2B5EF4-FFF2-40B4-BE49-F238E27FC236}">
                <a16:creationId xmlns:a16="http://schemas.microsoft.com/office/drawing/2014/main" xmlns="" id="{24FA93FF-0CBC-48EB-BBDA-0F3420C2F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3625" y="1143001"/>
            <a:ext cx="2768600" cy="253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xmlns="" id="{08CF2BC5-6C00-44AD-91D2-229924A9D55A}"/>
              </a:ext>
            </a:extLst>
          </p:cNvPr>
          <p:cNvSpPr>
            <a:spLocks noChangeArrowheads="1"/>
          </p:cNvSpPr>
          <p:nvPr/>
        </p:nvSpPr>
        <p:spPr bwMode="auto">
          <a:xfrm>
            <a:off x="1901825" y="1419225"/>
            <a:ext cx="45720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pPr>
            <a:r>
              <a:rPr lang="en-US" altLang="fr-FR" sz="3000">
                <a:solidFill>
                  <a:srgbClr val="FFFFFF"/>
                </a:solidFill>
                <a:latin typeface="Arial" panose="020B0604020202020204" pitchFamily="34" charset="0"/>
                <a:ea typeface="MS PGothic" panose="020B0600070205080204" pitchFamily="34" charset="-128"/>
                <a:cs typeface="Arial" panose="020B0604020202020204" pitchFamily="34" charset="0"/>
              </a:rPr>
              <a:t>Regular bathing removes accumulated dirt</a:t>
            </a:r>
          </a:p>
          <a:p>
            <a:pPr eaLnBrk="1" hangingPunct="1">
              <a:spcBef>
                <a:spcPct val="0"/>
              </a:spcBef>
              <a:spcAft>
                <a:spcPct val="0"/>
              </a:spcAft>
              <a:buClrTx/>
              <a:buSzTx/>
            </a:pPr>
            <a:endParaRPr lang="en-US" altLang="fr-FR" sz="3000">
              <a:solidFill>
                <a:srgbClr val="FFFFFF"/>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endParaRPr lang="en-US" altLang="fr-FR" sz="3000">
              <a:solidFill>
                <a:srgbClr val="FFFFFF"/>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pPr>
            <a:r>
              <a:rPr lang="en-US" altLang="fr-FR" sz="3000">
                <a:solidFill>
                  <a:srgbClr val="FFFFFF"/>
                </a:solidFill>
                <a:latin typeface="Arial" panose="020B0604020202020204" pitchFamily="34" charset="0"/>
                <a:ea typeface="MS PGothic" panose="020B0600070205080204" pitchFamily="34" charset="-128"/>
                <a:cs typeface="Arial" panose="020B0604020202020204" pitchFamily="34" charset="0"/>
              </a:rPr>
              <a:t>Frequent hand washing before eating and after activities that soil their hands</a:t>
            </a:r>
          </a:p>
        </p:txBody>
      </p:sp>
      <p:pic>
        <p:nvPicPr>
          <p:cNvPr id="260103" name="Picture 2" descr="C:\Users\thomasn\Pictures\Thinkstock hmpix4\Thinkstock Nancy\Hands, feet, mouth, ears etc\146888924.jpg">
            <a:extLst>
              <a:ext uri="{FF2B5EF4-FFF2-40B4-BE49-F238E27FC236}">
                <a16:creationId xmlns:a16="http://schemas.microsoft.com/office/drawing/2014/main" xmlns="" id="{CFBB1F54-3920-43BC-8E29-4CD887642A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3625" y="3886200"/>
            <a:ext cx="27686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Title 1">
            <a:extLst>
              <a:ext uri="{FF2B5EF4-FFF2-40B4-BE49-F238E27FC236}">
                <a16:creationId xmlns:a16="http://schemas.microsoft.com/office/drawing/2014/main" xmlns="" id="{1E74A074-0BC0-41E0-A97E-FA670C1F3CA0}"/>
              </a:ext>
            </a:extLst>
          </p:cNvPr>
          <p:cNvSpPr>
            <a:spLocks noGrp="1" noChangeArrowheads="1"/>
          </p:cNvSpPr>
          <p:nvPr>
            <p:ph type="title"/>
          </p:nvPr>
        </p:nvSpPr>
        <p:spPr>
          <a:xfrm>
            <a:off x="2819400" y="152400"/>
            <a:ext cx="8229600" cy="1143000"/>
          </a:xfrm>
        </p:spPr>
        <p:txBody>
          <a:bodyPr/>
          <a:lstStyle/>
          <a:p>
            <a:pPr eaLnBrk="1" hangingPunct="1"/>
            <a:r>
              <a:rPr lang="en-US" altLang="fr-FR" sz="3400"/>
              <a:t>Hydrotherapy</a:t>
            </a:r>
          </a:p>
        </p:txBody>
      </p:sp>
      <p:sp>
        <p:nvSpPr>
          <p:cNvPr id="262147" name="Content Placeholder 2">
            <a:extLst>
              <a:ext uri="{FF2B5EF4-FFF2-40B4-BE49-F238E27FC236}">
                <a16:creationId xmlns:a16="http://schemas.microsoft.com/office/drawing/2014/main" xmlns="" id="{9E8A7AAB-EA71-447F-B4B6-50E0BB1D9FED}"/>
              </a:ext>
            </a:extLst>
          </p:cNvPr>
          <p:cNvSpPr>
            <a:spLocks noGrp="1" noChangeArrowheads="1"/>
          </p:cNvSpPr>
          <p:nvPr>
            <p:ph idx="1"/>
          </p:nvPr>
        </p:nvSpPr>
        <p:spPr>
          <a:xfrm>
            <a:off x="1981200" y="1874838"/>
            <a:ext cx="4876800" cy="4525962"/>
          </a:xfrm>
        </p:spPr>
        <p:txBody>
          <a:bodyPr/>
          <a:lstStyle/>
          <a:p>
            <a:pPr marL="0" indent="0">
              <a:buNone/>
            </a:pPr>
            <a:r>
              <a:rPr lang="en-US" altLang="fr-FR" sz="3000"/>
              <a:t>Hydrotherapy is the use of water as a simple home therapeutic application. It</a:t>
            </a:r>
            <a:r>
              <a:rPr lang="en-US" altLang="en-US" sz="3000"/>
              <a:t>’</a:t>
            </a:r>
            <a:r>
              <a:rPr lang="en-US" altLang="fr-FR" sz="3000"/>
              <a:t>s best applied as a help for simple muscular aches, pains, and bruises. </a:t>
            </a:r>
          </a:p>
          <a:p>
            <a:pPr marL="0" indent="0"/>
            <a:endParaRPr lang="en-US" altLang="fr-FR" sz="3000"/>
          </a:p>
        </p:txBody>
      </p:sp>
      <p:sp>
        <p:nvSpPr>
          <p:cNvPr id="262148" name="Footer Placeholder 3">
            <a:extLst>
              <a:ext uri="{FF2B5EF4-FFF2-40B4-BE49-F238E27FC236}">
                <a16:creationId xmlns:a16="http://schemas.microsoft.com/office/drawing/2014/main" xmlns="" id="{C199E9D5-36EC-464A-981C-59BD570F9ADE}"/>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62149" name="Slide Number Placeholder 4">
            <a:extLst>
              <a:ext uri="{FF2B5EF4-FFF2-40B4-BE49-F238E27FC236}">
                <a16:creationId xmlns:a16="http://schemas.microsoft.com/office/drawing/2014/main" xmlns="" id="{B51E9093-0A54-4245-8EFA-6F6E6DFA00D6}"/>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20</a:t>
            </a:r>
          </a:p>
        </p:txBody>
      </p:sp>
      <p:pic>
        <p:nvPicPr>
          <p:cNvPr id="262150" name="Picture 2" descr="G:\For Merle\Chapter 3 - liquids\140269206 - foot bath.jpg">
            <a:extLst>
              <a:ext uri="{FF2B5EF4-FFF2-40B4-BE49-F238E27FC236}">
                <a16:creationId xmlns:a16="http://schemas.microsoft.com/office/drawing/2014/main" xmlns="" id="{C979A38D-475A-48C2-8CA5-C1BFA37F6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0464" y="457200"/>
            <a:ext cx="2928937" cy="579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4A4F191-9A07-43BE-8105-C47AB6EA71CC}"/>
              </a:ext>
            </a:extLst>
          </p:cNvPr>
          <p:cNvSpPr>
            <a:spLocks noGrp="1"/>
          </p:cNvSpPr>
          <p:nvPr>
            <p:ph idx="1"/>
          </p:nvPr>
        </p:nvSpPr>
        <p:spPr>
          <a:xfrm>
            <a:off x="2057400" y="1219201"/>
            <a:ext cx="4800600" cy="4537075"/>
          </a:xfrm>
        </p:spPr>
        <p:txBody>
          <a:bodyPr rtlCol="0">
            <a:normAutofit/>
          </a:bodyPr>
          <a:lstStyle/>
          <a:p>
            <a:pPr marL="0" indent="0">
              <a:buNone/>
              <a:defRPr/>
            </a:pPr>
            <a:r>
              <a:rPr lang="en-US" sz="3000" dirty="0"/>
              <a:t>With muscular aches, alternately apply hot, wet towels and cold ones (end with a cold application). This will improve blood flow.</a:t>
            </a:r>
          </a:p>
          <a:p>
            <a:pPr marL="0" indent="0">
              <a:buNone/>
              <a:defRPr/>
            </a:pPr>
            <a:endParaRPr lang="en-US" sz="3000" dirty="0"/>
          </a:p>
          <a:p>
            <a:pPr marL="0" indent="0">
              <a:buNone/>
              <a:defRPr/>
            </a:pPr>
            <a:r>
              <a:rPr lang="en-US" sz="3000" dirty="0"/>
              <a:t>With bruises, cold compresses are more appropriate. </a:t>
            </a:r>
          </a:p>
          <a:p>
            <a:pPr>
              <a:buFontTx/>
              <a:buChar char="•"/>
              <a:defRPr/>
            </a:pPr>
            <a:endParaRPr lang="en-US" sz="3000" dirty="0"/>
          </a:p>
          <a:p>
            <a:pPr>
              <a:defRPr/>
            </a:pPr>
            <a:endParaRPr lang="en-US" sz="3000" dirty="0"/>
          </a:p>
        </p:txBody>
      </p:sp>
      <p:sp>
        <p:nvSpPr>
          <p:cNvPr id="264195" name="Footer Placeholder 3">
            <a:extLst>
              <a:ext uri="{FF2B5EF4-FFF2-40B4-BE49-F238E27FC236}">
                <a16:creationId xmlns:a16="http://schemas.microsoft.com/office/drawing/2014/main" xmlns="" id="{62325410-13B4-41C9-BB51-22BE655627EB}"/>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64196" name="Text Placeholder 4">
            <a:extLst>
              <a:ext uri="{FF2B5EF4-FFF2-40B4-BE49-F238E27FC236}">
                <a16:creationId xmlns:a16="http://schemas.microsoft.com/office/drawing/2014/main" xmlns="" id="{8B51804A-5549-4F1A-B382-A0E6E2D5E623}"/>
              </a:ext>
            </a:extLst>
          </p:cNvPr>
          <p:cNvSpPr>
            <a:spLocks noGrp="1" noChangeArrowheads="1"/>
          </p:cNvSpPr>
          <p:nvPr>
            <p:ph type="body" sz="quarter" idx="13"/>
          </p:nvPr>
        </p:nvSpPr>
        <p:spPr>
          <a:xfrm>
            <a:off x="9296400" y="6400801"/>
            <a:ext cx="1676400" cy="487363"/>
          </a:xfrm>
        </p:spPr>
        <p:txBody>
          <a:bodyPr/>
          <a:lstStyle/>
          <a:p>
            <a:pPr eaLnBrk="1" hangingPunct="1"/>
            <a:r>
              <a:rPr lang="en-US" altLang="fr-FR"/>
              <a:t>Liquids  21</a:t>
            </a:r>
          </a:p>
        </p:txBody>
      </p:sp>
      <p:pic>
        <p:nvPicPr>
          <p:cNvPr id="264197" name="Picture 2" descr="C:\Users\thomasn\Downloads\stk62908cor.jpg">
            <a:extLst>
              <a:ext uri="{FF2B5EF4-FFF2-40B4-BE49-F238E27FC236}">
                <a16:creationId xmlns:a16="http://schemas.microsoft.com/office/drawing/2014/main" xmlns="" id="{135927EA-B9C0-4214-A199-B6E659E4A5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1" y="1143001"/>
            <a:ext cx="2881313" cy="468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DC6CC4D-D634-400C-B64A-30C40063C6E7}"/>
              </a:ext>
            </a:extLst>
          </p:cNvPr>
          <p:cNvSpPr>
            <a:spLocks noGrp="1"/>
          </p:cNvSpPr>
          <p:nvPr>
            <p:ph idx="1"/>
          </p:nvPr>
        </p:nvSpPr>
        <p:spPr>
          <a:xfrm>
            <a:off x="1981200" y="685801"/>
            <a:ext cx="4572000" cy="4983163"/>
          </a:xfrm>
        </p:spPr>
        <p:txBody>
          <a:bodyPr rtlCol="0">
            <a:normAutofit/>
          </a:bodyPr>
          <a:lstStyle/>
          <a:p>
            <a:pPr marL="0" indent="0">
              <a:buNone/>
              <a:defRPr/>
            </a:pPr>
            <a:r>
              <a:rPr lang="en-US" sz="3000" dirty="0">
                <a:solidFill>
                  <a:prstClr val="white"/>
                </a:solidFill>
              </a:rPr>
              <a:t>Caution should be exercised where skin is diseased or cut.</a:t>
            </a:r>
          </a:p>
          <a:p>
            <a:pPr>
              <a:buFontTx/>
              <a:buChar char="•"/>
              <a:defRPr/>
            </a:pPr>
            <a:endParaRPr lang="en-US" sz="3000" dirty="0">
              <a:solidFill>
                <a:prstClr val="white"/>
              </a:solidFill>
            </a:endParaRPr>
          </a:p>
          <a:p>
            <a:pPr marL="0" indent="0">
              <a:buNone/>
              <a:defRPr/>
            </a:pPr>
            <a:r>
              <a:rPr lang="en-US" sz="3000" dirty="0">
                <a:solidFill>
                  <a:prstClr val="white"/>
                </a:solidFill>
              </a:rPr>
              <a:t>When blood flow becomes impaired or there is neurological damage, hot applications may lead to serious injury (diabetic patients)</a:t>
            </a:r>
          </a:p>
          <a:p>
            <a:pPr>
              <a:defRPr/>
            </a:pPr>
            <a:endParaRPr lang="en-US" sz="3000" dirty="0"/>
          </a:p>
        </p:txBody>
      </p:sp>
      <p:sp>
        <p:nvSpPr>
          <p:cNvPr id="266243" name="Footer Placeholder 3">
            <a:extLst>
              <a:ext uri="{FF2B5EF4-FFF2-40B4-BE49-F238E27FC236}">
                <a16:creationId xmlns:a16="http://schemas.microsoft.com/office/drawing/2014/main" xmlns="" id="{36513DC6-5C19-4BCC-A45C-8E99A8B43346}"/>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66244" name="Text Placeholder 4">
            <a:extLst>
              <a:ext uri="{FF2B5EF4-FFF2-40B4-BE49-F238E27FC236}">
                <a16:creationId xmlns:a16="http://schemas.microsoft.com/office/drawing/2014/main" xmlns="" id="{E8AF4226-FCF4-46E9-900B-2FE3446EAB61}"/>
              </a:ext>
            </a:extLst>
          </p:cNvPr>
          <p:cNvSpPr>
            <a:spLocks noGrp="1" noChangeArrowheads="1"/>
          </p:cNvSpPr>
          <p:nvPr>
            <p:ph type="body" sz="quarter" idx="13"/>
          </p:nvPr>
        </p:nvSpPr>
        <p:spPr>
          <a:xfrm>
            <a:off x="9601200" y="6370638"/>
            <a:ext cx="1676400" cy="487362"/>
          </a:xfrm>
        </p:spPr>
        <p:txBody>
          <a:bodyPr/>
          <a:lstStyle/>
          <a:p>
            <a:pPr eaLnBrk="1" hangingPunct="1"/>
            <a:r>
              <a:rPr lang="en-US" altLang="fr-FR"/>
              <a:t>Liquids  22</a:t>
            </a:r>
          </a:p>
        </p:txBody>
      </p:sp>
      <p:pic>
        <p:nvPicPr>
          <p:cNvPr id="266245" name="Picture 2" descr="C:\Users\thomasn\Downloads\145904406.jpg">
            <a:extLst>
              <a:ext uri="{FF2B5EF4-FFF2-40B4-BE49-F238E27FC236}">
                <a16:creationId xmlns:a16="http://schemas.microsoft.com/office/drawing/2014/main" xmlns="" id="{A779F611-A3BC-43AE-B18E-3709AC370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1219200"/>
            <a:ext cx="319405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Title 1">
            <a:extLst>
              <a:ext uri="{FF2B5EF4-FFF2-40B4-BE49-F238E27FC236}">
                <a16:creationId xmlns:a16="http://schemas.microsoft.com/office/drawing/2014/main" xmlns="" id="{54DB806B-69B2-4E34-BAFD-D0BE4908EC42}"/>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Modes of Hydrotherapy</a:t>
            </a:r>
          </a:p>
        </p:txBody>
      </p:sp>
      <p:sp>
        <p:nvSpPr>
          <p:cNvPr id="3" name="Content Placeholder 2">
            <a:extLst>
              <a:ext uri="{FF2B5EF4-FFF2-40B4-BE49-F238E27FC236}">
                <a16:creationId xmlns:a16="http://schemas.microsoft.com/office/drawing/2014/main" xmlns="" id="{15DE6DA7-9140-4145-A099-059D5DDA70C3}"/>
              </a:ext>
            </a:extLst>
          </p:cNvPr>
          <p:cNvSpPr>
            <a:spLocks noGrp="1"/>
          </p:cNvSpPr>
          <p:nvPr>
            <p:ph idx="1"/>
          </p:nvPr>
        </p:nvSpPr>
        <p:spPr/>
        <p:txBody>
          <a:bodyPr rtlCol="0">
            <a:normAutofit/>
          </a:bodyPr>
          <a:lstStyle/>
          <a:p>
            <a:pPr>
              <a:defRPr/>
            </a:pPr>
            <a:r>
              <a:rPr lang="en-US" sz="3000" dirty="0"/>
              <a:t>Cold mitten friction</a:t>
            </a:r>
          </a:p>
          <a:p>
            <a:pPr>
              <a:defRPr/>
            </a:pPr>
            <a:endParaRPr lang="en-US" sz="3000" dirty="0"/>
          </a:p>
          <a:p>
            <a:pPr>
              <a:defRPr/>
            </a:pPr>
            <a:r>
              <a:rPr lang="en-US" sz="3000" dirty="0"/>
              <a:t>Hot foot baths</a:t>
            </a:r>
          </a:p>
          <a:p>
            <a:pPr>
              <a:defRPr/>
            </a:pPr>
            <a:endParaRPr lang="en-US" sz="3000" dirty="0"/>
          </a:p>
          <a:p>
            <a:pPr>
              <a:defRPr/>
            </a:pPr>
            <a:r>
              <a:rPr lang="en-US" sz="3000" dirty="0"/>
              <a:t>Heat compresses</a:t>
            </a:r>
          </a:p>
          <a:p>
            <a:pPr>
              <a:defRPr/>
            </a:pPr>
            <a:endParaRPr lang="en-US" sz="3000" dirty="0"/>
          </a:p>
          <a:p>
            <a:pPr>
              <a:defRPr/>
            </a:pPr>
            <a:r>
              <a:rPr lang="en-US" sz="3000" dirty="0"/>
              <a:t>Ice compresses </a:t>
            </a:r>
          </a:p>
          <a:p>
            <a:pPr marL="0" indent="0">
              <a:buNone/>
              <a:defRPr/>
            </a:pPr>
            <a:endParaRPr lang="en-US" dirty="0"/>
          </a:p>
          <a:p>
            <a:pPr>
              <a:defRPr/>
            </a:pPr>
            <a:endParaRPr lang="en-US" sz="3000" dirty="0"/>
          </a:p>
        </p:txBody>
      </p:sp>
      <p:sp>
        <p:nvSpPr>
          <p:cNvPr id="268292" name="Footer Placeholder 3">
            <a:extLst>
              <a:ext uri="{FF2B5EF4-FFF2-40B4-BE49-F238E27FC236}">
                <a16:creationId xmlns:a16="http://schemas.microsoft.com/office/drawing/2014/main" xmlns="" id="{75F8F7FB-A9B0-4EE9-9088-30943C92DE19}"/>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68293" name="Text Placeholder 4">
            <a:extLst>
              <a:ext uri="{FF2B5EF4-FFF2-40B4-BE49-F238E27FC236}">
                <a16:creationId xmlns:a16="http://schemas.microsoft.com/office/drawing/2014/main" xmlns="" id="{15B46454-2B83-4157-90A0-57BEED95DF7C}"/>
              </a:ext>
            </a:extLst>
          </p:cNvPr>
          <p:cNvSpPr>
            <a:spLocks noGrp="1" noChangeArrowheads="1"/>
          </p:cNvSpPr>
          <p:nvPr>
            <p:ph type="body" sz="quarter" idx="13"/>
          </p:nvPr>
        </p:nvSpPr>
        <p:spPr>
          <a:xfrm>
            <a:off x="9601200" y="6370638"/>
            <a:ext cx="1676400" cy="487362"/>
          </a:xfrm>
        </p:spPr>
        <p:txBody>
          <a:bodyPr/>
          <a:lstStyle/>
          <a:p>
            <a:pPr eaLnBrk="1" hangingPunct="1"/>
            <a:r>
              <a:rPr lang="en-US" altLang="fr-FR"/>
              <a:t>Liquids  23</a:t>
            </a:r>
          </a:p>
        </p:txBody>
      </p:sp>
      <p:pic>
        <p:nvPicPr>
          <p:cNvPr id="268294" name="Picture 2" descr="C:\Users\thomasn\Downloads\57306211.jpg">
            <a:extLst>
              <a:ext uri="{FF2B5EF4-FFF2-40B4-BE49-F238E27FC236}">
                <a16:creationId xmlns:a16="http://schemas.microsoft.com/office/drawing/2014/main" xmlns="" id="{C1753464-0824-4F2B-AEFA-8B2285791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00" y="1524000"/>
            <a:ext cx="40132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itle 1">
            <a:extLst>
              <a:ext uri="{FF2B5EF4-FFF2-40B4-BE49-F238E27FC236}">
                <a16:creationId xmlns:a16="http://schemas.microsoft.com/office/drawing/2014/main" xmlns="" id="{2311DC6D-CF11-4BF0-BB58-6FAB2E2C05A2}"/>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Ice bag</a:t>
            </a:r>
          </a:p>
        </p:txBody>
      </p:sp>
      <p:sp>
        <p:nvSpPr>
          <p:cNvPr id="270339" name="Footer Placeholder 3">
            <a:extLst>
              <a:ext uri="{FF2B5EF4-FFF2-40B4-BE49-F238E27FC236}">
                <a16:creationId xmlns:a16="http://schemas.microsoft.com/office/drawing/2014/main" xmlns="" id="{092591D1-FB68-4040-9C53-F3AB2B603E6A}"/>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70340" name="Slide Number Placeholder 4">
            <a:extLst>
              <a:ext uri="{FF2B5EF4-FFF2-40B4-BE49-F238E27FC236}">
                <a16:creationId xmlns:a16="http://schemas.microsoft.com/office/drawing/2014/main" xmlns="" id="{60F9EF85-98CC-4DEA-973A-25046AD77D4F}"/>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24</a:t>
            </a:r>
          </a:p>
        </p:txBody>
      </p:sp>
      <p:pic>
        <p:nvPicPr>
          <p:cNvPr id="270341" name="Picture 4" descr="C:\Users\thomasn\Pictures\Thinkstock hmpix4\Thinkstock Nancy\medicine, equipment and objects, diagrams\137993590.jpg">
            <a:extLst>
              <a:ext uri="{FF2B5EF4-FFF2-40B4-BE49-F238E27FC236}">
                <a16:creationId xmlns:a16="http://schemas.microsoft.com/office/drawing/2014/main" xmlns="" id="{E923E7F5-6739-49A8-A2C0-4AE325E61A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2901" y="1295401"/>
            <a:ext cx="660876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Content Placeholder 2">
            <a:extLst>
              <a:ext uri="{FF2B5EF4-FFF2-40B4-BE49-F238E27FC236}">
                <a16:creationId xmlns:a16="http://schemas.microsoft.com/office/drawing/2014/main" xmlns="" id="{14484EBA-633C-4DB3-9BBD-ABD7BC4D75F3}"/>
              </a:ext>
            </a:extLst>
          </p:cNvPr>
          <p:cNvSpPr>
            <a:spLocks noGrp="1" noChangeArrowheads="1"/>
          </p:cNvSpPr>
          <p:nvPr>
            <p:ph idx="1"/>
          </p:nvPr>
        </p:nvSpPr>
        <p:spPr>
          <a:xfrm>
            <a:off x="1981200" y="685800"/>
            <a:ext cx="4419600" cy="4343400"/>
          </a:xfrm>
        </p:spPr>
        <p:txBody>
          <a:bodyPr>
            <a:normAutofit fontScale="92500" lnSpcReduction="20000"/>
          </a:bodyPr>
          <a:lstStyle/>
          <a:p>
            <a:pPr marL="0" indent="0">
              <a:buNone/>
            </a:pPr>
            <a:r>
              <a:rPr lang="en-US" altLang="en-US" sz="3000"/>
              <a:t>“</a:t>
            </a:r>
            <a:r>
              <a:rPr lang="en-US" altLang="fr-FR" sz="3000"/>
              <a:t>The external application of water is one of the easiest and most satisfactory ways of regulating the circulation of the blood. . . . But many</a:t>
            </a:r>
            <a:br>
              <a:rPr lang="en-US" altLang="fr-FR" sz="3000"/>
            </a:br>
            <a:r>
              <a:rPr lang="en-US" altLang="fr-FR" sz="3000"/>
              <a:t>have never learned by experience the beneficial effects of the proper use of water. . . .</a:t>
            </a:r>
          </a:p>
          <a:p>
            <a:pPr marL="0" indent="0">
              <a:buNone/>
            </a:pPr>
            <a:endParaRPr lang="en-US" altLang="fr-FR" sz="3000"/>
          </a:p>
          <a:p>
            <a:pPr marL="0" indent="0">
              <a:buNone/>
            </a:pPr>
            <a:r>
              <a:rPr lang="en-US" altLang="fr-FR" sz="3000"/>
              <a:t/>
            </a:r>
            <a:br>
              <a:rPr lang="en-US" altLang="fr-FR" sz="3000"/>
            </a:br>
            <a:endParaRPr lang="en-US" altLang="fr-FR" sz="3000"/>
          </a:p>
        </p:txBody>
      </p:sp>
      <p:sp>
        <p:nvSpPr>
          <p:cNvPr id="272387" name="Footer Placeholder 3">
            <a:extLst>
              <a:ext uri="{FF2B5EF4-FFF2-40B4-BE49-F238E27FC236}">
                <a16:creationId xmlns:a16="http://schemas.microsoft.com/office/drawing/2014/main" xmlns="" id="{297D4D10-470C-4449-A55D-E6820B7CD5F4}"/>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72388" name="Text Placeholder 4">
            <a:extLst>
              <a:ext uri="{FF2B5EF4-FFF2-40B4-BE49-F238E27FC236}">
                <a16:creationId xmlns:a16="http://schemas.microsoft.com/office/drawing/2014/main" xmlns="" id="{0CDF562D-E58E-4050-B0AF-FF5249AE9220}"/>
              </a:ext>
            </a:extLst>
          </p:cNvPr>
          <p:cNvSpPr>
            <a:spLocks noGrp="1" noChangeArrowheads="1"/>
          </p:cNvSpPr>
          <p:nvPr>
            <p:ph type="body" sz="quarter" idx="13"/>
          </p:nvPr>
        </p:nvSpPr>
        <p:spPr>
          <a:xfrm>
            <a:off x="9296400" y="6370638"/>
            <a:ext cx="1676400" cy="487362"/>
          </a:xfrm>
        </p:spPr>
        <p:txBody>
          <a:bodyPr/>
          <a:lstStyle/>
          <a:p>
            <a:pPr eaLnBrk="1" hangingPunct="1"/>
            <a:r>
              <a:rPr lang="en-US" altLang="fr-FR"/>
              <a:t>Liquids  25</a:t>
            </a:r>
          </a:p>
        </p:txBody>
      </p:sp>
      <p:pic>
        <p:nvPicPr>
          <p:cNvPr id="272389" name="Picture 2" descr="C:\Users\thomasn\Pictures\Nancy's camera pics\Bibles and EGW books\Ministry of Healing6.JPG">
            <a:extLst>
              <a:ext uri="{FF2B5EF4-FFF2-40B4-BE49-F238E27FC236}">
                <a16:creationId xmlns:a16="http://schemas.microsoft.com/office/drawing/2014/main" xmlns="" id="{4CCBEEB1-BF01-4A49-A11A-E4FC3C310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1463" y="1371600"/>
            <a:ext cx="42672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Footer Placeholder 3">
            <a:extLst>
              <a:ext uri="{FF2B5EF4-FFF2-40B4-BE49-F238E27FC236}">
                <a16:creationId xmlns:a16="http://schemas.microsoft.com/office/drawing/2014/main" xmlns="" id="{AA968AA5-7E74-40AA-B336-5ACFBAAE6939}"/>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74435" name="Text Placeholder 4">
            <a:extLst>
              <a:ext uri="{FF2B5EF4-FFF2-40B4-BE49-F238E27FC236}">
                <a16:creationId xmlns:a16="http://schemas.microsoft.com/office/drawing/2014/main" xmlns="" id="{989056E4-6B3B-401C-A049-8333F2561BE1}"/>
              </a:ext>
            </a:extLst>
          </p:cNvPr>
          <p:cNvSpPr>
            <a:spLocks noGrp="1" noChangeArrowheads="1"/>
          </p:cNvSpPr>
          <p:nvPr>
            <p:ph type="body" sz="quarter" idx="13"/>
          </p:nvPr>
        </p:nvSpPr>
        <p:spPr>
          <a:xfrm>
            <a:off x="9296400" y="6370638"/>
            <a:ext cx="1676400" cy="487362"/>
          </a:xfrm>
        </p:spPr>
        <p:txBody>
          <a:bodyPr/>
          <a:lstStyle/>
          <a:p>
            <a:pPr eaLnBrk="1" hangingPunct="1"/>
            <a:r>
              <a:rPr lang="en-US" altLang="fr-FR"/>
              <a:t>Liquids  26</a:t>
            </a:r>
          </a:p>
        </p:txBody>
      </p:sp>
      <p:pic>
        <p:nvPicPr>
          <p:cNvPr id="274436" name="Picture 2">
            <a:extLst>
              <a:ext uri="{FF2B5EF4-FFF2-40B4-BE49-F238E27FC236}">
                <a16:creationId xmlns:a16="http://schemas.microsoft.com/office/drawing/2014/main" xmlns="" id="{BFA70BDB-941D-48CA-8E28-1CB6E864FA6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019800" y="1752600"/>
            <a:ext cx="4267200" cy="32004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4437" name="Rectangle 5">
            <a:extLst>
              <a:ext uri="{FF2B5EF4-FFF2-40B4-BE49-F238E27FC236}">
                <a16:creationId xmlns:a16="http://schemas.microsoft.com/office/drawing/2014/main" xmlns="" id="{F934A05B-615B-4EB1-A1FE-3116058CAD02}"/>
              </a:ext>
            </a:extLst>
          </p:cNvPr>
          <p:cNvSpPr>
            <a:spLocks noChangeArrowheads="1"/>
          </p:cNvSpPr>
          <p:nvPr/>
        </p:nvSpPr>
        <p:spPr bwMode="auto">
          <a:xfrm>
            <a:off x="1981200" y="1720850"/>
            <a:ext cx="43434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All should become intelligent in its use in simple home treatments.</a:t>
            </a:r>
            <a:r>
              <a:rPr lang="en-US" altLang="en-US" sz="3000">
                <a:solidFill>
                  <a:schemeClr val="tx1"/>
                </a:solidFill>
                <a:latin typeface="Arial" panose="020B0604020202020204" pitchFamily="34" charset="0"/>
                <a:ea typeface="MS PGothic" panose="020B0600070205080204" pitchFamily="34" charset="-128"/>
                <a:cs typeface="Arial" panose="020B0604020202020204" pitchFamily="34" charset="0"/>
              </a:rPr>
              <a:t>”</a:t>
            </a: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⁸ </a:t>
            </a:r>
          </a:p>
          <a:p>
            <a:pPr eaLnBrk="1" hangingPunct="1">
              <a:spcBef>
                <a:spcPct val="0"/>
              </a:spcBef>
              <a:spcAft>
                <a:spcPct val="0"/>
              </a:spcAft>
              <a:buClrTx/>
              <a:buSzTx/>
              <a:buFontTx/>
              <a:buNone/>
            </a:pPr>
            <a:endPar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buFontTx/>
              <a:buNone/>
            </a:pPr>
            <a:endPar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endParaRPr>
          </a:p>
          <a:p>
            <a:pPr eaLnBrk="1" hangingPunct="1">
              <a:spcBef>
                <a:spcPct val="0"/>
              </a:spcBef>
              <a:spcAft>
                <a:spcPct val="0"/>
              </a:spcAft>
              <a:buClrTx/>
              <a:buSzTx/>
              <a:buFontTx/>
              <a:buNone/>
            </a:pPr>
            <a:r>
              <a:rPr lang="en-US" altLang="fr-FR">
                <a:solidFill>
                  <a:schemeClr val="tx1"/>
                </a:solidFill>
                <a:latin typeface="Arial" panose="020B0604020202020204" pitchFamily="34" charset="0"/>
                <a:ea typeface="MS PGothic" panose="020B0600070205080204" pitchFamily="34" charset="-128"/>
                <a:cs typeface="Arial" panose="020B0604020202020204" pitchFamily="34" charset="0"/>
              </a:rPr>
              <a:t>Ministry of Healing p. 237</a:t>
            </a:r>
          </a:p>
        </p:txBody>
      </p:sp>
    </p:spTree>
  </p:cSld>
  <p:clrMapOvr>
    <a:masterClrMapping/>
  </p:clrMapOvr>
  <p:transition spd="slow">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xmlns="" id="{DC77EB8B-DE28-4D60-98E1-20F2859615C6}"/>
              </a:ext>
            </a:extLst>
          </p:cNvPr>
          <p:cNvSpPr>
            <a:spLocks noGrp="1"/>
          </p:cNvSpPr>
          <p:nvPr>
            <p:ph type="title"/>
          </p:nvPr>
        </p:nvSpPr>
        <p:spPr>
          <a:xfrm>
            <a:off x="1981200" y="609600"/>
            <a:ext cx="8229600" cy="1143000"/>
          </a:xfrm>
        </p:spPr>
        <p:txBody>
          <a:bodyPr>
            <a:normAutofit fontScale="90000"/>
          </a:bodyPr>
          <a:lstStyle/>
          <a:p>
            <a:pPr algn="ctr" eaLnBrk="1" hangingPunct="1">
              <a:defRPr/>
            </a:pPr>
            <a:r>
              <a:rPr lang="en-US" altLang="fr-FR" sz="3400"/>
              <a:t>Appropriate  concern for</a:t>
            </a:r>
            <a:br>
              <a:rPr lang="en-US" altLang="fr-FR" sz="3400"/>
            </a:br>
            <a:r>
              <a:rPr lang="en-US" altLang="fr-FR" sz="3400"/>
              <a:t> earth</a:t>
            </a:r>
            <a:r>
              <a:rPr lang="en-US" altLang="en-US" sz="3400"/>
              <a:t>’</a:t>
            </a:r>
            <a:r>
              <a:rPr lang="en-US" altLang="fr-FR" sz="3400"/>
              <a:t>s inhabitants</a:t>
            </a:r>
            <a:br>
              <a:rPr lang="en-US" altLang="fr-FR" sz="3400"/>
            </a:br>
            <a:endParaRPr lang="en-US" altLang="fr-FR" sz="3400"/>
          </a:p>
        </p:txBody>
      </p:sp>
      <p:sp>
        <p:nvSpPr>
          <p:cNvPr id="276483" name="Footer Placeholder 3">
            <a:extLst>
              <a:ext uri="{FF2B5EF4-FFF2-40B4-BE49-F238E27FC236}">
                <a16:creationId xmlns:a16="http://schemas.microsoft.com/office/drawing/2014/main" xmlns="" id="{CB42078A-AB8E-4730-98D8-F39CA955E3E5}"/>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76484" name="Slide Number Placeholder 4">
            <a:extLst>
              <a:ext uri="{FF2B5EF4-FFF2-40B4-BE49-F238E27FC236}">
                <a16:creationId xmlns:a16="http://schemas.microsoft.com/office/drawing/2014/main" xmlns="" id="{EF44A6CD-4EFB-44FE-80BE-E9E561FC0EC6}"/>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27</a:t>
            </a:r>
          </a:p>
        </p:txBody>
      </p:sp>
      <p:pic>
        <p:nvPicPr>
          <p:cNvPr id="276485" name="Picture 2" descr="C:\Users\thomasn\Downloads\86508339.jpg">
            <a:extLst>
              <a:ext uri="{FF2B5EF4-FFF2-40B4-BE49-F238E27FC236}">
                <a16:creationId xmlns:a16="http://schemas.microsoft.com/office/drawing/2014/main" xmlns="" id="{2589CF96-89DD-4D5C-8890-BDF1C46D02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1" y="1822450"/>
            <a:ext cx="4416425" cy="442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xmlns="" id="{B54BA5DE-732B-4993-9214-A2006F7BD0F9}"/>
              </a:ext>
            </a:extLst>
          </p:cNvPr>
          <p:cNvSpPr/>
          <p:nvPr/>
        </p:nvSpPr>
        <p:spPr>
          <a:xfrm>
            <a:off x="1905000" y="3098800"/>
            <a:ext cx="7620000" cy="1016000"/>
          </a:xfrm>
          <a:prstGeom prst="rect">
            <a:avLst/>
          </a:prstGeom>
        </p:spPr>
        <p:txBody>
          <a:bodyPr>
            <a:spAutoFit/>
          </a:bodyPr>
          <a:lstStyle/>
          <a:p>
            <a:pPr>
              <a:defRPr/>
            </a:pPr>
            <a:r>
              <a:rPr lang="en-US" sz="3000" dirty="0"/>
              <a:t>Avoid wasting water. </a:t>
            </a:r>
          </a:p>
          <a:p>
            <a:pPr marL="285750" indent="-285750">
              <a:buFontTx/>
              <a:buChar char="•"/>
              <a:defRPr/>
            </a:pPr>
            <a:endParaRPr lang="en-US" sz="3000" dirty="0"/>
          </a:p>
        </p:txBody>
      </p:sp>
    </p:spTree>
  </p:cSld>
  <p:clrMapOvr>
    <a:masterClrMapping/>
  </p:clrMapOvr>
  <p:transition spd="slow">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Title 1">
            <a:extLst>
              <a:ext uri="{FF2B5EF4-FFF2-40B4-BE49-F238E27FC236}">
                <a16:creationId xmlns:a16="http://schemas.microsoft.com/office/drawing/2014/main" xmlns="" id="{9D352803-F26D-4723-A2AD-A7C1B84DE38B}"/>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Avoid polluting water</a:t>
            </a:r>
          </a:p>
        </p:txBody>
      </p:sp>
      <p:sp>
        <p:nvSpPr>
          <p:cNvPr id="278531" name="Footer Placeholder 3">
            <a:extLst>
              <a:ext uri="{FF2B5EF4-FFF2-40B4-BE49-F238E27FC236}">
                <a16:creationId xmlns:a16="http://schemas.microsoft.com/office/drawing/2014/main" xmlns="" id="{793C0CEF-BF1D-4658-AE44-A705816C5D88}"/>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78532" name="Text Placeholder 4">
            <a:extLst>
              <a:ext uri="{FF2B5EF4-FFF2-40B4-BE49-F238E27FC236}">
                <a16:creationId xmlns:a16="http://schemas.microsoft.com/office/drawing/2014/main" xmlns="" id="{B2711E74-4799-4682-8AE4-8AFD9B9013CA}"/>
              </a:ext>
            </a:extLst>
          </p:cNvPr>
          <p:cNvSpPr>
            <a:spLocks noGrp="1" noChangeArrowheads="1"/>
          </p:cNvSpPr>
          <p:nvPr>
            <p:ph type="body" sz="quarter" idx="13"/>
          </p:nvPr>
        </p:nvSpPr>
        <p:spPr>
          <a:xfrm>
            <a:off x="9601200" y="6370638"/>
            <a:ext cx="1676400" cy="487362"/>
          </a:xfrm>
        </p:spPr>
        <p:txBody>
          <a:bodyPr/>
          <a:lstStyle/>
          <a:p>
            <a:pPr eaLnBrk="1" hangingPunct="1"/>
            <a:r>
              <a:rPr lang="en-US" altLang="fr-FR"/>
              <a:t>Liquids  28</a:t>
            </a:r>
          </a:p>
        </p:txBody>
      </p:sp>
      <p:pic>
        <p:nvPicPr>
          <p:cNvPr id="278533" name="Picture 2" descr="H:\For Merle\Chapter 4 - environment\139539353.jpg">
            <a:extLst>
              <a:ext uri="{FF2B5EF4-FFF2-40B4-BE49-F238E27FC236}">
                <a16:creationId xmlns:a16="http://schemas.microsoft.com/office/drawing/2014/main" xmlns="" id="{78B98017-D7F5-4FA1-9310-F4AA929F3C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143000"/>
            <a:ext cx="75438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Title 1">
            <a:extLst>
              <a:ext uri="{FF2B5EF4-FFF2-40B4-BE49-F238E27FC236}">
                <a16:creationId xmlns:a16="http://schemas.microsoft.com/office/drawing/2014/main" xmlns="" id="{0A42D4CB-D3B6-4F61-87F2-28264724E005}"/>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Eating a vegetarian diet</a:t>
            </a:r>
          </a:p>
        </p:txBody>
      </p:sp>
      <p:sp>
        <p:nvSpPr>
          <p:cNvPr id="280579" name="Footer Placeholder 3">
            <a:extLst>
              <a:ext uri="{FF2B5EF4-FFF2-40B4-BE49-F238E27FC236}">
                <a16:creationId xmlns:a16="http://schemas.microsoft.com/office/drawing/2014/main" xmlns="" id="{C2B6D98A-7871-442F-8478-469FAA147326}"/>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80580" name="Text Placeholder 4">
            <a:extLst>
              <a:ext uri="{FF2B5EF4-FFF2-40B4-BE49-F238E27FC236}">
                <a16:creationId xmlns:a16="http://schemas.microsoft.com/office/drawing/2014/main" xmlns="" id="{89FB3344-318F-4484-9BDB-CB37D6434E29}"/>
              </a:ext>
            </a:extLst>
          </p:cNvPr>
          <p:cNvSpPr>
            <a:spLocks noGrp="1" noChangeArrowheads="1"/>
          </p:cNvSpPr>
          <p:nvPr>
            <p:ph type="body" sz="quarter" idx="13"/>
          </p:nvPr>
        </p:nvSpPr>
        <p:spPr>
          <a:xfrm>
            <a:off x="9601200" y="6370638"/>
            <a:ext cx="1676400" cy="487362"/>
          </a:xfrm>
        </p:spPr>
        <p:txBody>
          <a:bodyPr/>
          <a:lstStyle/>
          <a:p>
            <a:pPr eaLnBrk="1" hangingPunct="1"/>
            <a:r>
              <a:rPr lang="en-US" altLang="fr-FR"/>
              <a:t>Liquids  29</a:t>
            </a:r>
          </a:p>
        </p:txBody>
      </p:sp>
      <p:pic>
        <p:nvPicPr>
          <p:cNvPr id="280581" name="Picture 2" descr="H:\For Merle\Chapter 11 - nutrition\120477211 - children eating lunch.jpg">
            <a:extLst>
              <a:ext uri="{FF2B5EF4-FFF2-40B4-BE49-F238E27FC236}">
                <a16:creationId xmlns:a16="http://schemas.microsoft.com/office/drawing/2014/main" xmlns="" id="{A8900603-CCA4-4865-8665-5FA8507B7A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9988" y="1219200"/>
            <a:ext cx="7313612"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Title 1">
            <a:extLst>
              <a:ext uri="{FF2B5EF4-FFF2-40B4-BE49-F238E27FC236}">
                <a16:creationId xmlns:a16="http://schemas.microsoft.com/office/drawing/2014/main" xmlns="" id="{77548DE0-3785-46F0-B7A9-B49000AE9677}"/>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Water of Life</a:t>
            </a:r>
          </a:p>
        </p:txBody>
      </p:sp>
      <p:sp>
        <p:nvSpPr>
          <p:cNvPr id="282627" name="Footer Placeholder 3">
            <a:extLst>
              <a:ext uri="{FF2B5EF4-FFF2-40B4-BE49-F238E27FC236}">
                <a16:creationId xmlns:a16="http://schemas.microsoft.com/office/drawing/2014/main" xmlns="" id="{036D1176-0F90-441A-BC7F-1681890C43E5}"/>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82628" name="Slide Number Placeholder 4">
            <a:extLst>
              <a:ext uri="{FF2B5EF4-FFF2-40B4-BE49-F238E27FC236}">
                <a16:creationId xmlns:a16="http://schemas.microsoft.com/office/drawing/2014/main" xmlns="" id="{D1AE9CDE-28E1-431E-BEA8-5225CA4DAEA3}"/>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30</a:t>
            </a:r>
          </a:p>
        </p:txBody>
      </p:sp>
      <p:pic>
        <p:nvPicPr>
          <p:cNvPr id="282629" name="Picture 2" descr="G:\For Merle\Chapter 3 - liquids\stk321058rkn - water cooler.jpg">
            <a:extLst>
              <a:ext uri="{FF2B5EF4-FFF2-40B4-BE49-F238E27FC236}">
                <a16:creationId xmlns:a16="http://schemas.microsoft.com/office/drawing/2014/main" xmlns="" id="{F60C0265-FF33-49D9-AFB1-13D75003F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1" y="1314451"/>
            <a:ext cx="4811713" cy="484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Title 1">
            <a:extLst>
              <a:ext uri="{FF2B5EF4-FFF2-40B4-BE49-F238E27FC236}">
                <a16:creationId xmlns:a16="http://schemas.microsoft.com/office/drawing/2014/main" xmlns="" id="{D748E33D-B4C5-493C-96FC-F10465AC5F3C}"/>
              </a:ext>
            </a:extLst>
          </p:cNvPr>
          <p:cNvSpPr>
            <a:spLocks noGrp="1" noChangeArrowheads="1"/>
          </p:cNvSpPr>
          <p:nvPr>
            <p:ph type="title"/>
          </p:nvPr>
        </p:nvSpPr>
        <p:spPr>
          <a:xfrm>
            <a:off x="1981200" y="152400"/>
            <a:ext cx="8229600" cy="1143000"/>
          </a:xfrm>
        </p:spPr>
        <p:txBody>
          <a:bodyPr/>
          <a:lstStyle/>
          <a:p>
            <a:pPr algn="ctr" eaLnBrk="1" hangingPunct="1"/>
            <a:r>
              <a:rPr lang="en-US" altLang="fr-FR" sz="3400"/>
              <a:t>What does  </a:t>
            </a:r>
            <a:r>
              <a:rPr lang="en-US" altLang="en-US" sz="3400"/>
              <a:t>“</a:t>
            </a:r>
            <a:r>
              <a:rPr lang="en-US" altLang="fr-FR" sz="3400"/>
              <a:t>Water of Life</a:t>
            </a:r>
            <a:r>
              <a:rPr lang="en-US" altLang="en-US" sz="3400"/>
              <a:t>”</a:t>
            </a:r>
            <a:r>
              <a:rPr lang="en-US" altLang="fr-FR" sz="3400"/>
              <a:t> mean?</a:t>
            </a:r>
          </a:p>
        </p:txBody>
      </p:sp>
      <p:sp>
        <p:nvSpPr>
          <p:cNvPr id="284675" name="Footer Placeholder 3">
            <a:extLst>
              <a:ext uri="{FF2B5EF4-FFF2-40B4-BE49-F238E27FC236}">
                <a16:creationId xmlns:a16="http://schemas.microsoft.com/office/drawing/2014/main" xmlns="" id="{3BBD6BC0-DD8F-4060-AABB-9DC527B3102F}"/>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84676" name="Slide Number Placeholder 4">
            <a:extLst>
              <a:ext uri="{FF2B5EF4-FFF2-40B4-BE49-F238E27FC236}">
                <a16:creationId xmlns:a16="http://schemas.microsoft.com/office/drawing/2014/main" xmlns="" id="{E6978448-48D0-4D63-9F4E-EF676925DE30}"/>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31</a:t>
            </a:r>
          </a:p>
        </p:txBody>
      </p:sp>
      <p:pic>
        <p:nvPicPr>
          <p:cNvPr id="284677" name="Picture 2" descr="C:\Users\thomasn\Downloads\77901506.jpg">
            <a:extLst>
              <a:ext uri="{FF2B5EF4-FFF2-40B4-BE49-F238E27FC236}">
                <a16:creationId xmlns:a16="http://schemas.microsoft.com/office/drawing/2014/main" xmlns="" id="{96DD1D60-2AAD-4A8C-B07A-EE4D016AE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281114"/>
            <a:ext cx="6477000" cy="470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22" name="Picture 2" descr="G:\For Merle\AA013151.jpg">
            <a:extLst>
              <a:ext uri="{FF2B5EF4-FFF2-40B4-BE49-F238E27FC236}">
                <a16:creationId xmlns:a16="http://schemas.microsoft.com/office/drawing/2014/main" xmlns="" id="{941233B6-DCDA-48D3-BF5B-6D557DC7C5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288"/>
            <a:ext cx="9144000" cy="68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23" name="Footer Placeholder 3">
            <a:extLst>
              <a:ext uri="{FF2B5EF4-FFF2-40B4-BE49-F238E27FC236}">
                <a16:creationId xmlns:a16="http://schemas.microsoft.com/office/drawing/2014/main" xmlns="" id="{FA580316-644F-4C20-BEF3-8BBC73A3273A}"/>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86724" name="Slide Number Placeholder 4">
            <a:extLst>
              <a:ext uri="{FF2B5EF4-FFF2-40B4-BE49-F238E27FC236}">
                <a16:creationId xmlns:a16="http://schemas.microsoft.com/office/drawing/2014/main" xmlns="" id="{16501508-A388-4D36-9CCF-D2E2ACD09000}"/>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32</a:t>
            </a:r>
          </a:p>
        </p:txBody>
      </p:sp>
      <p:sp>
        <p:nvSpPr>
          <p:cNvPr id="6" name="Rectangle 5">
            <a:extLst>
              <a:ext uri="{FF2B5EF4-FFF2-40B4-BE49-F238E27FC236}">
                <a16:creationId xmlns:a16="http://schemas.microsoft.com/office/drawing/2014/main" xmlns="" id="{8065327D-2DBD-40B4-A818-01D18008973D}"/>
              </a:ext>
            </a:extLst>
          </p:cNvPr>
          <p:cNvSpPr/>
          <p:nvPr/>
        </p:nvSpPr>
        <p:spPr>
          <a:xfrm>
            <a:off x="1828800" y="457200"/>
            <a:ext cx="4572000" cy="1200150"/>
          </a:xfrm>
          <a:prstGeom prst="rect">
            <a:avLst/>
          </a:prstGeom>
        </p:spPr>
        <p:txBody>
          <a:bodyPr>
            <a:spAutoFit/>
          </a:bodyPr>
          <a:lstStyle/>
          <a:p>
            <a:pPr>
              <a:defRPr/>
            </a:pPr>
            <a:r>
              <a:rPr lang="en-US" sz="3600" b="1" kern="0" cap="all" dirty="0">
                <a:solidFill>
                  <a:prstClr val="black">
                    <a:lumMod val="95000"/>
                    <a:lumOff val="5000"/>
                  </a:prstClr>
                </a:solidFill>
                <a:ea typeface="+mj-ea"/>
                <a:cs typeface="+mj-cs"/>
              </a:rPr>
              <a:t>Life application questions</a:t>
            </a:r>
            <a:endParaRPr lang="en-US" sz="3600" kern="0" dirty="0">
              <a:solidFill>
                <a:sysClr val="windowText" lastClr="000000"/>
              </a:solidFill>
            </a:endParaRPr>
          </a:p>
        </p:txBody>
      </p:sp>
    </p:spTree>
  </p:cSld>
  <p:clrMapOvr>
    <a:masterClrMapping/>
  </p:clrMapOvr>
  <p:transition spd="slow">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Content Placeholder 2">
            <a:extLst>
              <a:ext uri="{FF2B5EF4-FFF2-40B4-BE49-F238E27FC236}">
                <a16:creationId xmlns:a16="http://schemas.microsoft.com/office/drawing/2014/main" xmlns="" id="{344B5448-B1A8-4E4C-9FC2-5CBB1605088B}"/>
              </a:ext>
            </a:extLst>
          </p:cNvPr>
          <p:cNvSpPr>
            <a:spLocks noGrp="1" noChangeArrowheads="1"/>
          </p:cNvSpPr>
          <p:nvPr>
            <p:ph idx="1"/>
          </p:nvPr>
        </p:nvSpPr>
        <p:spPr>
          <a:xfrm>
            <a:off x="1981200" y="914400"/>
            <a:ext cx="4800600" cy="4876800"/>
          </a:xfrm>
        </p:spPr>
        <p:txBody>
          <a:bodyPr/>
          <a:lstStyle/>
          <a:p>
            <a:pPr marL="0" indent="0">
              <a:buNone/>
            </a:pPr>
            <a:r>
              <a:rPr lang="en-US" altLang="fr-FR" sz="3100"/>
              <a:t>Based on my level of activity, how much water does my body lose daily?</a:t>
            </a:r>
          </a:p>
          <a:p>
            <a:pPr marL="0" indent="0">
              <a:buNone/>
            </a:pPr>
            <a:r>
              <a:rPr lang="en-US" altLang="fr-FR" sz="3100"/>
              <a:t> </a:t>
            </a:r>
          </a:p>
        </p:txBody>
      </p:sp>
      <p:sp>
        <p:nvSpPr>
          <p:cNvPr id="288771" name="Footer Placeholder 3">
            <a:extLst>
              <a:ext uri="{FF2B5EF4-FFF2-40B4-BE49-F238E27FC236}">
                <a16:creationId xmlns:a16="http://schemas.microsoft.com/office/drawing/2014/main" xmlns="" id="{B45FEEE3-F904-4CDA-ABB4-F4BFFC814D4A}"/>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88772" name="Slide Number Placeholder 4">
            <a:extLst>
              <a:ext uri="{FF2B5EF4-FFF2-40B4-BE49-F238E27FC236}">
                <a16:creationId xmlns:a16="http://schemas.microsoft.com/office/drawing/2014/main" xmlns="" id="{C07309A6-B9F5-437C-9D27-DA88B360F084}"/>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33</a:t>
            </a:r>
          </a:p>
        </p:txBody>
      </p:sp>
      <p:pic>
        <p:nvPicPr>
          <p:cNvPr id="288773" name="Picture 2" descr="G:\For Merle\Chapter 3 - liquids\200279560-001 - asian man with water.jpg">
            <a:extLst>
              <a:ext uri="{FF2B5EF4-FFF2-40B4-BE49-F238E27FC236}">
                <a16:creationId xmlns:a16="http://schemas.microsoft.com/office/drawing/2014/main" xmlns="" id="{FA0165E6-7725-4E60-A70E-00AE64134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6676" y="1295401"/>
            <a:ext cx="2894013"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652EE58-B144-4F55-959C-F0CA75F785F5}"/>
              </a:ext>
            </a:extLst>
          </p:cNvPr>
          <p:cNvSpPr>
            <a:spLocks noGrp="1"/>
          </p:cNvSpPr>
          <p:nvPr>
            <p:ph idx="1"/>
          </p:nvPr>
        </p:nvSpPr>
        <p:spPr>
          <a:xfrm>
            <a:off x="1981200" y="914400"/>
            <a:ext cx="4800600" cy="4876800"/>
          </a:xfrm>
        </p:spPr>
        <p:txBody>
          <a:bodyPr rtlCol="0">
            <a:normAutofit/>
          </a:bodyPr>
          <a:lstStyle/>
          <a:p>
            <a:pPr marL="0" indent="0">
              <a:buNone/>
              <a:defRPr/>
            </a:pPr>
            <a:r>
              <a:rPr lang="en-US" sz="3100" dirty="0">
                <a:solidFill>
                  <a:schemeClr val="bg1">
                    <a:lumMod val="65000"/>
                    <a:lumOff val="35000"/>
                  </a:schemeClr>
                </a:solidFill>
              </a:rPr>
              <a:t>Based on my level of activity, how much water does my body lose daily?</a:t>
            </a:r>
          </a:p>
          <a:p>
            <a:pPr marL="0" indent="0">
              <a:buNone/>
              <a:defRPr/>
            </a:pPr>
            <a:r>
              <a:rPr lang="en-US" sz="3100" dirty="0"/>
              <a:t> </a:t>
            </a:r>
          </a:p>
          <a:p>
            <a:pPr marL="0" indent="0">
              <a:buNone/>
              <a:defRPr/>
            </a:pPr>
            <a:r>
              <a:rPr lang="en-US" sz="3100" dirty="0"/>
              <a:t>How much liquid am I taking in every day?</a:t>
            </a:r>
          </a:p>
          <a:p>
            <a:pPr marL="0" indent="0">
              <a:buNone/>
              <a:defRPr/>
            </a:pPr>
            <a:r>
              <a:rPr lang="en-US" sz="3100" dirty="0"/>
              <a:t> </a:t>
            </a:r>
          </a:p>
        </p:txBody>
      </p:sp>
      <p:sp>
        <p:nvSpPr>
          <p:cNvPr id="290819" name="Footer Placeholder 3">
            <a:extLst>
              <a:ext uri="{FF2B5EF4-FFF2-40B4-BE49-F238E27FC236}">
                <a16:creationId xmlns:a16="http://schemas.microsoft.com/office/drawing/2014/main" xmlns="" id="{73B45AE1-C611-4967-B7A7-5A2D4F39AA63}"/>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90820" name="Slide Number Placeholder 4">
            <a:extLst>
              <a:ext uri="{FF2B5EF4-FFF2-40B4-BE49-F238E27FC236}">
                <a16:creationId xmlns:a16="http://schemas.microsoft.com/office/drawing/2014/main" xmlns="" id="{70217087-DB1F-47F9-B6E6-69AD789661DC}"/>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34</a:t>
            </a:r>
          </a:p>
        </p:txBody>
      </p:sp>
      <p:pic>
        <p:nvPicPr>
          <p:cNvPr id="290821" name="Picture 2" descr="G:\For Merle\Chapter 3 - liquids\200279560-001 - asian man with water.jpg">
            <a:extLst>
              <a:ext uri="{FF2B5EF4-FFF2-40B4-BE49-F238E27FC236}">
                <a16:creationId xmlns:a16="http://schemas.microsoft.com/office/drawing/2014/main" xmlns="" id="{C15AB0A3-FEC4-4A15-804D-983C48BC8A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6676" y="1295401"/>
            <a:ext cx="2894013"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2CA2FF6-EB79-4290-BC62-AE26506E568D}"/>
              </a:ext>
            </a:extLst>
          </p:cNvPr>
          <p:cNvSpPr>
            <a:spLocks noGrp="1"/>
          </p:cNvSpPr>
          <p:nvPr>
            <p:ph idx="1"/>
          </p:nvPr>
        </p:nvSpPr>
        <p:spPr>
          <a:xfrm>
            <a:off x="1981200" y="914400"/>
            <a:ext cx="4800600" cy="4876800"/>
          </a:xfrm>
        </p:spPr>
        <p:txBody>
          <a:bodyPr rtlCol="0">
            <a:normAutofit fontScale="92500" lnSpcReduction="10000"/>
          </a:bodyPr>
          <a:lstStyle/>
          <a:p>
            <a:pPr marL="0" indent="0">
              <a:buNone/>
              <a:defRPr/>
            </a:pPr>
            <a:r>
              <a:rPr lang="en-US" sz="3100" dirty="0">
                <a:solidFill>
                  <a:schemeClr val="bg1">
                    <a:lumMod val="50000"/>
                    <a:lumOff val="50000"/>
                  </a:schemeClr>
                </a:solidFill>
              </a:rPr>
              <a:t>Based on my level of activity, how much water does my body lose daily?</a:t>
            </a:r>
          </a:p>
          <a:p>
            <a:pPr marL="0" indent="0">
              <a:buNone/>
              <a:defRPr/>
            </a:pPr>
            <a:r>
              <a:rPr lang="en-US" sz="3100" dirty="0">
                <a:solidFill>
                  <a:schemeClr val="bg1">
                    <a:lumMod val="50000"/>
                    <a:lumOff val="50000"/>
                  </a:schemeClr>
                </a:solidFill>
              </a:rPr>
              <a:t> </a:t>
            </a:r>
          </a:p>
          <a:p>
            <a:pPr marL="0" indent="0">
              <a:buNone/>
              <a:defRPr/>
            </a:pPr>
            <a:r>
              <a:rPr lang="en-US" sz="3100" dirty="0">
                <a:solidFill>
                  <a:schemeClr val="bg1">
                    <a:lumMod val="50000"/>
                    <a:lumOff val="50000"/>
                  </a:schemeClr>
                </a:solidFill>
              </a:rPr>
              <a:t>How much liquid am I taking in every day?</a:t>
            </a:r>
          </a:p>
          <a:p>
            <a:pPr marL="0" indent="0">
              <a:buNone/>
              <a:defRPr/>
            </a:pPr>
            <a:r>
              <a:rPr lang="en-US" sz="3100" dirty="0"/>
              <a:t> </a:t>
            </a:r>
          </a:p>
          <a:p>
            <a:pPr marL="0" indent="0">
              <a:buNone/>
              <a:defRPr/>
            </a:pPr>
            <a:r>
              <a:rPr lang="en-US" sz="3100" dirty="0"/>
              <a:t>Based on the suggested criteria of the color of my urine, am I getting sufficient liquids on a daily basis?</a:t>
            </a:r>
          </a:p>
        </p:txBody>
      </p:sp>
      <p:sp>
        <p:nvSpPr>
          <p:cNvPr id="292867" name="Footer Placeholder 3">
            <a:extLst>
              <a:ext uri="{FF2B5EF4-FFF2-40B4-BE49-F238E27FC236}">
                <a16:creationId xmlns:a16="http://schemas.microsoft.com/office/drawing/2014/main" xmlns="" id="{A0EE4C78-8225-4B39-964C-129E28F61220}"/>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92868" name="Slide Number Placeholder 4">
            <a:extLst>
              <a:ext uri="{FF2B5EF4-FFF2-40B4-BE49-F238E27FC236}">
                <a16:creationId xmlns:a16="http://schemas.microsoft.com/office/drawing/2014/main" xmlns="" id="{976B839F-E4D1-4125-AF74-1E29297E7A0C}"/>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35</a:t>
            </a:r>
          </a:p>
        </p:txBody>
      </p:sp>
      <p:pic>
        <p:nvPicPr>
          <p:cNvPr id="292869" name="Picture 2" descr="G:\For Merle\Chapter 3 - liquids\200279560-001 - asian man with water.jpg">
            <a:extLst>
              <a:ext uri="{FF2B5EF4-FFF2-40B4-BE49-F238E27FC236}">
                <a16:creationId xmlns:a16="http://schemas.microsoft.com/office/drawing/2014/main" xmlns="" id="{E3204D03-9E68-4657-A34A-195988986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6676" y="1295401"/>
            <a:ext cx="2894013"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Content Placeholder 2">
            <a:extLst>
              <a:ext uri="{FF2B5EF4-FFF2-40B4-BE49-F238E27FC236}">
                <a16:creationId xmlns:a16="http://schemas.microsoft.com/office/drawing/2014/main" xmlns="" id="{19954B8F-FC3C-4B3C-A302-E4BF09420B2E}"/>
              </a:ext>
            </a:extLst>
          </p:cNvPr>
          <p:cNvSpPr>
            <a:spLocks noGrp="1" noChangeArrowheads="1"/>
          </p:cNvSpPr>
          <p:nvPr>
            <p:ph idx="1"/>
          </p:nvPr>
        </p:nvSpPr>
        <p:spPr>
          <a:xfrm>
            <a:off x="2057400" y="1295401"/>
            <a:ext cx="4038600" cy="5668963"/>
          </a:xfrm>
        </p:spPr>
        <p:txBody>
          <a:bodyPr/>
          <a:lstStyle/>
          <a:p>
            <a:pPr marL="0" indent="0">
              <a:buNone/>
            </a:pPr>
            <a:r>
              <a:rPr lang="en-US" altLang="fr-FR" sz="3000"/>
              <a:t>What can I do to increase my intake of liquids? </a:t>
            </a:r>
          </a:p>
          <a:p>
            <a:pPr marL="0" indent="0">
              <a:buNone/>
            </a:pPr>
            <a:endParaRPr lang="en-US" altLang="fr-FR" sz="3000"/>
          </a:p>
          <a:p>
            <a:pPr marL="0" indent="0">
              <a:buNone/>
            </a:pPr>
            <a:r>
              <a:rPr lang="en-US" altLang="fr-FR" sz="3000"/>
              <a:t>Do I need to fill a water bottle each morning and make sure I drink it all?</a:t>
            </a:r>
          </a:p>
          <a:p>
            <a:pPr marL="0" indent="0">
              <a:buNone/>
            </a:pPr>
            <a:r>
              <a:rPr lang="en-US" altLang="fr-FR" sz="3000"/>
              <a:t> </a:t>
            </a:r>
          </a:p>
        </p:txBody>
      </p:sp>
      <p:sp>
        <p:nvSpPr>
          <p:cNvPr id="294915" name="Footer Placeholder 3">
            <a:extLst>
              <a:ext uri="{FF2B5EF4-FFF2-40B4-BE49-F238E27FC236}">
                <a16:creationId xmlns:a16="http://schemas.microsoft.com/office/drawing/2014/main" xmlns="" id="{341C049B-6FE4-407E-A9B0-D37E6E58AC66}"/>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94916" name="Slide Number Placeholder 4">
            <a:extLst>
              <a:ext uri="{FF2B5EF4-FFF2-40B4-BE49-F238E27FC236}">
                <a16:creationId xmlns:a16="http://schemas.microsoft.com/office/drawing/2014/main" xmlns="" id="{34D41A9D-072C-4D1C-A0E3-0969D3E37FC4}"/>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36</a:t>
            </a:r>
          </a:p>
        </p:txBody>
      </p:sp>
      <p:pic>
        <p:nvPicPr>
          <p:cNvPr id="294917" name="Picture 2" descr="G:\For Merle\Chapter 3 - liquids\82047551 - boy on soccer ball.jpg">
            <a:extLst>
              <a:ext uri="{FF2B5EF4-FFF2-40B4-BE49-F238E27FC236}">
                <a16:creationId xmlns:a16="http://schemas.microsoft.com/office/drawing/2014/main" xmlns="" id="{F2ECDB2B-D329-4892-AA97-A1243FDE0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7238" y="1219200"/>
            <a:ext cx="3179762" cy="459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A6D6262-D5F3-4E91-9C94-8447DCEA7FCE}"/>
              </a:ext>
            </a:extLst>
          </p:cNvPr>
          <p:cNvSpPr>
            <a:spLocks noGrp="1"/>
          </p:cNvSpPr>
          <p:nvPr>
            <p:ph idx="1"/>
          </p:nvPr>
        </p:nvSpPr>
        <p:spPr>
          <a:xfrm>
            <a:off x="2057400" y="1874838"/>
            <a:ext cx="4191000" cy="4525962"/>
          </a:xfrm>
        </p:spPr>
        <p:txBody>
          <a:bodyPr rtlCol="0">
            <a:normAutofit/>
          </a:bodyPr>
          <a:lstStyle/>
          <a:p>
            <a:pPr marL="0" indent="0">
              <a:buNone/>
              <a:defRPr/>
            </a:pPr>
            <a:r>
              <a:rPr lang="en-US" sz="3000" dirty="0">
                <a:solidFill>
                  <a:prstClr val="white"/>
                </a:solidFill>
              </a:rPr>
              <a:t>Would a schedule to drink at specific times each day be useful? Remember the important first glass in the morning. </a:t>
            </a:r>
          </a:p>
          <a:p>
            <a:pPr>
              <a:defRPr/>
            </a:pPr>
            <a:endParaRPr lang="en-US" sz="3000" dirty="0"/>
          </a:p>
        </p:txBody>
      </p:sp>
      <p:sp>
        <p:nvSpPr>
          <p:cNvPr id="296963" name="Footer Placeholder 3">
            <a:extLst>
              <a:ext uri="{FF2B5EF4-FFF2-40B4-BE49-F238E27FC236}">
                <a16:creationId xmlns:a16="http://schemas.microsoft.com/office/drawing/2014/main" xmlns="" id="{6DD1252D-3B4C-4978-B359-3189F79DDAC4}"/>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96964" name="Text Placeholder 4">
            <a:extLst>
              <a:ext uri="{FF2B5EF4-FFF2-40B4-BE49-F238E27FC236}">
                <a16:creationId xmlns:a16="http://schemas.microsoft.com/office/drawing/2014/main" xmlns="" id="{DDC6E172-F978-42DF-9BD5-24CD024759BD}"/>
              </a:ext>
            </a:extLst>
          </p:cNvPr>
          <p:cNvSpPr>
            <a:spLocks noGrp="1" noChangeArrowheads="1"/>
          </p:cNvSpPr>
          <p:nvPr>
            <p:ph type="body" sz="quarter" idx="13"/>
          </p:nvPr>
        </p:nvSpPr>
        <p:spPr>
          <a:xfrm>
            <a:off x="9601200" y="6370638"/>
            <a:ext cx="1676400" cy="487362"/>
          </a:xfrm>
        </p:spPr>
        <p:txBody>
          <a:bodyPr/>
          <a:lstStyle/>
          <a:p>
            <a:pPr eaLnBrk="1" hangingPunct="1"/>
            <a:r>
              <a:rPr lang="en-US" altLang="fr-FR"/>
              <a:t>Liquids  37</a:t>
            </a:r>
          </a:p>
        </p:txBody>
      </p:sp>
      <p:pic>
        <p:nvPicPr>
          <p:cNvPr id="296965" name="Picture 2" descr="H:\For Merle\Chapter 3 - liquids\Low Res\82047551 - boy on soccer ball.jpg">
            <a:extLst>
              <a:ext uri="{FF2B5EF4-FFF2-40B4-BE49-F238E27FC236}">
                <a16:creationId xmlns:a16="http://schemas.microsoft.com/office/drawing/2014/main" xmlns="" id="{2FA7B1B8-0E85-4628-87CA-07AEB88C54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2288" y="952501"/>
            <a:ext cx="3338512"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Content Placeholder 2">
            <a:extLst>
              <a:ext uri="{FF2B5EF4-FFF2-40B4-BE49-F238E27FC236}">
                <a16:creationId xmlns:a16="http://schemas.microsoft.com/office/drawing/2014/main" xmlns="" id="{F93D19B5-CA72-4107-A307-C197B9A80102}"/>
              </a:ext>
            </a:extLst>
          </p:cNvPr>
          <p:cNvSpPr>
            <a:spLocks noGrp="1" noChangeArrowheads="1"/>
          </p:cNvSpPr>
          <p:nvPr>
            <p:ph idx="1"/>
          </p:nvPr>
        </p:nvSpPr>
        <p:spPr>
          <a:xfrm>
            <a:off x="1905000" y="838200"/>
            <a:ext cx="7924800" cy="5257800"/>
          </a:xfrm>
        </p:spPr>
        <p:txBody>
          <a:bodyPr/>
          <a:lstStyle/>
          <a:p>
            <a:pPr marL="0" indent="0">
              <a:buNone/>
            </a:pPr>
            <a:r>
              <a:rPr lang="en-US" altLang="fr-FR" sz="3000"/>
              <a:t>Ron and his family</a:t>
            </a:r>
            <a:br>
              <a:rPr lang="en-US" altLang="fr-FR" sz="3000"/>
            </a:br>
            <a:r>
              <a:rPr lang="en-US" altLang="fr-FR" sz="3000"/>
              <a:t>enjoy exercising </a:t>
            </a:r>
            <a:br>
              <a:rPr lang="en-US" altLang="fr-FR" sz="3000"/>
            </a:br>
            <a:r>
              <a:rPr lang="en-US" altLang="fr-FR" sz="3000"/>
              <a:t>outdoors. When it is </a:t>
            </a:r>
            <a:br>
              <a:rPr lang="en-US" altLang="fr-FR" sz="3000"/>
            </a:br>
            <a:r>
              <a:rPr lang="en-US" altLang="fr-FR" sz="3000"/>
              <a:t>hot and humid, they </a:t>
            </a:r>
            <a:br>
              <a:rPr lang="en-US" altLang="fr-FR" sz="3000"/>
            </a:br>
            <a:r>
              <a:rPr lang="en-US" altLang="fr-FR" sz="3000"/>
              <a:t>drink a lot of sodas to </a:t>
            </a:r>
            <a:br>
              <a:rPr lang="en-US" altLang="fr-FR" sz="3000"/>
            </a:br>
            <a:r>
              <a:rPr lang="en-US" altLang="fr-FR" sz="3000"/>
              <a:t>keep hydrated.</a:t>
            </a:r>
          </a:p>
          <a:p>
            <a:pPr marL="0" indent="0">
              <a:buNone/>
            </a:pPr>
            <a:endParaRPr lang="en-US" altLang="fr-FR" sz="3000"/>
          </a:p>
          <a:p>
            <a:pPr marL="0" indent="0">
              <a:buNone/>
            </a:pPr>
            <a:r>
              <a:rPr lang="en-US" altLang="fr-FR" sz="3000"/>
              <a:t> </a:t>
            </a:r>
            <a:br>
              <a:rPr lang="en-US" altLang="fr-FR" sz="3000"/>
            </a:br>
            <a:r>
              <a:rPr lang="en-US" altLang="fr-FR" sz="3000"/>
              <a:t>Sometimes they complain of headaches and dizziness. What is wrong? </a:t>
            </a:r>
          </a:p>
        </p:txBody>
      </p:sp>
      <p:sp>
        <p:nvSpPr>
          <p:cNvPr id="299011" name="Footer Placeholder 3">
            <a:extLst>
              <a:ext uri="{FF2B5EF4-FFF2-40B4-BE49-F238E27FC236}">
                <a16:creationId xmlns:a16="http://schemas.microsoft.com/office/drawing/2014/main" xmlns="" id="{8BB89DE8-0190-40BE-BD25-0F40C5DFE8B7}"/>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299012" name="Slide Number Placeholder 4">
            <a:extLst>
              <a:ext uri="{FF2B5EF4-FFF2-40B4-BE49-F238E27FC236}">
                <a16:creationId xmlns:a16="http://schemas.microsoft.com/office/drawing/2014/main" xmlns="" id="{0DC9C366-8324-4A05-B2BD-A2E3C935D28E}"/>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38</a:t>
            </a:r>
          </a:p>
        </p:txBody>
      </p:sp>
      <p:pic>
        <p:nvPicPr>
          <p:cNvPr id="299013" name="Picture 2" descr="C:\Users\thomasn\Pictures\Thinkstock hmpix4\Thinkstock Nancy\Exercise, sports, outdoor activity, obesity\86513295 (1).jpg">
            <a:extLst>
              <a:ext uri="{FF2B5EF4-FFF2-40B4-BE49-F238E27FC236}">
                <a16:creationId xmlns:a16="http://schemas.microsoft.com/office/drawing/2014/main" xmlns="" id="{A6979192-0BB4-4989-9129-B3555760F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3776" y="990600"/>
            <a:ext cx="4564063"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D41B1E2-A2BF-4311-B1C7-896D1646F6F0}"/>
              </a:ext>
            </a:extLst>
          </p:cNvPr>
          <p:cNvSpPr>
            <a:spLocks noGrp="1"/>
          </p:cNvSpPr>
          <p:nvPr>
            <p:ph idx="1"/>
          </p:nvPr>
        </p:nvSpPr>
        <p:spPr>
          <a:xfrm>
            <a:off x="2062164" y="914401"/>
            <a:ext cx="7843837" cy="4754563"/>
          </a:xfrm>
        </p:spPr>
        <p:txBody>
          <a:bodyPr rtlCol="0">
            <a:normAutofit/>
          </a:bodyPr>
          <a:lstStyle/>
          <a:p>
            <a:pPr marL="0" indent="0">
              <a:buNone/>
              <a:defRPr/>
            </a:pPr>
            <a:r>
              <a:rPr lang="en-US" sz="3000" dirty="0"/>
              <a:t>How could I encourage them to exercise but also keep them safe?</a:t>
            </a:r>
          </a:p>
          <a:p>
            <a:pPr marL="0" indent="0">
              <a:buNone/>
              <a:defRPr/>
            </a:pPr>
            <a:r>
              <a:rPr lang="en-US" sz="3000" dirty="0"/>
              <a:t> </a:t>
            </a:r>
          </a:p>
          <a:p>
            <a:pPr marL="0" indent="0">
              <a:buNone/>
              <a:defRPr/>
            </a:pPr>
            <a:r>
              <a:rPr lang="en-US" sz="3000" dirty="0"/>
              <a:t>What are the</a:t>
            </a:r>
            <a:br>
              <a:rPr lang="en-US" sz="3000" dirty="0"/>
            </a:br>
            <a:r>
              <a:rPr lang="en-US" sz="3000" dirty="0"/>
              <a:t>symptoms of</a:t>
            </a:r>
            <a:br>
              <a:rPr lang="en-US" sz="3000" dirty="0"/>
            </a:br>
            <a:r>
              <a:rPr lang="en-US" sz="3000" dirty="0"/>
              <a:t>dehydration</a:t>
            </a:r>
            <a:br>
              <a:rPr lang="en-US" sz="3000" dirty="0"/>
            </a:br>
            <a:r>
              <a:rPr lang="en-US" sz="3000" dirty="0"/>
              <a:t>and heat stroke</a:t>
            </a:r>
            <a:r>
              <a:rPr lang="en-US" sz="3000"/>
              <a:t/>
            </a:r>
            <a:br>
              <a:rPr lang="en-US" sz="3000"/>
            </a:br>
            <a:r>
              <a:rPr lang="en-US" sz="3000"/>
              <a:t>that </a:t>
            </a:r>
            <a:r>
              <a:rPr lang="en-US" sz="3000" dirty="0"/>
              <a:t>I should</a:t>
            </a:r>
            <a:br>
              <a:rPr lang="en-US" sz="3000" dirty="0"/>
            </a:br>
            <a:r>
              <a:rPr lang="en-US" sz="3000" dirty="0"/>
              <a:t>look for?</a:t>
            </a:r>
          </a:p>
          <a:p>
            <a:pPr>
              <a:defRPr/>
            </a:pPr>
            <a:endParaRPr lang="en-US" sz="3000" dirty="0"/>
          </a:p>
        </p:txBody>
      </p:sp>
      <p:sp>
        <p:nvSpPr>
          <p:cNvPr id="301059" name="Footer Placeholder 3">
            <a:extLst>
              <a:ext uri="{FF2B5EF4-FFF2-40B4-BE49-F238E27FC236}">
                <a16:creationId xmlns:a16="http://schemas.microsoft.com/office/drawing/2014/main" xmlns="" id="{D46B2CD9-5786-4C76-8D81-2DE883BD6A6D}"/>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01060" name="Slide Number Placeholder 4">
            <a:extLst>
              <a:ext uri="{FF2B5EF4-FFF2-40B4-BE49-F238E27FC236}">
                <a16:creationId xmlns:a16="http://schemas.microsoft.com/office/drawing/2014/main" xmlns="" id="{FC925D90-AD9B-4CA6-AFE0-5FA9A511D59C}"/>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39</a:t>
            </a:r>
          </a:p>
        </p:txBody>
      </p:sp>
      <p:pic>
        <p:nvPicPr>
          <p:cNvPr id="301061" name="Picture 2" descr="C:\Users\thomasn\Pictures\Thinkstock hmpix4\Thinkstock Nancy\Exercise, sports, outdoor activity, obesity\86513295 (1).jpg">
            <a:extLst>
              <a:ext uri="{FF2B5EF4-FFF2-40B4-BE49-F238E27FC236}">
                <a16:creationId xmlns:a16="http://schemas.microsoft.com/office/drawing/2014/main" xmlns="" id="{FDEAE597-219A-4DA1-94E7-575EB1C53E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1" y="2590800"/>
            <a:ext cx="492442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Content Placeholder 2">
            <a:extLst>
              <a:ext uri="{FF2B5EF4-FFF2-40B4-BE49-F238E27FC236}">
                <a16:creationId xmlns:a16="http://schemas.microsoft.com/office/drawing/2014/main" xmlns="" id="{7B1E2839-E31B-4988-A85F-5EFC5E9C5E10}"/>
              </a:ext>
            </a:extLst>
          </p:cNvPr>
          <p:cNvSpPr>
            <a:spLocks noGrp="1" noChangeArrowheads="1"/>
          </p:cNvSpPr>
          <p:nvPr>
            <p:ph idx="1"/>
          </p:nvPr>
        </p:nvSpPr>
        <p:spPr>
          <a:xfrm>
            <a:off x="1981200" y="914400"/>
            <a:ext cx="6070600" cy="5029200"/>
          </a:xfrm>
        </p:spPr>
        <p:txBody>
          <a:bodyPr/>
          <a:lstStyle/>
          <a:p>
            <a:pPr marL="0" indent="0">
              <a:buNone/>
            </a:pPr>
            <a:r>
              <a:rPr lang="en-US" altLang="fr-FR" sz="3000"/>
              <a:t>What percentage of my liquid intake is pure water? </a:t>
            </a:r>
          </a:p>
        </p:txBody>
      </p:sp>
      <p:sp>
        <p:nvSpPr>
          <p:cNvPr id="303107" name="Footer Placeholder 3">
            <a:extLst>
              <a:ext uri="{FF2B5EF4-FFF2-40B4-BE49-F238E27FC236}">
                <a16:creationId xmlns:a16="http://schemas.microsoft.com/office/drawing/2014/main" xmlns="" id="{34904D6B-7762-439C-B073-EF08C837F554}"/>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03108" name="Slide Number Placeholder 4">
            <a:extLst>
              <a:ext uri="{FF2B5EF4-FFF2-40B4-BE49-F238E27FC236}">
                <a16:creationId xmlns:a16="http://schemas.microsoft.com/office/drawing/2014/main" xmlns="" id="{A1DBD0B3-5F89-4A87-97D6-2E62D8D6F3D6}"/>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40</a:t>
            </a:r>
          </a:p>
        </p:txBody>
      </p:sp>
      <p:pic>
        <p:nvPicPr>
          <p:cNvPr id="303109" name="Picture 2" descr="G:\For Merle\Chapter 3 - liquids\89795401 - woman with glass.jpg">
            <a:extLst>
              <a:ext uri="{FF2B5EF4-FFF2-40B4-BE49-F238E27FC236}">
                <a16:creationId xmlns:a16="http://schemas.microsoft.com/office/drawing/2014/main" xmlns="" id="{CA0BAC60-8506-47C2-977A-E0EF376A4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1800" y="1524000"/>
            <a:ext cx="24638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4ADE332-3B95-4C83-8CBF-EE7E850BB8BA}"/>
              </a:ext>
            </a:extLst>
          </p:cNvPr>
          <p:cNvSpPr>
            <a:spLocks noGrp="1"/>
          </p:cNvSpPr>
          <p:nvPr>
            <p:ph idx="1"/>
          </p:nvPr>
        </p:nvSpPr>
        <p:spPr>
          <a:xfrm>
            <a:off x="1981200" y="914400"/>
            <a:ext cx="6070600" cy="5029200"/>
          </a:xfrm>
        </p:spPr>
        <p:txBody>
          <a:bodyPr rtlCol="0">
            <a:normAutofit/>
          </a:bodyPr>
          <a:lstStyle/>
          <a:p>
            <a:pPr marL="0" indent="0">
              <a:buNone/>
              <a:defRPr/>
            </a:pPr>
            <a:r>
              <a:rPr lang="en-US" sz="3000" dirty="0">
                <a:solidFill>
                  <a:schemeClr val="bg1">
                    <a:lumMod val="75000"/>
                    <a:lumOff val="25000"/>
                  </a:schemeClr>
                </a:solidFill>
              </a:rPr>
              <a:t>What percentage of my liquid intake is pure water? </a:t>
            </a:r>
          </a:p>
          <a:p>
            <a:pPr marL="0" indent="0">
              <a:buNone/>
              <a:defRPr/>
            </a:pPr>
            <a:endParaRPr lang="en-US" sz="3000" dirty="0"/>
          </a:p>
          <a:p>
            <a:pPr marL="0" indent="0">
              <a:buNone/>
              <a:defRPr/>
            </a:pPr>
            <a:r>
              <a:rPr lang="en-US" sz="3000" dirty="0"/>
              <a:t>What drinks increase the chance of dehydration because they are diuretic in nature?</a:t>
            </a:r>
          </a:p>
          <a:p>
            <a:pPr marL="0" indent="0">
              <a:buNone/>
              <a:defRPr/>
            </a:pPr>
            <a:r>
              <a:rPr lang="en-US" sz="3000" dirty="0"/>
              <a:t> </a:t>
            </a:r>
          </a:p>
        </p:txBody>
      </p:sp>
      <p:sp>
        <p:nvSpPr>
          <p:cNvPr id="305155" name="Footer Placeholder 3">
            <a:extLst>
              <a:ext uri="{FF2B5EF4-FFF2-40B4-BE49-F238E27FC236}">
                <a16:creationId xmlns:a16="http://schemas.microsoft.com/office/drawing/2014/main" xmlns="" id="{A4441774-7C06-4109-A95C-B5800BF0EBCC}"/>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05156" name="Slide Number Placeholder 4">
            <a:extLst>
              <a:ext uri="{FF2B5EF4-FFF2-40B4-BE49-F238E27FC236}">
                <a16:creationId xmlns:a16="http://schemas.microsoft.com/office/drawing/2014/main" xmlns="" id="{B31BA038-C6E6-41B8-A498-6C7682C0050E}"/>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41</a:t>
            </a:r>
          </a:p>
        </p:txBody>
      </p:sp>
      <p:pic>
        <p:nvPicPr>
          <p:cNvPr id="305157" name="Picture 2" descr="G:\For Merle\Chapter 3 - liquids\89795401 - woman with glass.jpg">
            <a:extLst>
              <a:ext uri="{FF2B5EF4-FFF2-40B4-BE49-F238E27FC236}">
                <a16:creationId xmlns:a16="http://schemas.microsoft.com/office/drawing/2014/main" xmlns="" id="{F39C50A5-04E6-46DC-BC8E-E632E2784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1800" y="1524000"/>
            <a:ext cx="24638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C1A17A6-D28B-479B-8752-FC473B0F730D}"/>
              </a:ext>
            </a:extLst>
          </p:cNvPr>
          <p:cNvSpPr>
            <a:spLocks noGrp="1"/>
          </p:cNvSpPr>
          <p:nvPr>
            <p:ph idx="1"/>
          </p:nvPr>
        </p:nvSpPr>
        <p:spPr>
          <a:xfrm>
            <a:off x="1981200" y="914400"/>
            <a:ext cx="6070600" cy="5029200"/>
          </a:xfrm>
        </p:spPr>
        <p:txBody>
          <a:bodyPr rtlCol="0">
            <a:normAutofit/>
          </a:bodyPr>
          <a:lstStyle/>
          <a:p>
            <a:pPr marL="0" indent="0">
              <a:buNone/>
              <a:defRPr/>
            </a:pPr>
            <a:r>
              <a:rPr lang="en-US" sz="3000" dirty="0">
                <a:solidFill>
                  <a:schemeClr val="bg1">
                    <a:lumMod val="75000"/>
                    <a:lumOff val="25000"/>
                  </a:schemeClr>
                </a:solidFill>
              </a:rPr>
              <a:t>What percentage of my liquid intake is pure water? </a:t>
            </a:r>
          </a:p>
          <a:p>
            <a:pPr marL="0" indent="0">
              <a:buNone/>
              <a:defRPr/>
            </a:pPr>
            <a:endParaRPr lang="en-US" sz="3000" dirty="0">
              <a:solidFill>
                <a:schemeClr val="bg1">
                  <a:lumMod val="75000"/>
                  <a:lumOff val="25000"/>
                </a:schemeClr>
              </a:solidFill>
            </a:endParaRPr>
          </a:p>
          <a:p>
            <a:pPr marL="0" indent="0">
              <a:buNone/>
              <a:defRPr/>
            </a:pPr>
            <a:r>
              <a:rPr lang="en-US" sz="3000" dirty="0">
                <a:solidFill>
                  <a:schemeClr val="bg1">
                    <a:lumMod val="75000"/>
                    <a:lumOff val="25000"/>
                  </a:schemeClr>
                </a:solidFill>
              </a:rPr>
              <a:t>What drinks increase the chance of dehydration because they are diuretic in nature?</a:t>
            </a:r>
          </a:p>
          <a:p>
            <a:pPr marL="0" indent="0">
              <a:buNone/>
              <a:defRPr/>
            </a:pPr>
            <a:r>
              <a:rPr lang="en-US" sz="3000" dirty="0"/>
              <a:t> </a:t>
            </a:r>
          </a:p>
          <a:p>
            <a:pPr marL="0" indent="0">
              <a:buNone/>
              <a:defRPr/>
            </a:pPr>
            <a:r>
              <a:rPr lang="en-US" sz="3000" dirty="0"/>
              <a:t>Do I consume too many sugary drinks (including fruit juices) that contribute to a weight problem?</a:t>
            </a:r>
          </a:p>
        </p:txBody>
      </p:sp>
      <p:sp>
        <p:nvSpPr>
          <p:cNvPr id="307203" name="Footer Placeholder 3">
            <a:extLst>
              <a:ext uri="{FF2B5EF4-FFF2-40B4-BE49-F238E27FC236}">
                <a16:creationId xmlns:a16="http://schemas.microsoft.com/office/drawing/2014/main" xmlns="" id="{36602579-021E-45B6-8A56-8705FD6FABC1}"/>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07204" name="Slide Number Placeholder 4">
            <a:extLst>
              <a:ext uri="{FF2B5EF4-FFF2-40B4-BE49-F238E27FC236}">
                <a16:creationId xmlns:a16="http://schemas.microsoft.com/office/drawing/2014/main" xmlns="" id="{86A8F5D5-858F-40BA-984A-6D64F79A37CF}"/>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42</a:t>
            </a:r>
          </a:p>
        </p:txBody>
      </p:sp>
      <p:pic>
        <p:nvPicPr>
          <p:cNvPr id="307205" name="Picture 2" descr="G:\For Merle\Chapter 3 - liquids\89795401 - woman with glass.jpg">
            <a:extLst>
              <a:ext uri="{FF2B5EF4-FFF2-40B4-BE49-F238E27FC236}">
                <a16:creationId xmlns:a16="http://schemas.microsoft.com/office/drawing/2014/main" xmlns="" id="{78EA77D4-EEC4-4408-A8BE-9426CAD56C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1800" y="1524000"/>
            <a:ext cx="24638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CABE1A8-C2A2-4043-A8D2-5B14F422E10F}"/>
              </a:ext>
            </a:extLst>
          </p:cNvPr>
          <p:cNvSpPr>
            <a:spLocks noGrp="1"/>
          </p:cNvSpPr>
          <p:nvPr>
            <p:ph idx="1"/>
          </p:nvPr>
        </p:nvSpPr>
        <p:spPr>
          <a:xfrm>
            <a:off x="2057400" y="1722438"/>
            <a:ext cx="3810000" cy="4525962"/>
          </a:xfrm>
        </p:spPr>
        <p:txBody>
          <a:bodyPr rtlCol="0">
            <a:normAutofit/>
          </a:bodyPr>
          <a:lstStyle/>
          <a:p>
            <a:pPr marL="0" indent="0">
              <a:buNone/>
              <a:defRPr/>
            </a:pPr>
            <a:r>
              <a:rPr lang="en-US" sz="3000" dirty="0"/>
              <a:t>Do I make too many of these drinks readily available for my family, rather than keeping them for special times only?</a:t>
            </a:r>
          </a:p>
          <a:p>
            <a:pPr>
              <a:defRPr/>
            </a:pPr>
            <a:endParaRPr lang="en-US" sz="3000" dirty="0"/>
          </a:p>
        </p:txBody>
      </p:sp>
      <p:sp>
        <p:nvSpPr>
          <p:cNvPr id="309251" name="Footer Placeholder 3">
            <a:extLst>
              <a:ext uri="{FF2B5EF4-FFF2-40B4-BE49-F238E27FC236}">
                <a16:creationId xmlns:a16="http://schemas.microsoft.com/office/drawing/2014/main" xmlns="" id="{75F3CFDE-792E-42BA-8DF7-67DA53C11987}"/>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09252" name="Slide Number Placeholder 4">
            <a:extLst>
              <a:ext uri="{FF2B5EF4-FFF2-40B4-BE49-F238E27FC236}">
                <a16:creationId xmlns:a16="http://schemas.microsoft.com/office/drawing/2014/main" xmlns="" id="{1A76F0D9-11B1-46A7-9433-31FC16ADE2EA}"/>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43</a:t>
            </a:r>
          </a:p>
        </p:txBody>
      </p:sp>
      <p:pic>
        <p:nvPicPr>
          <p:cNvPr id="309253" name="Picture 2" descr="C:\Users\thomasn\Downloads\stk105344cor.jpg">
            <a:extLst>
              <a:ext uri="{FF2B5EF4-FFF2-40B4-BE49-F238E27FC236}">
                <a16:creationId xmlns:a16="http://schemas.microsoft.com/office/drawing/2014/main" xmlns="" id="{45FDEA0E-C8D6-4680-A813-8F41656766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5400" y="1066800"/>
            <a:ext cx="39116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Content Placeholder 2">
            <a:extLst>
              <a:ext uri="{FF2B5EF4-FFF2-40B4-BE49-F238E27FC236}">
                <a16:creationId xmlns:a16="http://schemas.microsoft.com/office/drawing/2014/main" xmlns="" id="{D0F26B7D-933D-47CC-81E6-785AC347047F}"/>
              </a:ext>
            </a:extLst>
          </p:cNvPr>
          <p:cNvSpPr>
            <a:spLocks noGrp="1" noChangeArrowheads="1"/>
          </p:cNvSpPr>
          <p:nvPr>
            <p:ph idx="1"/>
          </p:nvPr>
        </p:nvSpPr>
        <p:spPr>
          <a:xfrm>
            <a:off x="2133600" y="1828800"/>
            <a:ext cx="4343400" cy="3048000"/>
          </a:xfrm>
        </p:spPr>
        <p:txBody>
          <a:bodyPr>
            <a:normAutofit lnSpcReduction="10000"/>
          </a:bodyPr>
          <a:lstStyle/>
          <a:p>
            <a:pPr marL="0" indent="0">
              <a:buNone/>
            </a:pPr>
            <a:r>
              <a:rPr lang="en-US" altLang="fr-FR" sz="3000"/>
              <a:t>Because a third of the water my body gets comes from my food, do I need to reevaluate the amount of high-water foods I</a:t>
            </a:r>
            <a:r>
              <a:rPr lang="en-US" altLang="en-US" sz="3000"/>
              <a:t>’</a:t>
            </a:r>
            <a:r>
              <a:rPr lang="en-US" altLang="fr-FR" sz="3000"/>
              <a:t>m eating?</a:t>
            </a:r>
          </a:p>
          <a:p>
            <a:pPr marL="0" indent="0">
              <a:buNone/>
            </a:pPr>
            <a:r>
              <a:rPr lang="en-US" altLang="fr-FR" sz="3000"/>
              <a:t> </a:t>
            </a:r>
          </a:p>
          <a:p>
            <a:pPr marL="0" indent="0"/>
            <a:endParaRPr lang="en-US" altLang="fr-FR" sz="3000"/>
          </a:p>
        </p:txBody>
      </p:sp>
      <p:sp>
        <p:nvSpPr>
          <p:cNvPr id="311299" name="Footer Placeholder 3">
            <a:extLst>
              <a:ext uri="{FF2B5EF4-FFF2-40B4-BE49-F238E27FC236}">
                <a16:creationId xmlns:a16="http://schemas.microsoft.com/office/drawing/2014/main" xmlns="" id="{FE0D9EC0-82E6-48BB-AB57-4C52E2322ACD}"/>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11300" name="Slide Number Placeholder 4">
            <a:extLst>
              <a:ext uri="{FF2B5EF4-FFF2-40B4-BE49-F238E27FC236}">
                <a16:creationId xmlns:a16="http://schemas.microsoft.com/office/drawing/2014/main" xmlns="" id="{9299D66A-832B-4837-BBD6-30D116C1DF3A}"/>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44</a:t>
            </a:r>
          </a:p>
        </p:txBody>
      </p:sp>
      <p:pic>
        <p:nvPicPr>
          <p:cNvPr id="311301" name="Picture 2" descr="C:\Users\thomasn\Pictures\Thinkstock hmpix4\Thinkstock Nancy\Food or drink\78368276.jpg">
            <a:extLst>
              <a:ext uri="{FF2B5EF4-FFF2-40B4-BE49-F238E27FC236}">
                <a16:creationId xmlns:a16="http://schemas.microsoft.com/office/drawing/2014/main" xmlns="" id="{6125A25A-8913-4A07-A53D-AB32CC5BBB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398088" flipH="1">
            <a:off x="6580188" y="1531939"/>
            <a:ext cx="3979862" cy="369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C828D9F-DC76-4EA7-BDD8-6B7B6BD56678}"/>
              </a:ext>
            </a:extLst>
          </p:cNvPr>
          <p:cNvSpPr>
            <a:spLocks noGrp="1"/>
          </p:cNvSpPr>
          <p:nvPr>
            <p:ph idx="1"/>
          </p:nvPr>
        </p:nvSpPr>
        <p:spPr>
          <a:xfrm>
            <a:off x="1981200" y="1447800"/>
            <a:ext cx="4724400" cy="3657600"/>
          </a:xfrm>
        </p:spPr>
        <p:txBody>
          <a:bodyPr rtlCol="0">
            <a:normAutofit/>
          </a:bodyPr>
          <a:lstStyle/>
          <a:p>
            <a:pPr marL="0" indent="0">
              <a:buNone/>
              <a:defRPr/>
            </a:pPr>
            <a:r>
              <a:rPr lang="en-US" sz="3000" dirty="0"/>
              <a:t> </a:t>
            </a:r>
          </a:p>
          <a:p>
            <a:pPr marL="0" indent="0">
              <a:buNone/>
              <a:defRPr/>
            </a:pPr>
            <a:r>
              <a:rPr lang="en-US" sz="3000" dirty="0"/>
              <a:t>Which of the fruits and vegetables mentioned that are high in water content am I going to choose to use more regularly?</a:t>
            </a:r>
          </a:p>
          <a:p>
            <a:pPr>
              <a:defRPr/>
            </a:pPr>
            <a:endParaRPr lang="en-US" sz="3000" dirty="0"/>
          </a:p>
        </p:txBody>
      </p:sp>
      <p:sp>
        <p:nvSpPr>
          <p:cNvPr id="313347" name="Footer Placeholder 3">
            <a:extLst>
              <a:ext uri="{FF2B5EF4-FFF2-40B4-BE49-F238E27FC236}">
                <a16:creationId xmlns:a16="http://schemas.microsoft.com/office/drawing/2014/main" xmlns="" id="{323BB2FA-8FAF-47A4-959F-1998911FE46F}"/>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13348" name="Slide Number Placeholder 4">
            <a:extLst>
              <a:ext uri="{FF2B5EF4-FFF2-40B4-BE49-F238E27FC236}">
                <a16:creationId xmlns:a16="http://schemas.microsoft.com/office/drawing/2014/main" xmlns="" id="{C9ACE74B-732D-43DB-8619-CDF1418C2613}"/>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45</a:t>
            </a:r>
          </a:p>
        </p:txBody>
      </p:sp>
      <p:pic>
        <p:nvPicPr>
          <p:cNvPr id="313349" name="Picture 2" descr="C:\Users\thomasn\Pictures\Thinkstock hmpix4\Thinkstock Nancy\Food or drink\78368276.jpg">
            <a:extLst>
              <a:ext uri="{FF2B5EF4-FFF2-40B4-BE49-F238E27FC236}">
                <a16:creationId xmlns:a16="http://schemas.microsoft.com/office/drawing/2014/main" xmlns="" id="{5975C71C-D91A-43C8-A7C2-BF782E522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964498" flipH="1">
            <a:off x="6548439" y="1654175"/>
            <a:ext cx="3849687"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4FB6638-44BE-412C-9FE0-0FB907CF6BEA}"/>
              </a:ext>
            </a:extLst>
          </p:cNvPr>
          <p:cNvSpPr>
            <a:spLocks noGrp="1"/>
          </p:cNvSpPr>
          <p:nvPr>
            <p:ph idx="1"/>
          </p:nvPr>
        </p:nvSpPr>
        <p:spPr>
          <a:xfrm>
            <a:off x="2133600" y="2438400"/>
            <a:ext cx="3962400" cy="1905000"/>
          </a:xfrm>
        </p:spPr>
        <p:txBody>
          <a:bodyPr rtlCol="0">
            <a:normAutofit/>
          </a:bodyPr>
          <a:lstStyle/>
          <a:p>
            <a:pPr marL="0" indent="0">
              <a:buNone/>
              <a:defRPr/>
            </a:pPr>
            <a:r>
              <a:rPr lang="en-US" sz="3000" dirty="0"/>
              <a:t>How often do I use water as a cleansing or healing agent?</a:t>
            </a:r>
          </a:p>
          <a:p>
            <a:pPr marL="0" indent="0">
              <a:buNone/>
              <a:defRPr/>
            </a:pPr>
            <a:r>
              <a:rPr lang="en-US" sz="3000" dirty="0"/>
              <a:t> </a:t>
            </a:r>
          </a:p>
        </p:txBody>
      </p:sp>
      <p:sp>
        <p:nvSpPr>
          <p:cNvPr id="315395" name="Footer Placeholder 3">
            <a:extLst>
              <a:ext uri="{FF2B5EF4-FFF2-40B4-BE49-F238E27FC236}">
                <a16:creationId xmlns:a16="http://schemas.microsoft.com/office/drawing/2014/main" xmlns="" id="{53BD35C2-3400-4586-A9E5-368FD4ED44B0}"/>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15396" name="Slide Number Placeholder 4">
            <a:extLst>
              <a:ext uri="{FF2B5EF4-FFF2-40B4-BE49-F238E27FC236}">
                <a16:creationId xmlns:a16="http://schemas.microsoft.com/office/drawing/2014/main" xmlns="" id="{F51AF603-D0FC-4E61-93B8-2FF1AC71AA3F}"/>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46</a:t>
            </a:r>
          </a:p>
        </p:txBody>
      </p:sp>
      <p:pic>
        <p:nvPicPr>
          <p:cNvPr id="315397" name="Picture 2" descr="C:\Users\thomasn\Downloads\146888924.jpg">
            <a:extLst>
              <a:ext uri="{FF2B5EF4-FFF2-40B4-BE49-F238E27FC236}">
                <a16:creationId xmlns:a16="http://schemas.microsoft.com/office/drawing/2014/main" xmlns="" id="{8D5300FD-220A-4954-93DC-DA6A18CE6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1" y="914400"/>
            <a:ext cx="3598863" cy="497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29276E5-2601-4900-AFDB-9AAD8CC32C86}"/>
              </a:ext>
            </a:extLst>
          </p:cNvPr>
          <p:cNvSpPr>
            <a:spLocks noGrp="1"/>
          </p:cNvSpPr>
          <p:nvPr>
            <p:ph idx="1"/>
          </p:nvPr>
        </p:nvSpPr>
        <p:spPr>
          <a:xfrm>
            <a:off x="6400800" y="1524000"/>
            <a:ext cx="3962400" cy="3124200"/>
          </a:xfrm>
        </p:spPr>
        <p:txBody>
          <a:bodyPr rtlCol="0">
            <a:normAutofit/>
          </a:bodyPr>
          <a:lstStyle/>
          <a:p>
            <a:pPr marL="0" indent="0">
              <a:buNone/>
              <a:defRPr/>
            </a:pPr>
            <a:r>
              <a:rPr lang="en-US" sz="3000" dirty="0"/>
              <a:t> </a:t>
            </a:r>
          </a:p>
          <a:p>
            <a:pPr marL="0" indent="0">
              <a:buNone/>
              <a:defRPr/>
            </a:pPr>
            <a:r>
              <a:rPr lang="en-US" sz="3000" dirty="0"/>
              <a:t>How should I tactfully remind others to wash their hands more frequently in order to stop the spread of infections?</a:t>
            </a:r>
          </a:p>
        </p:txBody>
      </p:sp>
      <p:sp>
        <p:nvSpPr>
          <p:cNvPr id="317443" name="Footer Placeholder 3">
            <a:extLst>
              <a:ext uri="{FF2B5EF4-FFF2-40B4-BE49-F238E27FC236}">
                <a16:creationId xmlns:a16="http://schemas.microsoft.com/office/drawing/2014/main" xmlns="" id="{5FED7E41-D3D6-40B3-B4E7-0418EAB8D3C7}"/>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17444" name="Slide Number Placeholder 4">
            <a:extLst>
              <a:ext uri="{FF2B5EF4-FFF2-40B4-BE49-F238E27FC236}">
                <a16:creationId xmlns:a16="http://schemas.microsoft.com/office/drawing/2014/main" xmlns="" id="{8BB5FF92-19A5-4D10-9D53-7B40FA8FE236}"/>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47</a:t>
            </a:r>
          </a:p>
        </p:txBody>
      </p:sp>
      <p:pic>
        <p:nvPicPr>
          <p:cNvPr id="317445" name="Picture 2" descr="C:\Users\thomasn\Downloads\146888924.jpg">
            <a:extLst>
              <a:ext uri="{FF2B5EF4-FFF2-40B4-BE49-F238E27FC236}">
                <a16:creationId xmlns:a16="http://schemas.microsoft.com/office/drawing/2014/main" xmlns="" id="{B4A2CDBC-4EBB-4D39-B545-774867E54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914400"/>
            <a:ext cx="3598863" cy="497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CEA2579-8B35-4A82-82B5-236F1EA2AEB4}"/>
              </a:ext>
            </a:extLst>
          </p:cNvPr>
          <p:cNvSpPr>
            <a:spLocks noGrp="1"/>
          </p:cNvSpPr>
          <p:nvPr>
            <p:ph idx="1"/>
          </p:nvPr>
        </p:nvSpPr>
        <p:spPr>
          <a:xfrm>
            <a:off x="1981200" y="1219200"/>
            <a:ext cx="3962400" cy="4114800"/>
          </a:xfrm>
        </p:spPr>
        <p:txBody>
          <a:bodyPr rtlCol="0">
            <a:normAutofit/>
          </a:bodyPr>
          <a:lstStyle/>
          <a:p>
            <a:pPr marL="0" indent="0">
              <a:buNone/>
              <a:defRPr/>
            </a:pPr>
            <a:r>
              <a:rPr lang="en-US" sz="3000" dirty="0"/>
              <a:t>When is it appropriate to use hydrotherapy? </a:t>
            </a:r>
          </a:p>
          <a:p>
            <a:pPr marL="0" indent="0">
              <a:buNone/>
              <a:defRPr/>
            </a:pPr>
            <a:endParaRPr lang="en-US" sz="3000" dirty="0"/>
          </a:p>
          <a:p>
            <a:pPr marL="0" indent="0">
              <a:buNone/>
              <a:defRPr/>
            </a:pPr>
            <a:endParaRPr lang="en-US" sz="3000" dirty="0"/>
          </a:p>
          <a:p>
            <a:pPr marL="0" indent="0">
              <a:buNone/>
              <a:defRPr/>
            </a:pPr>
            <a:r>
              <a:rPr lang="en-US" sz="3000" dirty="0"/>
              <a:t>Do I have ice or ice packs in my refrigerator for use on bumps or bruises?</a:t>
            </a:r>
          </a:p>
          <a:p>
            <a:pPr>
              <a:defRPr/>
            </a:pPr>
            <a:endParaRPr lang="en-US" sz="3000" dirty="0"/>
          </a:p>
        </p:txBody>
      </p:sp>
      <p:sp>
        <p:nvSpPr>
          <p:cNvPr id="319491" name="Footer Placeholder 3">
            <a:extLst>
              <a:ext uri="{FF2B5EF4-FFF2-40B4-BE49-F238E27FC236}">
                <a16:creationId xmlns:a16="http://schemas.microsoft.com/office/drawing/2014/main" xmlns="" id="{ECCE91CC-DAF9-4FBB-86E3-AB63E1065F1F}"/>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19492" name="Slide Number Placeholder 4">
            <a:extLst>
              <a:ext uri="{FF2B5EF4-FFF2-40B4-BE49-F238E27FC236}">
                <a16:creationId xmlns:a16="http://schemas.microsoft.com/office/drawing/2014/main" xmlns="" id="{CAF58FF4-873B-416B-9464-F362C6A2DA57}"/>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48</a:t>
            </a:r>
          </a:p>
        </p:txBody>
      </p:sp>
      <p:pic>
        <p:nvPicPr>
          <p:cNvPr id="319493" name="Picture 3" descr="C:\Users\thomasn\Pictures\Thinkstock hmpix4\Thinkstock Nancy\medical personnel  procedures, hospitals\147737025.jpg">
            <a:extLst>
              <a:ext uri="{FF2B5EF4-FFF2-40B4-BE49-F238E27FC236}">
                <a16:creationId xmlns:a16="http://schemas.microsoft.com/office/drawing/2014/main" xmlns="" id="{78A238F8-4478-41B8-8E4C-02BE295937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5426" y="609601"/>
            <a:ext cx="3605213" cy="234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9494" name="Picture 4" descr="C:\Users\thomasn\Pictures\Thinkstock hmpix4\Thinkstock Nancy\medical personnel  procedures, hospitals\stk62642cor.jpg">
            <a:extLst>
              <a:ext uri="{FF2B5EF4-FFF2-40B4-BE49-F238E27FC236}">
                <a16:creationId xmlns:a16="http://schemas.microsoft.com/office/drawing/2014/main" xmlns="" id="{082FE4A8-EB53-4D65-9BCB-17929F77AD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771"/>
          <a:stretch>
            <a:fillRect/>
          </a:stretch>
        </p:blipFill>
        <p:spPr bwMode="auto">
          <a:xfrm>
            <a:off x="6575425" y="3200400"/>
            <a:ext cx="358140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Content Placeholder 2">
            <a:extLst>
              <a:ext uri="{FF2B5EF4-FFF2-40B4-BE49-F238E27FC236}">
                <a16:creationId xmlns:a16="http://schemas.microsoft.com/office/drawing/2014/main" xmlns="" id="{C82164AB-914D-40EE-8F6A-73D38FFB679B}"/>
              </a:ext>
            </a:extLst>
          </p:cNvPr>
          <p:cNvSpPr>
            <a:spLocks noGrp="1" noChangeArrowheads="1"/>
          </p:cNvSpPr>
          <p:nvPr>
            <p:ph idx="1"/>
          </p:nvPr>
        </p:nvSpPr>
        <p:spPr>
          <a:xfrm>
            <a:off x="1981200" y="1143001"/>
            <a:ext cx="4114800" cy="4525963"/>
          </a:xfrm>
        </p:spPr>
        <p:txBody>
          <a:bodyPr/>
          <a:lstStyle/>
          <a:p>
            <a:pPr marL="0" indent="0">
              <a:buNone/>
            </a:pPr>
            <a:r>
              <a:rPr lang="en-US" altLang="fr-FR" sz="3000"/>
              <a:t>How often do I think about and thank God for the wonderful gift of sufficient water? </a:t>
            </a:r>
          </a:p>
          <a:p>
            <a:pPr marL="0" indent="0">
              <a:buNone/>
            </a:pPr>
            <a:endParaRPr lang="en-US" altLang="fr-FR" sz="3000"/>
          </a:p>
          <a:p>
            <a:pPr marL="0" indent="0">
              <a:buNone/>
            </a:pPr>
            <a:r>
              <a:rPr lang="en-US" altLang="fr-FR" sz="3000"/>
              <a:t>Which of the suggested ways to conserve water will I begin implementing?</a:t>
            </a:r>
          </a:p>
        </p:txBody>
      </p:sp>
      <p:sp>
        <p:nvSpPr>
          <p:cNvPr id="321539" name="Footer Placeholder 3">
            <a:extLst>
              <a:ext uri="{FF2B5EF4-FFF2-40B4-BE49-F238E27FC236}">
                <a16:creationId xmlns:a16="http://schemas.microsoft.com/office/drawing/2014/main" xmlns="" id="{C2B4A883-836F-4B13-83FB-8CC817F659B3}"/>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21540" name="Slide Number Placeholder 4">
            <a:extLst>
              <a:ext uri="{FF2B5EF4-FFF2-40B4-BE49-F238E27FC236}">
                <a16:creationId xmlns:a16="http://schemas.microsoft.com/office/drawing/2014/main" xmlns="" id="{287305DE-6014-4068-928D-11D1B0311CE8}"/>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49</a:t>
            </a:r>
          </a:p>
        </p:txBody>
      </p:sp>
      <p:pic>
        <p:nvPicPr>
          <p:cNvPr id="321541" name="Picture 2" descr="C:\Users\thomasn\Pictures\Thinkstock hmpix4\Thinkstock Nancy\Prayer, Praise\93837082.jpg">
            <a:extLst>
              <a:ext uri="{FF2B5EF4-FFF2-40B4-BE49-F238E27FC236}">
                <a16:creationId xmlns:a16="http://schemas.microsoft.com/office/drawing/2014/main" xmlns="" id="{2E5B222E-93F4-406A-9CF1-0A2EBEACD6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914400"/>
            <a:ext cx="3352800" cy="504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9067CD0-9B43-4089-B1A1-BD91F8FD518D}"/>
              </a:ext>
            </a:extLst>
          </p:cNvPr>
          <p:cNvSpPr>
            <a:spLocks noGrp="1"/>
          </p:cNvSpPr>
          <p:nvPr>
            <p:ph idx="1"/>
          </p:nvPr>
        </p:nvSpPr>
        <p:spPr>
          <a:xfrm>
            <a:off x="1916114" y="2057401"/>
            <a:ext cx="4103687" cy="4525963"/>
          </a:xfrm>
        </p:spPr>
        <p:txBody>
          <a:bodyPr rtlCol="0">
            <a:normAutofit/>
          </a:bodyPr>
          <a:lstStyle/>
          <a:p>
            <a:pPr marL="0" indent="0">
              <a:buNone/>
              <a:defRPr/>
            </a:pPr>
            <a:r>
              <a:rPr lang="en-US" sz="3000" dirty="0"/>
              <a:t>Which  foods consume less water in production and reduce the amount of contamination of water supplies?</a:t>
            </a:r>
          </a:p>
          <a:p>
            <a:pPr>
              <a:defRPr/>
            </a:pPr>
            <a:endParaRPr lang="en-US" sz="3000" dirty="0"/>
          </a:p>
        </p:txBody>
      </p:sp>
      <p:sp>
        <p:nvSpPr>
          <p:cNvPr id="323587" name="Footer Placeholder 3">
            <a:extLst>
              <a:ext uri="{FF2B5EF4-FFF2-40B4-BE49-F238E27FC236}">
                <a16:creationId xmlns:a16="http://schemas.microsoft.com/office/drawing/2014/main" xmlns="" id="{EF8FA65C-5775-4AEF-9312-3687E1E3F50D}"/>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23588" name="Slide Number Placeholder 4">
            <a:extLst>
              <a:ext uri="{FF2B5EF4-FFF2-40B4-BE49-F238E27FC236}">
                <a16:creationId xmlns:a16="http://schemas.microsoft.com/office/drawing/2014/main" xmlns="" id="{CB5F6BB0-1222-409A-B8DE-D60936BD9F1B}"/>
              </a:ext>
            </a:extLst>
          </p:cNvPr>
          <p:cNvSpPr>
            <a:spLocks noGrp="1"/>
          </p:cNvSpPr>
          <p:nvPr>
            <p:ph type="sldNum" sz="quarter" idx="4294967295"/>
          </p:nvPr>
        </p:nvSpPr>
        <p:spPr bwMode="auto">
          <a:xfrm>
            <a:off x="80772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50</a:t>
            </a:r>
          </a:p>
        </p:txBody>
      </p:sp>
      <p:pic>
        <p:nvPicPr>
          <p:cNvPr id="323589" name="Picture 2" descr="C:\Users\thomasn\Pictures\Thinkstock hmpix4\Thinkstock Nancy\Animals\92072984.jpg">
            <a:extLst>
              <a:ext uri="{FF2B5EF4-FFF2-40B4-BE49-F238E27FC236}">
                <a16:creationId xmlns:a16="http://schemas.microsoft.com/office/drawing/2014/main" xmlns="" id="{9B32D24B-0A63-45F6-8E01-DB7084980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1688" y="457201"/>
            <a:ext cx="2906712" cy="29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3590" name="Picture 4" descr="C:\Users\thomasn\Pictures\Thinkstock hmpix4\Thinkstock Nancy\scenery, gardens, plants\87152398.jpg">
            <a:extLst>
              <a:ext uri="{FF2B5EF4-FFF2-40B4-BE49-F238E27FC236}">
                <a16:creationId xmlns:a16="http://schemas.microsoft.com/office/drawing/2014/main" xmlns="" id="{A1662619-9FEB-4CDF-9ADF-528668FFD9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1688" y="3740151"/>
            <a:ext cx="2906712"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Content Placeholder 2">
            <a:extLst>
              <a:ext uri="{FF2B5EF4-FFF2-40B4-BE49-F238E27FC236}">
                <a16:creationId xmlns:a16="http://schemas.microsoft.com/office/drawing/2014/main" xmlns="" id="{7CA2F89A-4713-431C-B291-2597DFAE3DFA}"/>
              </a:ext>
            </a:extLst>
          </p:cNvPr>
          <p:cNvSpPr>
            <a:spLocks noGrp="1" noChangeArrowheads="1"/>
          </p:cNvSpPr>
          <p:nvPr>
            <p:ph idx="1"/>
          </p:nvPr>
        </p:nvSpPr>
        <p:spPr>
          <a:xfrm>
            <a:off x="1981200" y="762000"/>
            <a:ext cx="3505200" cy="5410200"/>
          </a:xfrm>
        </p:spPr>
        <p:txBody>
          <a:bodyPr/>
          <a:lstStyle/>
          <a:p>
            <a:pPr marL="0" indent="0">
              <a:buNone/>
            </a:pPr>
            <a:r>
              <a:rPr lang="en-US" altLang="fr-FR"/>
              <a:t>Being thirsty reminds us of the greater thirst for the </a:t>
            </a:r>
            <a:r>
              <a:rPr lang="en-US" altLang="en-US"/>
              <a:t>“</a:t>
            </a:r>
            <a:r>
              <a:rPr lang="en-US" altLang="fr-FR"/>
              <a:t>water of life</a:t>
            </a:r>
            <a:r>
              <a:rPr lang="en-US" altLang="en-US"/>
              <a:t>”</a:t>
            </a:r>
            <a:r>
              <a:rPr lang="en-US" altLang="fr-FR"/>
              <a:t> that Jesus offers. How can I accept that gift so that I also can be a source of life to those with whom I interact on a daily basis?</a:t>
            </a:r>
          </a:p>
          <a:p>
            <a:pPr marL="0" indent="0"/>
            <a:endParaRPr lang="en-US" altLang="fr-FR"/>
          </a:p>
        </p:txBody>
      </p:sp>
      <p:sp>
        <p:nvSpPr>
          <p:cNvPr id="325635" name="Footer Placeholder 3">
            <a:extLst>
              <a:ext uri="{FF2B5EF4-FFF2-40B4-BE49-F238E27FC236}">
                <a16:creationId xmlns:a16="http://schemas.microsoft.com/office/drawing/2014/main" xmlns="" id="{E36BCC41-CF0B-4C32-8CEA-D5EAB711B8EB}"/>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25636" name="Slide Number Placeholder 4">
            <a:extLst>
              <a:ext uri="{FF2B5EF4-FFF2-40B4-BE49-F238E27FC236}">
                <a16:creationId xmlns:a16="http://schemas.microsoft.com/office/drawing/2014/main" xmlns="" id="{FF81BD05-8D6F-4C38-924C-D0A54D46D38E}"/>
              </a:ext>
            </a:extLst>
          </p:cNvPr>
          <p:cNvSpPr>
            <a:spLocks noGrp="1"/>
          </p:cNvSpPr>
          <p:nvPr>
            <p:ph type="sldNum" sz="quarter" idx="4294967295"/>
          </p:nvPr>
        </p:nvSpPr>
        <p:spPr bwMode="auto">
          <a:xfrm>
            <a:off x="8077200" y="6378576"/>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eaLnBrk="0" fontAlgn="base" hangingPunct="0">
              <a:spcBef>
                <a:spcPct val="0"/>
              </a:spcBef>
              <a:spcAft>
                <a:spcPct val="0"/>
              </a:spcAft>
              <a:buClrTx/>
              <a:buSzTx/>
              <a:buFontTx/>
              <a:buNone/>
            </a:pPr>
            <a:r>
              <a:rPr lang="en-US" altLang="fr-FR" sz="1200">
                <a:solidFill>
                  <a:srgbClr val="FFFFFF"/>
                </a:solidFill>
                <a:latin typeface="Calibri" panose="020F0502020204030204" pitchFamily="34" charset="0"/>
                <a:ea typeface="MS PGothic" panose="020B0600070205080204" pitchFamily="34" charset="-128"/>
                <a:cs typeface="Arial" panose="020B0604020202020204" pitchFamily="34" charset="0"/>
              </a:rPr>
              <a:t>Liquids  51</a:t>
            </a:r>
          </a:p>
        </p:txBody>
      </p:sp>
      <p:pic>
        <p:nvPicPr>
          <p:cNvPr id="325637" name="Picture 2" descr="C:\Users\thomasn\Pictures\Thinkstock hmpix4\Thinkstock Nancy\Prayer, Praise\124820008.jpg">
            <a:extLst>
              <a:ext uri="{FF2B5EF4-FFF2-40B4-BE49-F238E27FC236}">
                <a16:creationId xmlns:a16="http://schemas.microsoft.com/office/drawing/2014/main" xmlns="" id="{16B952F9-F932-4B5D-85B3-490AD43587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264" y="1143000"/>
            <a:ext cx="391953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Content Placeholder 2">
            <a:extLst>
              <a:ext uri="{FF2B5EF4-FFF2-40B4-BE49-F238E27FC236}">
                <a16:creationId xmlns:a16="http://schemas.microsoft.com/office/drawing/2014/main" xmlns="" id="{D4EC8B28-7FE2-4045-BAD9-BDF2D04D39A3}"/>
              </a:ext>
            </a:extLst>
          </p:cNvPr>
          <p:cNvSpPr>
            <a:spLocks noGrp="1" noChangeArrowheads="1"/>
          </p:cNvSpPr>
          <p:nvPr>
            <p:ph idx="1"/>
          </p:nvPr>
        </p:nvSpPr>
        <p:spPr>
          <a:xfrm>
            <a:off x="1981200" y="381001"/>
            <a:ext cx="8229600" cy="5668963"/>
          </a:xfrm>
        </p:spPr>
        <p:txBody>
          <a:bodyPr>
            <a:normAutofit fontScale="92500" lnSpcReduction="10000"/>
          </a:bodyPr>
          <a:lstStyle/>
          <a:p>
            <a:pPr marL="0" indent="0">
              <a:buNone/>
            </a:pPr>
            <a:r>
              <a:rPr lang="en-US" altLang="fr-FR"/>
              <a:t>This presentation is created and distributed by the</a:t>
            </a:r>
          </a:p>
          <a:p>
            <a:pPr marL="0" indent="0">
              <a:buNone/>
            </a:pPr>
            <a:r>
              <a:rPr lang="en-US" altLang="fr-FR"/>
              <a:t> </a:t>
            </a:r>
          </a:p>
          <a:p>
            <a:pPr marL="0" indent="0">
              <a:buNone/>
            </a:pPr>
            <a:r>
              <a:rPr lang="en-US" altLang="fr-FR"/>
              <a:t>Health Ministries Department</a:t>
            </a:r>
            <a:br>
              <a:rPr lang="en-US" altLang="fr-FR"/>
            </a:br>
            <a:r>
              <a:rPr lang="en-US" altLang="fr-FR"/>
              <a:t>General Conference of Seventh-day Adventists</a:t>
            </a:r>
            <a:br>
              <a:rPr lang="en-US" altLang="fr-FR"/>
            </a:br>
            <a:r>
              <a:rPr lang="en-US" altLang="fr-FR"/>
              <a:t>12501 Old Columbia Pike</a:t>
            </a:r>
            <a:br>
              <a:rPr lang="en-US" altLang="fr-FR"/>
            </a:br>
            <a:r>
              <a:rPr lang="en-US" altLang="fr-FR"/>
              <a:t>Silver Spring, MD 20904</a:t>
            </a:r>
          </a:p>
          <a:p>
            <a:pPr marL="0" indent="0">
              <a:buNone/>
            </a:pPr>
            <a:r>
              <a:rPr lang="en-US" altLang="fr-FR"/>
              <a:t> </a:t>
            </a:r>
          </a:p>
          <a:p>
            <a:pPr marL="0" indent="0">
              <a:buNone/>
            </a:pPr>
            <a:r>
              <a:rPr lang="en-US" altLang="fr-FR"/>
              <a:t>This presentation is shared for educational purposes only. The content, graphics, and pictures of each slide and the whole presentation must be kept intact if shared with other Health Ministries entities, including this page. Thank you for using and sharing only in a responsible manner.</a:t>
            </a:r>
          </a:p>
          <a:p>
            <a:pPr marL="0" indent="0">
              <a:buNone/>
            </a:pPr>
            <a:endParaRPr lang="en-US" altLang="fr-FR"/>
          </a:p>
          <a:p>
            <a:pPr marL="0" indent="0">
              <a:buNone/>
            </a:pPr>
            <a:r>
              <a:rPr lang="en-US" altLang="fr-FR">
                <a:solidFill>
                  <a:srgbClr val="FFFFFF"/>
                </a:solidFill>
              </a:rPr>
              <a:t>Superscripts denote references listed in the back of the book, </a:t>
            </a:r>
            <a:r>
              <a:rPr lang="en-US" altLang="en-US">
                <a:solidFill>
                  <a:srgbClr val="FFFFFF"/>
                </a:solidFill>
              </a:rPr>
              <a:t>“</a:t>
            </a:r>
            <a:r>
              <a:rPr lang="en-US" altLang="fr-FR">
                <a:solidFill>
                  <a:srgbClr val="FFFFFF"/>
                </a:solidFill>
              </a:rPr>
              <a:t>CELEBRATIONS.</a:t>
            </a:r>
            <a:r>
              <a:rPr lang="en-US" altLang="en-US">
                <a:solidFill>
                  <a:srgbClr val="FFFFFF"/>
                </a:solidFill>
              </a:rPr>
              <a:t>”</a:t>
            </a:r>
            <a:endParaRPr lang="en-US" altLang="fr-FR">
              <a:solidFill>
                <a:srgbClr val="FFFFFF"/>
              </a:solidFill>
            </a:endParaRPr>
          </a:p>
          <a:p>
            <a:pPr marL="0" indent="0">
              <a:buNone/>
            </a:pPr>
            <a:endParaRPr lang="en-US" altLang="fr-FR"/>
          </a:p>
          <a:p>
            <a:pPr marL="0" indent="0">
              <a:buNone/>
            </a:pPr>
            <a:endParaRPr lang="en-US" altLang="fr-FR"/>
          </a:p>
          <a:p>
            <a:pPr marL="0" indent="0">
              <a:buNone/>
            </a:pPr>
            <a:endParaRPr lang="en-US" altLang="fr-FR"/>
          </a:p>
        </p:txBody>
      </p:sp>
      <p:sp>
        <p:nvSpPr>
          <p:cNvPr id="327683" name="Footer Placeholder 3">
            <a:extLst>
              <a:ext uri="{FF2B5EF4-FFF2-40B4-BE49-F238E27FC236}">
                <a16:creationId xmlns:a16="http://schemas.microsoft.com/office/drawing/2014/main" xmlns="" id="{190E62F6-ED6D-406A-B460-4D04E20B0477}"/>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27684" name="TextBox 1">
            <a:extLst>
              <a:ext uri="{FF2B5EF4-FFF2-40B4-BE49-F238E27FC236}">
                <a16:creationId xmlns:a16="http://schemas.microsoft.com/office/drawing/2014/main" xmlns="" id="{5FB6F1F9-6310-45CC-A9B0-B2ACD972697F}"/>
              </a:ext>
            </a:extLst>
          </p:cNvPr>
          <p:cNvSpPr txBox="1">
            <a:spLocks noChangeArrowheads="1"/>
          </p:cNvSpPr>
          <p:nvPr/>
        </p:nvSpPr>
        <p:spPr bwMode="auto">
          <a:xfrm>
            <a:off x="9321801" y="6400801"/>
            <a:ext cx="847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1200">
                <a:solidFill>
                  <a:schemeClr val="tx1"/>
                </a:solidFill>
                <a:latin typeface="Calibri" panose="020F0502020204030204" pitchFamily="34" charset="0"/>
                <a:ea typeface="MS PGothic" panose="020B0600070205080204" pitchFamily="34" charset="-128"/>
                <a:cs typeface="Arial" panose="020B0604020202020204" pitchFamily="34" charset="0"/>
              </a:rPr>
              <a:t>Liquids  52</a:t>
            </a:r>
          </a:p>
        </p:txBody>
      </p:sp>
    </p:spTree>
  </p:cSld>
  <p:clrMapOvr>
    <a:masterClrMapping/>
  </p:clrMapOvr>
  <p:transition spd="slow">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Content Placeholder 2">
            <a:extLst>
              <a:ext uri="{FF2B5EF4-FFF2-40B4-BE49-F238E27FC236}">
                <a16:creationId xmlns:a16="http://schemas.microsoft.com/office/drawing/2014/main" xmlns="" id="{F5269633-5FD7-4BFC-8DBD-B4B121C43B4A}"/>
              </a:ext>
            </a:extLst>
          </p:cNvPr>
          <p:cNvSpPr>
            <a:spLocks noGrp="1" noChangeArrowheads="1"/>
          </p:cNvSpPr>
          <p:nvPr>
            <p:ph idx="1"/>
          </p:nvPr>
        </p:nvSpPr>
        <p:spPr>
          <a:xfrm>
            <a:off x="1905000" y="579438"/>
            <a:ext cx="8229600" cy="5668962"/>
          </a:xfrm>
        </p:spPr>
        <p:txBody>
          <a:bodyPr/>
          <a:lstStyle/>
          <a:p>
            <a:pPr marL="0" indent="0">
              <a:buNone/>
            </a:pPr>
            <a:r>
              <a:rPr lang="en-US" altLang="fr-FR"/>
              <a:t>Imagery supplied by Stockbyte; BananaStock; Goodshoot; BrandX Pictures; Polka Dot; Photo and Co; iStockphoto; Ekaterina Krasnikova; Rob Friedman; Walter Zerla; Roman Shyshak; Aleksandr Stennikov; Grigoriy Lukyanov; Elena Elisseeva; Jan Tyler; Ingram Publishing; Vstock LLC; fotofermer; Francesco Ridolfi; akdemirhk; Francesco Ridolfi; Thomas Brostrom; Teresa Levite; Kati Molin; Christopher Robbins; George Doyle (Thinkstock).</a:t>
            </a:r>
          </a:p>
        </p:txBody>
      </p:sp>
      <p:sp>
        <p:nvSpPr>
          <p:cNvPr id="329731" name="Footer Placeholder 3">
            <a:extLst>
              <a:ext uri="{FF2B5EF4-FFF2-40B4-BE49-F238E27FC236}">
                <a16:creationId xmlns:a16="http://schemas.microsoft.com/office/drawing/2014/main" xmlns="" id="{F808B22F-F86C-461D-9308-DE00D535F136}"/>
              </a:ext>
            </a:extLst>
          </p:cNvPr>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329732" name="TextBox 1">
            <a:extLst>
              <a:ext uri="{FF2B5EF4-FFF2-40B4-BE49-F238E27FC236}">
                <a16:creationId xmlns:a16="http://schemas.microsoft.com/office/drawing/2014/main" xmlns="" id="{2DF82B22-47A6-4161-969D-B6FE72BECCDA}"/>
              </a:ext>
            </a:extLst>
          </p:cNvPr>
          <p:cNvSpPr txBox="1">
            <a:spLocks noChangeArrowheads="1"/>
          </p:cNvSpPr>
          <p:nvPr/>
        </p:nvSpPr>
        <p:spPr bwMode="auto">
          <a:xfrm>
            <a:off x="9321801" y="6429376"/>
            <a:ext cx="847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1200">
                <a:solidFill>
                  <a:schemeClr val="tx1"/>
                </a:solidFill>
                <a:latin typeface="Calibri" panose="020F0502020204030204" pitchFamily="34" charset="0"/>
                <a:ea typeface="MS PGothic" panose="020B0600070205080204" pitchFamily="34" charset="-128"/>
                <a:cs typeface="Arial" panose="020B0604020202020204" pitchFamily="34" charset="0"/>
              </a:rPr>
              <a:t>Liquids  53</a:t>
            </a:r>
          </a:p>
        </p:txBody>
      </p:sp>
    </p:spTree>
  </p:cSld>
  <p:clrMapOvr>
    <a:masterClrMapping/>
  </p:clrMapOvr>
  <p:transition spd="slow">
    <p:random/>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TotalTime>
  <Words>3433</Words>
  <Application>Microsoft Macintosh PowerPoint</Application>
  <PresentationFormat>Widescreen</PresentationFormat>
  <Paragraphs>369</Paragraphs>
  <Slides>50</Slides>
  <Notes>49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Americana BT</vt:lpstr>
      <vt:lpstr>Calibri</vt:lpstr>
      <vt:lpstr>Calibri Light</vt:lpstr>
      <vt:lpstr>Humanst521 BT</vt:lpstr>
      <vt:lpstr>MS PGothic</vt:lpstr>
      <vt:lpstr>Arial</vt:lpstr>
      <vt:lpstr>Thème Office</vt:lpstr>
      <vt:lpstr>LIQUIDS</vt:lpstr>
      <vt:lpstr>Celebrating liquids</vt:lpstr>
      <vt:lpstr>Next to air, water is the most  vital element for survival</vt:lpstr>
      <vt:lpstr>Man is about 70% water</vt:lpstr>
      <vt:lpstr>Brain about 85% water</vt:lpstr>
      <vt:lpstr>Almost every cell and tissue of the body requires water to perform its functions.   </vt:lpstr>
      <vt:lpstr>Water, the liquid of life</vt:lpstr>
      <vt:lpstr>PowerPoint Presentation</vt:lpstr>
      <vt:lpstr>Liquid comes …</vt:lpstr>
      <vt:lpstr>Maintaining balance</vt:lpstr>
      <vt:lpstr>What if water intake is inadequate?</vt:lpstr>
      <vt:lpstr>Insufficient water intake</vt:lpstr>
      <vt:lpstr>Journal of the  American Medical Association (1995) </vt:lpstr>
      <vt:lpstr>A practical guide to water intake</vt:lpstr>
      <vt:lpstr>Begin drinking water in the morning</vt:lpstr>
      <vt:lpstr>Water as a cleansing agent</vt:lpstr>
      <vt:lpstr>Hydrotherapy</vt:lpstr>
      <vt:lpstr>PowerPoint Presentation</vt:lpstr>
      <vt:lpstr>PowerPoint Presentation</vt:lpstr>
      <vt:lpstr>Modes of Hydrotherapy</vt:lpstr>
      <vt:lpstr>Ice bag</vt:lpstr>
      <vt:lpstr>PowerPoint Presentation</vt:lpstr>
      <vt:lpstr>PowerPoint Presentation</vt:lpstr>
      <vt:lpstr>Appropriate  concern for  earth’s inhabitants </vt:lpstr>
      <vt:lpstr>Avoid polluting water</vt:lpstr>
      <vt:lpstr>Eating a vegetarian diet</vt:lpstr>
      <vt:lpstr>Water of Life</vt:lpstr>
      <vt:lpstr>What does  “Water of Life” mean?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LIQUIDS</dc:title>
  <dc:creator>Vieira Muzola</dc:creator>
  <cp:lastModifiedBy>Microsoft Office User</cp:lastModifiedBy>
  <cp:revision>5</cp:revision>
  <dcterms:created xsi:type="dcterms:W3CDTF">2020-04-03T11:36:29Z</dcterms:created>
  <dcterms:modified xsi:type="dcterms:W3CDTF">2025-10-06T13:39:40Z</dcterms:modified>
</cp:coreProperties>
</file>