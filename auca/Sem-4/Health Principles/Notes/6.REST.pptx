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507" r:id="rId2"/>
    <p:sldId id="508" r:id="rId3"/>
    <p:sldId id="509" r:id="rId4"/>
    <p:sldId id="510" r:id="rId5"/>
    <p:sldId id="511" r:id="rId6"/>
    <p:sldId id="512" r:id="rId7"/>
    <p:sldId id="513" r:id="rId8"/>
    <p:sldId id="514" r:id="rId9"/>
    <p:sldId id="515" r:id="rId10"/>
    <p:sldId id="516" r:id="rId11"/>
    <p:sldId id="517" r:id="rId12"/>
    <p:sldId id="518" r:id="rId13"/>
    <p:sldId id="519" r:id="rId14"/>
    <p:sldId id="520" r:id="rId15"/>
    <p:sldId id="521" r:id="rId16"/>
    <p:sldId id="522" r:id="rId17"/>
    <p:sldId id="523" r:id="rId18"/>
    <p:sldId id="524" r:id="rId19"/>
    <p:sldId id="525" r:id="rId20"/>
    <p:sldId id="526" r:id="rId21"/>
    <p:sldId id="527" r:id="rId22"/>
    <p:sldId id="528" r:id="rId23"/>
    <p:sldId id="529" r:id="rId24"/>
    <p:sldId id="530" r:id="rId25"/>
    <p:sldId id="531" r:id="rId26"/>
    <p:sldId id="532" r:id="rId27"/>
    <p:sldId id="533" r:id="rId28"/>
    <p:sldId id="534" r:id="rId29"/>
    <p:sldId id="535" r:id="rId30"/>
    <p:sldId id="536" r:id="rId31"/>
    <p:sldId id="537" r:id="rId32"/>
    <p:sldId id="538" r:id="rId33"/>
    <p:sldId id="539" r:id="rId34"/>
    <p:sldId id="540" r:id="rId35"/>
    <p:sldId id="541" r:id="rId36"/>
    <p:sldId id="542" r:id="rId37"/>
    <p:sldId id="543" r:id="rId38"/>
    <p:sldId id="544" r:id="rId39"/>
    <p:sldId id="545" r:id="rId40"/>
    <p:sldId id="546" r:id="rId41"/>
    <p:sldId id="547" r:id="rId42"/>
    <p:sldId id="548" r:id="rId43"/>
    <p:sldId id="549" r:id="rId44"/>
    <p:sldId id="550" r:id="rId45"/>
    <p:sldId id="551" r:id="rId46"/>
    <p:sldId id="552" r:id="rId47"/>
    <p:sldId id="553" r:id="rId48"/>
    <p:sldId id="554" r:id="rId49"/>
    <p:sldId id="555" r:id="rId5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314" autoAdjust="0"/>
    <p:restoredTop sz="50000"/>
  </p:normalViewPr>
  <p:slideViewPr>
    <p:cSldViewPr snapToGrid="0">
      <p:cViewPr varScale="1">
        <p:scale>
          <a:sx n="51" d="100"/>
          <a:sy n="51" d="100"/>
        </p:scale>
        <p:origin x="15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67F66-FF3E-4259-95D6-97C3E35BF06B}" type="datetimeFigureOut">
              <a:rPr lang="fr-BE" smtClean="0"/>
              <a:t>15/05/22</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B9C54-C39C-4F8E-B821-5E1E69E0FAC0}" type="slidenum">
              <a:rPr lang="fr-BE" smtClean="0"/>
              <a:t>‹#›</a:t>
            </a:fld>
            <a:endParaRPr lang="fr-BE"/>
          </a:p>
        </p:txBody>
      </p:sp>
    </p:spTree>
    <p:extLst>
      <p:ext uri="{BB962C8B-B14F-4D97-AF65-F5344CB8AC3E}">
        <p14:creationId xmlns:p14="http://schemas.microsoft.com/office/powerpoint/2010/main" val="146329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Slide Image Placeholder 1">
            <a:extLst>
              <a:ext uri="{FF2B5EF4-FFF2-40B4-BE49-F238E27FC236}">
                <a16:creationId xmlns:a16="http://schemas.microsoft.com/office/drawing/2014/main" xmlns="" id="{852DA747-CD76-420D-B219-E1680C7A97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3267" name="Notes Placeholder 2">
            <a:extLst>
              <a:ext uri="{FF2B5EF4-FFF2-40B4-BE49-F238E27FC236}">
                <a16:creationId xmlns:a16="http://schemas.microsoft.com/office/drawing/2014/main" xmlns="" id="{448558BB-E075-487F-A67B-B85C94E446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In 1996, 7-year-old Jessica DuBroff was attempting to be the youngest student pilot to fly across the United States. Accompanying her were her father and her flying instructor. The first couple of days went uneventfully, but as often happens, the media were closely following this attempt and hounded the instructor pilot for midnight and early morning interviews. </a:t>
            </a:r>
          </a:p>
          <a:p>
            <a:pPr>
              <a:spcBef>
                <a:spcPct val="0"/>
              </a:spcBef>
            </a:pPr>
            <a:r>
              <a:rPr lang="en-US" altLang="fr-FR"/>
              <a:t>While talking with his wife on the phone from Wyoming, the instructor told her how frustrated he was with all the media interruptions, how fatigued he had become as a result of the lost sleep, and how much he was looking forward to being finished with the </a:t>
            </a:r>
            <a:r>
              <a:rPr lang="en-US" altLang="en-US"/>
              <a:t>“</a:t>
            </a:r>
            <a:r>
              <a:rPr lang="en-US" altLang="fr-FR"/>
              <a:t>media zoo.</a:t>
            </a:r>
            <a:r>
              <a:rPr lang="en-US" altLang="en-US"/>
              <a:t>”</a:t>
            </a:r>
            <a:endParaRPr lang="en-US" altLang="fr-FR"/>
          </a:p>
          <a:p>
            <a:pPr>
              <a:spcBef>
                <a:spcPct val="0"/>
              </a:spcBef>
            </a:pPr>
            <a:r>
              <a:rPr lang="en-US" altLang="fr-FR"/>
              <a:t>The next morning, while preparing for the flight, this instructor with an impeccable record for safety uncharacteristically failed to get a weather briefing before departure. As a result, he flew directly into a storm and the plane crashed shortly after takeoff. No one survived. </a:t>
            </a:r>
          </a:p>
          <a:p>
            <a:pPr>
              <a:spcBef>
                <a:spcPct val="0"/>
              </a:spcBef>
            </a:pPr>
            <a:r>
              <a:rPr lang="en-US" altLang="fr-FR"/>
              <a:t>Interviews with ground staff later revealed that this very experienced pilot had started the engine without removing the wheel chocks—something every pilot does before cranking the engine. This forgetfulness evidenced his extreme state of fatigue.*</a:t>
            </a:r>
          </a:p>
          <a:p>
            <a:pPr>
              <a:spcBef>
                <a:spcPct val="0"/>
              </a:spcBef>
            </a:pPr>
            <a:endParaRPr lang="en-US" altLang="fr-FR"/>
          </a:p>
        </p:txBody>
      </p:sp>
      <p:sp>
        <p:nvSpPr>
          <p:cNvPr id="523268" name="Slide Number Placeholder 3">
            <a:extLst>
              <a:ext uri="{FF2B5EF4-FFF2-40B4-BE49-F238E27FC236}">
                <a16:creationId xmlns:a16="http://schemas.microsoft.com/office/drawing/2014/main" xmlns="" id="{766E1A16-F47D-420F-BC52-26C4D380EB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CBDBFD-24DA-4A6C-BBD3-2AF8F5851392}" type="slidenum">
              <a:rPr lang="en-US" altLang="fr-FR">
                <a:latin typeface="Calibri" panose="020F0502020204030204" pitchFamily="34" charset="0"/>
                <a:ea typeface="MS PGothic" panose="020B0600070205080204" pitchFamily="34" charset="-128"/>
              </a:rPr>
              <a:pPr/>
              <a:t>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40651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Slide Image Placeholder 1">
            <a:extLst>
              <a:ext uri="{FF2B5EF4-FFF2-40B4-BE49-F238E27FC236}">
                <a16:creationId xmlns:a16="http://schemas.microsoft.com/office/drawing/2014/main" xmlns="" id="{E5C8AFE1-C3E9-44A0-BB8D-09FE73EAF6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5315" name="Notes Placeholder 2">
            <a:extLst>
              <a:ext uri="{FF2B5EF4-FFF2-40B4-BE49-F238E27FC236}">
                <a16:creationId xmlns:a16="http://schemas.microsoft.com/office/drawing/2014/main" xmlns="" id="{E39D6356-E6B9-47F1-8D02-7CA7990F71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Sleep science tells us that as in the case of this experienced instructor, tired minds are much more likely to make serious mistakes. In most societies of the world today, a significant percentage of the population is sleep deprived. In the United States fatigue is one of the 10 most common reasons people visit a physician.</a:t>
            </a:r>
          </a:p>
          <a:p>
            <a:pPr>
              <a:spcBef>
                <a:spcPct val="0"/>
              </a:spcBef>
            </a:pPr>
            <a:endParaRPr lang="en-US" altLang="fr-FR"/>
          </a:p>
        </p:txBody>
      </p:sp>
      <p:sp>
        <p:nvSpPr>
          <p:cNvPr id="525316" name="Slide Number Placeholder 3">
            <a:extLst>
              <a:ext uri="{FF2B5EF4-FFF2-40B4-BE49-F238E27FC236}">
                <a16:creationId xmlns:a16="http://schemas.microsoft.com/office/drawing/2014/main" xmlns="" id="{E819B17E-EC26-4B22-B9FC-33FFF0641B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7412D0B-D429-4E1E-BEFA-B385B03BBEF7}"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75960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Slide Image Placeholder 1">
            <a:extLst>
              <a:ext uri="{FF2B5EF4-FFF2-40B4-BE49-F238E27FC236}">
                <a16:creationId xmlns:a16="http://schemas.microsoft.com/office/drawing/2014/main" xmlns="" id="{7B8E936F-CD80-4699-924A-6407FFD023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7363" name="Notes Placeholder 2">
            <a:extLst>
              <a:ext uri="{FF2B5EF4-FFF2-40B4-BE49-F238E27FC236}">
                <a16:creationId xmlns:a16="http://schemas.microsoft.com/office/drawing/2014/main" xmlns="" id="{4C720E43-E1A4-418B-B1DE-3735372D17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need to rest and relax appears to be the greatest when there seems to be no time for it. Without rest and relaxation all humans suffer cognitive impairments. Tired people become inefficient, slower, less safe, and make more mistakes. To remain </a:t>
            </a:r>
            <a:r>
              <a:rPr lang="en-US" altLang="en-US"/>
              <a:t>“</a:t>
            </a:r>
            <a:r>
              <a:rPr lang="en-US" altLang="fr-FR"/>
              <a:t>at the top of our game</a:t>
            </a:r>
            <a:r>
              <a:rPr lang="en-US" altLang="en-US"/>
              <a:t>”</a:t>
            </a:r>
            <a:r>
              <a:rPr lang="en-US" altLang="fr-FR"/>
              <a:t> we need adequate sleep every night. There have been many attempts to increase productivity by extending the workweek and daily working hours. They have all failed because we each have a physiological need for rest each day, as well as a day off each week and a restful annual vacation. For peak cognitive performance and abundant energy, we must celebrate the refreshing gift of sleep.</a:t>
            </a:r>
          </a:p>
          <a:p>
            <a:pPr>
              <a:spcBef>
                <a:spcPct val="0"/>
              </a:spcBef>
            </a:pPr>
            <a:endParaRPr lang="en-US" altLang="fr-FR"/>
          </a:p>
        </p:txBody>
      </p:sp>
      <p:sp>
        <p:nvSpPr>
          <p:cNvPr id="527364" name="Slide Number Placeholder 3">
            <a:extLst>
              <a:ext uri="{FF2B5EF4-FFF2-40B4-BE49-F238E27FC236}">
                <a16:creationId xmlns:a16="http://schemas.microsoft.com/office/drawing/2014/main" xmlns="" id="{B392A350-2CCC-4295-AF9D-311B4EE98D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3DE7BF6-2EDB-431C-9862-C23D75FFA48C}"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17097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Slide Image Placeholder 1">
            <a:extLst>
              <a:ext uri="{FF2B5EF4-FFF2-40B4-BE49-F238E27FC236}">
                <a16:creationId xmlns:a16="http://schemas.microsoft.com/office/drawing/2014/main" xmlns="" id="{ADA5B023-5ECA-46B5-920F-A2B835F7C5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9411" name="Notes Placeholder 2">
            <a:extLst>
              <a:ext uri="{FF2B5EF4-FFF2-40B4-BE49-F238E27FC236}">
                <a16:creationId xmlns:a16="http://schemas.microsoft.com/office/drawing/2014/main" xmlns="" id="{6681B41C-615D-4CB4-8734-72E2895E82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When our brains are tired enough we will go to sleep involuntarily. These short periods of rest are called micro-sleeps and generally last from a fraction of a second to no more than a second or two. If we are idly sitting in a chair, this usually causes no problem. Should we be operating a complex piece of machinery or carefully seeking to solve a multifaceted problem, however, these momentary lapses could result in catastrophic outcomes.</a:t>
            </a:r>
          </a:p>
          <a:p>
            <a:pPr>
              <a:spcBef>
                <a:spcPct val="0"/>
              </a:spcBef>
            </a:pPr>
            <a:endParaRPr lang="en-US" altLang="fr-FR"/>
          </a:p>
        </p:txBody>
      </p:sp>
      <p:sp>
        <p:nvSpPr>
          <p:cNvPr id="529412" name="Slide Number Placeholder 3">
            <a:extLst>
              <a:ext uri="{FF2B5EF4-FFF2-40B4-BE49-F238E27FC236}">
                <a16:creationId xmlns:a16="http://schemas.microsoft.com/office/drawing/2014/main" xmlns="" id="{C4D23D2B-4B0A-46E1-B9AD-2B83DFDCF3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2D9F139-83D3-43DA-9FFD-8B2D11DF80BF}"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892066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Slide Image Placeholder 1">
            <a:extLst>
              <a:ext uri="{FF2B5EF4-FFF2-40B4-BE49-F238E27FC236}">
                <a16:creationId xmlns:a16="http://schemas.microsoft.com/office/drawing/2014/main" xmlns="" id="{55E6B881-31C2-46CD-8229-82E067F9F4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1459" name="Notes Placeholder 2">
            <a:extLst>
              <a:ext uri="{FF2B5EF4-FFF2-40B4-BE49-F238E27FC236}">
                <a16:creationId xmlns:a16="http://schemas.microsoft.com/office/drawing/2014/main" xmlns="" id="{C2CA68CD-9E65-475C-B47C-A9741B09AE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Many factors of our increasingly chaotic, 24/7 world of tempting and demanding activities contribute to the growing problem of sleep deprivation. The rising number of choices available to us, such as playing computer games or watching television in the evenings, often can delay the onset of sleep. Life has simply become more complex.</a:t>
            </a:r>
          </a:p>
          <a:p>
            <a:pPr>
              <a:spcBef>
                <a:spcPct val="0"/>
              </a:spcBef>
            </a:pPr>
            <a:r>
              <a:rPr lang="en-US" altLang="fr-FR"/>
              <a:t>A growing body of evidence shows that sleep deprivation impairs our cognitive performance, which in turn influences the quality of our decisions, our emotional control, and our efficiency, productivity, and safety. We all need sufficient rest to restore the wear and tear of life.</a:t>
            </a:r>
          </a:p>
          <a:p>
            <a:pPr>
              <a:spcBef>
                <a:spcPct val="0"/>
              </a:spcBef>
            </a:pPr>
            <a:r>
              <a:rPr lang="en-US" altLang="fr-FR"/>
              <a:t>Fascinating research has established that when we are tired the </a:t>
            </a:r>
            <a:r>
              <a:rPr lang="en-US" altLang="en-US"/>
              <a:t>“</a:t>
            </a:r>
            <a:r>
              <a:rPr lang="en-US" altLang="fr-FR"/>
              <a:t>executive functions</a:t>
            </a:r>
            <a:r>
              <a:rPr lang="en-US" altLang="en-US"/>
              <a:t>”</a:t>
            </a:r>
            <a:r>
              <a:rPr lang="en-US" altLang="fr-FR"/>
              <a:t> of our minds suffer. We become less effective at recognizing the choices that are available to us and less capable of deciding which of the choices is best. Even if we can clearly see the choices, we may not be able to act on what we know we should do. Our creativity is reduced, along with our efficiency.</a:t>
            </a:r>
          </a:p>
          <a:p>
            <a:pPr>
              <a:spcBef>
                <a:spcPct val="0"/>
              </a:spcBef>
            </a:pPr>
            <a:endParaRPr lang="en-US" altLang="fr-FR"/>
          </a:p>
          <a:p>
            <a:pPr>
              <a:spcBef>
                <a:spcPct val="0"/>
              </a:spcBef>
            </a:pPr>
            <a:endParaRPr lang="en-US" altLang="fr-FR"/>
          </a:p>
        </p:txBody>
      </p:sp>
      <p:sp>
        <p:nvSpPr>
          <p:cNvPr id="531460" name="Slide Number Placeholder 3">
            <a:extLst>
              <a:ext uri="{FF2B5EF4-FFF2-40B4-BE49-F238E27FC236}">
                <a16:creationId xmlns:a16="http://schemas.microsoft.com/office/drawing/2014/main" xmlns="" id="{4D6827A9-3439-49D0-915F-B46FB3097E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1AC891F-2CD3-4CB3-A499-71CAF7E7430E}"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76710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Slide Image Placeholder 1">
            <a:extLst>
              <a:ext uri="{FF2B5EF4-FFF2-40B4-BE49-F238E27FC236}">
                <a16:creationId xmlns:a16="http://schemas.microsoft.com/office/drawing/2014/main" xmlns="" id="{02B23CC1-1978-4AB2-83F5-9752F76D9F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3507" name="Notes Placeholder 2">
            <a:extLst>
              <a:ext uri="{FF2B5EF4-FFF2-40B4-BE49-F238E27FC236}">
                <a16:creationId xmlns:a16="http://schemas.microsoft.com/office/drawing/2014/main" xmlns="" id="{F309201B-5591-4435-AC8C-B56E9BFA4E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fr-FR"/>
          </a:p>
          <a:p>
            <a:pPr>
              <a:spcBef>
                <a:spcPct val="0"/>
              </a:spcBef>
            </a:pPr>
            <a:r>
              <a:rPr lang="en-US" altLang="fr-FR"/>
              <a:t>The frontal lobes of our brains are where we combine the current information from our senses with previously learned information and life experiences to make our decisions. It</a:t>
            </a:r>
            <a:r>
              <a:rPr lang="en-US" altLang="en-US"/>
              <a:t>’</a:t>
            </a:r>
            <a:r>
              <a:rPr lang="en-US" altLang="fr-FR"/>
              <a:t>s this portion of the brain that is most affected by insufficient sleep and rest. Fatigue lowers our cognitive efficiency, lessens the awareness of our surroundings, reduces the ability to process new information, decreases our long-term memory, and impairs the learning of new information. Because success in almost all of life</a:t>
            </a:r>
            <a:r>
              <a:rPr lang="en-US" altLang="en-US"/>
              <a:t>’</a:t>
            </a:r>
            <a:r>
              <a:rPr lang="en-US" altLang="fr-FR"/>
              <a:t>s endeavors is determined by the quality of the decisions we make, it is vitally important to rest as needed.</a:t>
            </a:r>
          </a:p>
          <a:p>
            <a:pPr>
              <a:spcBef>
                <a:spcPct val="0"/>
              </a:spcBef>
            </a:pPr>
            <a:r>
              <a:rPr lang="en-US" altLang="fr-FR"/>
              <a:t>Sadly, today there is a ubiquitous intrusion of personal, social, and cultural activities into the time that traditionally has been reserved for sleep. Consequently, attention spans are diminished, judgment is impaired, and our ability to carry out complex mental operations is reduced.</a:t>
            </a:r>
          </a:p>
          <a:p>
            <a:pPr>
              <a:spcBef>
                <a:spcPct val="0"/>
              </a:spcBef>
            </a:pPr>
            <a:endParaRPr lang="en-US" altLang="fr-FR"/>
          </a:p>
        </p:txBody>
      </p:sp>
      <p:sp>
        <p:nvSpPr>
          <p:cNvPr id="533508" name="Slide Number Placeholder 3">
            <a:extLst>
              <a:ext uri="{FF2B5EF4-FFF2-40B4-BE49-F238E27FC236}">
                <a16:creationId xmlns:a16="http://schemas.microsoft.com/office/drawing/2014/main" xmlns="" id="{77095615-6427-4468-BCC1-0C0D3A0FC0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3018C72-F0DF-44D7-A7CC-0CF8F5CA5EC2}"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27612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Slide Image Placeholder 1">
            <a:extLst>
              <a:ext uri="{FF2B5EF4-FFF2-40B4-BE49-F238E27FC236}">
                <a16:creationId xmlns:a16="http://schemas.microsoft.com/office/drawing/2014/main" xmlns="" id="{92A221FD-CCE7-4CAD-9080-019B01E634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5555" name="Notes Placeholder 2">
            <a:extLst>
              <a:ext uri="{FF2B5EF4-FFF2-40B4-BE49-F238E27FC236}">
                <a16:creationId xmlns:a16="http://schemas.microsoft.com/office/drawing/2014/main" xmlns="" id="{E97F8400-6C5A-42F5-8F65-F3D7F3C5D8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When we miss out on sleep, we accumulate what is known as </a:t>
            </a:r>
            <a:r>
              <a:rPr lang="en-US" altLang="en-US"/>
              <a:t>“</a:t>
            </a:r>
            <a:r>
              <a:rPr lang="en-US" altLang="fr-FR"/>
              <a:t>sleep debt.</a:t>
            </a:r>
            <a:r>
              <a:rPr lang="en-US" altLang="en-US"/>
              <a:t>”</a:t>
            </a:r>
            <a:r>
              <a:rPr lang="en-US" altLang="fr-FR"/>
              <a:t> As this accumulates, we become less productive. Research was conducted with four groups of people who all had the same demonstrated skill level in performing identical tasks throughout 21 days of activity. Their productivity was significantly reduced as nightly sleep was shortened. After the full 21 days of measurements, the productivity of those who got 7 hours of sleep per night dipped about 8 percent. The group that got 6 hours of sleep, however, saw their productivity drop by 55 percent, while those getting 5 and 4 hours of sleep were able to produce only 35 percent and 20 percent respectively of what the 7-hour sleepers produced.</a:t>
            </a:r>
          </a:p>
          <a:p>
            <a:pPr>
              <a:spcBef>
                <a:spcPct val="0"/>
              </a:spcBef>
            </a:pPr>
            <a:endParaRPr lang="en-US" altLang="fr-FR"/>
          </a:p>
          <a:p>
            <a:pPr>
              <a:spcBef>
                <a:spcPct val="0"/>
              </a:spcBef>
            </a:pPr>
            <a:endParaRPr lang="en-US" altLang="fr-FR"/>
          </a:p>
        </p:txBody>
      </p:sp>
      <p:sp>
        <p:nvSpPr>
          <p:cNvPr id="535556" name="Slide Number Placeholder 3">
            <a:extLst>
              <a:ext uri="{FF2B5EF4-FFF2-40B4-BE49-F238E27FC236}">
                <a16:creationId xmlns:a16="http://schemas.microsoft.com/office/drawing/2014/main" xmlns="" id="{C4783584-0164-4D05-80C5-70BF3BF8D7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ED18235-BC9C-40A2-B467-9B00DFB02B75}"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30573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Slide Image Placeholder 1">
            <a:extLst>
              <a:ext uri="{FF2B5EF4-FFF2-40B4-BE49-F238E27FC236}">
                <a16:creationId xmlns:a16="http://schemas.microsoft.com/office/drawing/2014/main" xmlns="" id="{C07FB2A9-1211-4D8B-8F03-87BDE68A90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7603" name="Notes Placeholder 2">
            <a:extLst>
              <a:ext uri="{FF2B5EF4-FFF2-40B4-BE49-F238E27FC236}">
                <a16:creationId xmlns:a16="http://schemas.microsoft.com/office/drawing/2014/main" xmlns="" id="{20383AD6-7589-4801-A408-07628081E1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Sleep traditionally has been viewed for its effects on the function of the brain and emotions. Current research, however, is finding that even moderate sleep debt in healthy volunteers can alter their metabolic state in such a way that it mimics the glucose metabolism of diabetics. After four hours of sleep for six nights, healthy young men experienced a 30-percent decrease in their body</a:t>
            </a:r>
            <a:r>
              <a:rPr lang="en-US" altLang="en-US"/>
              <a:t>’</a:t>
            </a:r>
            <a:r>
              <a:rPr lang="en-US" altLang="fr-FR"/>
              <a:t>s ability to metabolize carbohydrates. They experienced significantly higher levels of the stress hormone cortisol, and a decrease in insulin sensitivity. This and other research suggests that there may be a link between the growing epidemic of sleep deprivation and the epidemic of obesity. </a:t>
            </a:r>
          </a:p>
          <a:p>
            <a:pPr>
              <a:spcBef>
                <a:spcPct val="0"/>
              </a:spcBef>
            </a:pPr>
            <a:endParaRPr lang="en-US" altLang="fr-FR"/>
          </a:p>
          <a:p>
            <a:pPr>
              <a:spcBef>
                <a:spcPct val="0"/>
              </a:spcBef>
            </a:pPr>
            <a:endParaRPr lang="en-US" altLang="fr-FR"/>
          </a:p>
        </p:txBody>
      </p:sp>
      <p:sp>
        <p:nvSpPr>
          <p:cNvPr id="537604" name="Slide Number Placeholder 3">
            <a:extLst>
              <a:ext uri="{FF2B5EF4-FFF2-40B4-BE49-F238E27FC236}">
                <a16:creationId xmlns:a16="http://schemas.microsoft.com/office/drawing/2014/main" xmlns="" id="{D87F33AE-312F-4F3F-9811-B395E66FE7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9E76BAE-F5C3-44FE-AA74-F310A0B873DE}"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03570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Slide Image Placeholder 1">
            <a:extLst>
              <a:ext uri="{FF2B5EF4-FFF2-40B4-BE49-F238E27FC236}">
                <a16:creationId xmlns:a16="http://schemas.microsoft.com/office/drawing/2014/main" xmlns="" id="{8E83A39A-B61E-4D85-BF78-CF8D010AE0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9651" name="Notes Placeholder 2">
            <a:extLst>
              <a:ext uri="{FF2B5EF4-FFF2-40B4-BE49-F238E27FC236}">
                <a16:creationId xmlns:a16="http://schemas.microsoft.com/office/drawing/2014/main" xmlns="" id="{FF56DAA8-5293-49F7-B56F-D0E787814D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It</a:t>
            </a:r>
            <a:r>
              <a:rPr lang="en-US" altLang="en-US"/>
              <a:t>’</a:t>
            </a:r>
            <a:r>
              <a:rPr lang="en-US" altLang="fr-FR"/>
              <a:t>s interesting that sleep deprivation leads to decreased performance similar to that which occurs when a person is under the influence of alcohol. Studies have shown that 16 to 18 hours of wakefulness (one long day) in healthy adults results in impairments comparable to the legal blood-alcohol level of intoxication in the United States and many other countries of greater than 0.08 percent.</a:t>
            </a:r>
          </a:p>
          <a:p>
            <a:pPr>
              <a:spcBef>
                <a:spcPct val="0"/>
              </a:spcBef>
            </a:pPr>
            <a:endParaRPr lang="en-US" altLang="fr-FR"/>
          </a:p>
        </p:txBody>
      </p:sp>
      <p:sp>
        <p:nvSpPr>
          <p:cNvPr id="539652" name="Slide Number Placeholder 3">
            <a:extLst>
              <a:ext uri="{FF2B5EF4-FFF2-40B4-BE49-F238E27FC236}">
                <a16:creationId xmlns:a16="http://schemas.microsoft.com/office/drawing/2014/main" xmlns="" id="{F5B1C94C-F254-486E-8B9E-BDE45054F4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129DE5F-B167-42A8-B880-12A97CA26AB0}"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87926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Slide Image Placeholder 1">
            <a:extLst>
              <a:ext uri="{FF2B5EF4-FFF2-40B4-BE49-F238E27FC236}">
                <a16:creationId xmlns:a16="http://schemas.microsoft.com/office/drawing/2014/main" xmlns="" id="{B4877BC7-2E6C-4FEC-B4D7-E12020360F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1699" name="Notes Placeholder 2">
            <a:extLst>
              <a:ext uri="{FF2B5EF4-FFF2-40B4-BE49-F238E27FC236}">
                <a16:creationId xmlns:a16="http://schemas.microsoft.com/office/drawing/2014/main" xmlns="" id="{DDB1D3F9-8F91-42D0-A184-AD26F88C66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Sleep needs vary between individuals. Nearly all sleep experts agree, however, that seven hours of sleep per night is enough to </a:t>
            </a:r>
            <a:r>
              <a:rPr lang="en-US" altLang="en-US"/>
              <a:t>“</a:t>
            </a:r>
            <a:r>
              <a:rPr lang="en-US" altLang="fr-FR"/>
              <a:t>get by on,</a:t>
            </a:r>
            <a:r>
              <a:rPr lang="en-US" altLang="en-US"/>
              <a:t>”</a:t>
            </a:r>
            <a:r>
              <a:rPr lang="en-US" altLang="fr-FR"/>
              <a:t> but that most people need about eight hours for optimal cognitive performance. Thomas Edison reportedly believed that sleep was a waste of time, and he set out to invent the electric light bulb in order to extend daylight hours. He reportedly slept four to five hours per night. Yet, those who worked with him in his laboratory reported that he frequently took naps during the day. Adequate nighttime sleep should remove most daytime sleepiness and provide a sense of calm well-being and alertness. </a:t>
            </a:r>
          </a:p>
          <a:p>
            <a:pPr>
              <a:spcBef>
                <a:spcPct val="0"/>
              </a:spcBef>
            </a:pPr>
            <a:endParaRPr lang="en-US" altLang="fr-FR"/>
          </a:p>
        </p:txBody>
      </p:sp>
      <p:sp>
        <p:nvSpPr>
          <p:cNvPr id="541700" name="Slide Number Placeholder 3">
            <a:extLst>
              <a:ext uri="{FF2B5EF4-FFF2-40B4-BE49-F238E27FC236}">
                <a16:creationId xmlns:a16="http://schemas.microsoft.com/office/drawing/2014/main" xmlns="" id="{1588C888-90C2-4322-9C9B-1D8509E8521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44934AA-A4E3-4AF6-A666-3C8743ABB776}"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6026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Slide Image Placeholder 1">
            <a:extLst>
              <a:ext uri="{FF2B5EF4-FFF2-40B4-BE49-F238E27FC236}">
                <a16:creationId xmlns:a16="http://schemas.microsoft.com/office/drawing/2014/main" xmlns="" id="{BFD56C8E-09E4-4B0D-8A78-4CB7F033B1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3747" name="Notes Placeholder 2">
            <a:extLst>
              <a:ext uri="{FF2B5EF4-FFF2-40B4-BE49-F238E27FC236}">
                <a16:creationId xmlns:a16="http://schemas.microsoft.com/office/drawing/2014/main" xmlns="" id="{B64096D3-8766-453C-A2BE-140B863F7B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Students often will study most of the night when cramming for an examination, and they often suffer the consequences of sleep deprivation in poor grades as a result. The way people choose to live and order their lives, along with often hectic work schedules, frequently results in increased inattention at work. Sleep provides the </a:t>
            </a:r>
            <a:r>
              <a:rPr lang="en-US" altLang="en-US"/>
              <a:t>“</a:t>
            </a:r>
            <a:r>
              <a:rPr lang="en-US" altLang="fr-FR"/>
              <a:t>right stuff.</a:t>
            </a:r>
            <a:r>
              <a:rPr lang="en-US" altLang="en-US"/>
              <a:t>”</a:t>
            </a:r>
            <a:r>
              <a:rPr lang="en-US" altLang="fr-FR"/>
              <a:t> It prepares bodies and minds for peak performance.</a:t>
            </a:r>
          </a:p>
          <a:p>
            <a:pPr>
              <a:spcBef>
                <a:spcPct val="0"/>
              </a:spcBef>
            </a:pPr>
            <a:endParaRPr lang="en-US" altLang="fr-FR"/>
          </a:p>
          <a:p>
            <a:pPr>
              <a:spcBef>
                <a:spcPct val="0"/>
              </a:spcBef>
            </a:pPr>
            <a:endParaRPr lang="en-US" altLang="fr-FR"/>
          </a:p>
        </p:txBody>
      </p:sp>
      <p:sp>
        <p:nvSpPr>
          <p:cNvPr id="543748" name="Slide Number Placeholder 3">
            <a:extLst>
              <a:ext uri="{FF2B5EF4-FFF2-40B4-BE49-F238E27FC236}">
                <a16:creationId xmlns:a16="http://schemas.microsoft.com/office/drawing/2014/main" xmlns="" id="{19D6CC41-783E-4FFC-96C4-CA0F47B090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7B7E85B-7183-4555-BEE6-1273CE2C7D67}"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959997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Slide Image Placeholder 1">
            <a:extLst>
              <a:ext uri="{FF2B5EF4-FFF2-40B4-BE49-F238E27FC236}">
                <a16:creationId xmlns:a16="http://schemas.microsoft.com/office/drawing/2014/main" xmlns="" id="{25ADA277-0782-4443-AE67-E305FB8EAA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5795" name="Notes Placeholder 2">
            <a:extLst>
              <a:ext uri="{FF2B5EF4-FFF2-40B4-BE49-F238E27FC236}">
                <a16:creationId xmlns:a16="http://schemas.microsoft.com/office/drawing/2014/main" xmlns="" id="{DB470633-287A-4425-9514-BC5CDA78E1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Sleep is divided into various stages. These are based on the characteristic waveforms seen on electroencephalographic recordings of brain-wave activity. There are two major types of sleep: nonrapid-eye-movement sleep and rapid-eye-movement sleep. </a:t>
            </a:r>
          </a:p>
          <a:p>
            <a:pPr>
              <a:spcBef>
                <a:spcPct val="0"/>
              </a:spcBef>
            </a:pPr>
            <a:r>
              <a:rPr lang="en-US" altLang="fr-FR"/>
              <a:t>Non-rapid eye movement sleep is often characterized by four stages. The first two are deviations from wakefulness and generally last only a few minutes. Stages three and four are known collectively as </a:t>
            </a:r>
            <a:r>
              <a:rPr lang="en-US" altLang="en-US"/>
              <a:t>“</a:t>
            </a:r>
            <a:r>
              <a:rPr lang="en-US" altLang="fr-FR"/>
              <a:t>slow-wave sleep.</a:t>
            </a:r>
            <a:r>
              <a:rPr lang="en-US" altLang="en-US"/>
              <a:t>”</a:t>
            </a:r>
            <a:r>
              <a:rPr lang="en-US" altLang="fr-FR"/>
              <a:t> It is during this period of </a:t>
            </a:r>
            <a:r>
              <a:rPr lang="en-US" altLang="en-US"/>
              <a:t>“</a:t>
            </a:r>
            <a:r>
              <a:rPr lang="en-US" altLang="fr-FR"/>
              <a:t>deep sleep</a:t>
            </a:r>
            <a:r>
              <a:rPr lang="en-US" altLang="en-US"/>
              <a:t>”</a:t>
            </a:r>
            <a:r>
              <a:rPr lang="en-US" altLang="fr-FR"/>
              <a:t> that the restoration and growth of body tissue occur and immunity to infections is strengthened. </a:t>
            </a:r>
          </a:p>
          <a:p>
            <a:pPr>
              <a:spcBef>
                <a:spcPct val="0"/>
              </a:spcBef>
            </a:pPr>
            <a:endParaRPr lang="en-US" altLang="fr-FR"/>
          </a:p>
        </p:txBody>
      </p:sp>
      <p:sp>
        <p:nvSpPr>
          <p:cNvPr id="545796" name="Slide Number Placeholder 3">
            <a:extLst>
              <a:ext uri="{FF2B5EF4-FFF2-40B4-BE49-F238E27FC236}">
                <a16:creationId xmlns:a16="http://schemas.microsoft.com/office/drawing/2014/main" xmlns="" id="{6122B075-9563-4B9E-87F4-9342251708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89F9C70-FF3D-4F07-9987-5FC5E8F5C1A0}"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85560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Slide Image Placeholder 1">
            <a:extLst>
              <a:ext uri="{FF2B5EF4-FFF2-40B4-BE49-F238E27FC236}">
                <a16:creationId xmlns:a16="http://schemas.microsoft.com/office/drawing/2014/main" xmlns="" id="{554430BC-DA01-4097-BBFC-6514D29E5B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7843" name="Notes Placeholder 2">
            <a:extLst>
              <a:ext uri="{FF2B5EF4-FFF2-40B4-BE49-F238E27FC236}">
                <a16:creationId xmlns:a16="http://schemas.microsoft.com/office/drawing/2014/main" xmlns="" id="{13795D94-D298-4C82-A2AE-643EE78A3F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Rapid-eye-movement sleep is characterized by a waveform similar to wakefulness. The eyes will move back and forth rapidly under closed lids as though looking from side to side, even though the person is sound asleep. Our dreams occur during this phase of sleep, although we usually recall very little of the dream content. Some individuals may sleepwalk, wet the bed, or grind their teeth during this phase. Rapid-eye-movement sleep is very important for mental and emotional restoration. Many important and fascinating functions take place here, including memory organization and reorganization, as well as the refreshing of memories. </a:t>
            </a:r>
          </a:p>
          <a:p>
            <a:pPr>
              <a:spcBef>
                <a:spcPct val="0"/>
              </a:spcBef>
            </a:pPr>
            <a:endParaRPr lang="en-US" altLang="fr-FR"/>
          </a:p>
        </p:txBody>
      </p:sp>
      <p:sp>
        <p:nvSpPr>
          <p:cNvPr id="547844" name="Slide Number Placeholder 3">
            <a:extLst>
              <a:ext uri="{FF2B5EF4-FFF2-40B4-BE49-F238E27FC236}">
                <a16:creationId xmlns:a16="http://schemas.microsoft.com/office/drawing/2014/main" xmlns="" id="{42C2FA60-EF76-4878-AB7A-C67B252499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42CE344-5EB0-49B5-962F-EC2462FE7838}"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02724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Slide Image Placeholder 1">
            <a:extLst>
              <a:ext uri="{FF2B5EF4-FFF2-40B4-BE49-F238E27FC236}">
                <a16:creationId xmlns:a16="http://schemas.microsoft.com/office/drawing/2014/main" xmlns="" id="{E64AE57A-5326-488E-8D93-C1DAA604C7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9891" name="Notes Placeholder 2">
            <a:extLst>
              <a:ext uri="{FF2B5EF4-FFF2-40B4-BE49-F238E27FC236}">
                <a16:creationId xmlns:a16="http://schemas.microsoft.com/office/drawing/2014/main" xmlns="" id="{A1092300-DD3E-4AE8-9B78-2083E8FA1D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During a good night</a:t>
            </a:r>
            <a:r>
              <a:rPr lang="en-US" altLang="en-US"/>
              <a:t>’</a:t>
            </a:r>
            <a:r>
              <a:rPr lang="en-US" altLang="fr-FR"/>
              <a:t>s sleep, these two types of sleep occur in approximately 90-minute cycles that are repeated from four to six times during the night. Both types of sleep are necessary for complete physical and mental rest. The recuperative value of sleep can be measured by the shape of these cycles and is called the </a:t>
            </a:r>
            <a:r>
              <a:rPr lang="en-US" altLang="en-US"/>
              <a:t>“</a:t>
            </a:r>
            <a:r>
              <a:rPr lang="en-US" altLang="fr-FR"/>
              <a:t>sleep architecture.</a:t>
            </a:r>
            <a:r>
              <a:rPr lang="en-US" altLang="en-US"/>
              <a:t>”</a:t>
            </a:r>
            <a:r>
              <a:rPr lang="en-US" altLang="fr-FR"/>
              <a:t> Good sleep architecture results in recuperative sleep, which enhances learning and improves productivity.</a:t>
            </a:r>
          </a:p>
          <a:p>
            <a:pPr>
              <a:spcBef>
                <a:spcPct val="0"/>
              </a:spcBef>
            </a:pPr>
            <a:r>
              <a:rPr lang="en-US" altLang="fr-FR"/>
              <a:t>Certain choices—such as irregular times for retiring and awaking, worry and anxiety, certain medications and alcohol, and eating just before going to bed—can impair good architecture.</a:t>
            </a:r>
          </a:p>
          <a:p>
            <a:pPr>
              <a:spcBef>
                <a:spcPct val="0"/>
              </a:spcBef>
            </a:pPr>
            <a:r>
              <a:rPr lang="en-US" altLang="fr-FR"/>
              <a:t>Sadly, most sleep-deprived people are totally unaware of their own reduced capabilities because they have been sleepy for so long they don</a:t>
            </a:r>
            <a:r>
              <a:rPr lang="en-US" altLang="en-US"/>
              <a:t>’</a:t>
            </a:r>
            <a:r>
              <a:rPr lang="en-US" altLang="fr-FR"/>
              <a:t>t know what it</a:t>
            </a:r>
            <a:r>
              <a:rPr lang="en-US" altLang="en-US"/>
              <a:t>’</a:t>
            </a:r>
            <a:r>
              <a:rPr lang="en-US" altLang="fr-FR"/>
              <a:t>s like to feel wide awake. A rested person will accomplish more in less time and do it better, more effectively, and safely!</a:t>
            </a:r>
          </a:p>
          <a:p>
            <a:pPr>
              <a:spcBef>
                <a:spcPct val="0"/>
              </a:spcBef>
            </a:pPr>
            <a:endParaRPr lang="en-US" altLang="fr-FR"/>
          </a:p>
        </p:txBody>
      </p:sp>
      <p:sp>
        <p:nvSpPr>
          <p:cNvPr id="549892" name="Slide Number Placeholder 3">
            <a:extLst>
              <a:ext uri="{FF2B5EF4-FFF2-40B4-BE49-F238E27FC236}">
                <a16:creationId xmlns:a16="http://schemas.microsoft.com/office/drawing/2014/main" xmlns="" id="{640D2851-1DFC-415A-BFC5-1633DA59A54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16FB948-D153-4207-BD6E-FC957069B11A}"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94429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Slide Image Placeholder 1">
            <a:extLst>
              <a:ext uri="{FF2B5EF4-FFF2-40B4-BE49-F238E27FC236}">
                <a16:creationId xmlns:a16="http://schemas.microsoft.com/office/drawing/2014/main" xmlns="" id="{A20B7374-EA9A-4F65-B9D4-0249442472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3AA112E8-4991-4D87-8D72-81D147A61BD8}"/>
              </a:ext>
            </a:extLst>
          </p:cNvPr>
          <p:cNvSpPr>
            <a:spLocks noGrp="1"/>
          </p:cNvSpPr>
          <p:nvPr>
            <p:ph type="body" idx="1"/>
          </p:nvPr>
        </p:nvSpPr>
        <p:spPr/>
        <p:txBody>
          <a:bodyPr/>
          <a:lstStyle/>
          <a:p>
            <a:pPr fontAlgn="auto">
              <a:spcBef>
                <a:spcPts val="0"/>
              </a:spcBef>
              <a:spcAft>
                <a:spcPts val="0"/>
              </a:spcAft>
              <a:defRPr/>
            </a:pPr>
            <a:r>
              <a:rPr lang="en-US" dirty="0">
                <a:ea typeface="+mn-ea"/>
              </a:rPr>
              <a:t>Steps to Getting to Sleep</a:t>
            </a:r>
          </a:p>
          <a:p>
            <a:pPr marL="171450" indent="-171450" fontAlgn="auto">
              <a:spcBef>
                <a:spcPts val="0"/>
              </a:spcBef>
              <a:spcAft>
                <a:spcPts val="0"/>
              </a:spcAft>
              <a:buFont typeface="Arial" pitchFamily="34" charset="0"/>
              <a:buChar char="•"/>
              <a:defRPr/>
            </a:pPr>
            <a:r>
              <a:rPr lang="en-US" dirty="0">
                <a:ea typeface="+mn-ea"/>
              </a:rPr>
              <a:t>Learn to value sleep. We never accomplish what we do not value.</a:t>
            </a:r>
          </a:p>
          <a:p>
            <a:pPr marL="171450" indent="-171450" fontAlgn="auto">
              <a:spcBef>
                <a:spcPts val="0"/>
              </a:spcBef>
              <a:spcAft>
                <a:spcPts val="0"/>
              </a:spcAft>
              <a:buFont typeface="Arial" pitchFamily="34" charset="0"/>
              <a:buChar char="•"/>
              <a:defRPr/>
            </a:pPr>
            <a:r>
              <a:rPr lang="en-US" dirty="0">
                <a:ea typeface="+mn-ea"/>
              </a:rPr>
              <a:t>Establish a regular bedtime ritual to let your mind and body know that you are preparing to sleep.</a:t>
            </a:r>
          </a:p>
          <a:p>
            <a:pPr fontAlgn="auto">
              <a:spcBef>
                <a:spcPts val="0"/>
              </a:spcBef>
              <a:spcAft>
                <a:spcPts val="0"/>
              </a:spcAft>
              <a:defRPr/>
            </a:pPr>
            <a:endParaRPr lang="en-US" dirty="0">
              <a:ea typeface="+mn-ea"/>
            </a:endParaRPr>
          </a:p>
        </p:txBody>
      </p:sp>
      <p:sp>
        <p:nvSpPr>
          <p:cNvPr id="551940" name="Slide Number Placeholder 3">
            <a:extLst>
              <a:ext uri="{FF2B5EF4-FFF2-40B4-BE49-F238E27FC236}">
                <a16:creationId xmlns:a16="http://schemas.microsoft.com/office/drawing/2014/main" xmlns="" id="{52EEF5C7-A300-40C5-83C1-D70680F206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208748E-74F3-49E1-AE3D-5BFB455549F9}"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64228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Slide Image Placeholder 1">
            <a:extLst>
              <a:ext uri="{FF2B5EF4-FFF2-40B4-BE49-F238E27FC236}">
                <a16:creationId xmlns:a16="http://schemas.microsoft.com/office/drawing/2014/main" xmlns="" id="{6590B3DB-FF78-428F-9227-5E1E0222F1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F2AA9477-2473-4C26-BBAC-1BA90D4C543A}"/>
              </a:ext>
            </a:extLst>
          </p:cNvPr>
          <p:cNvSpPr>
            <a:spLocks noGrp="1"/>
          </p:cNvSpPr>
          <p:nvPr>
            <p:ph type="body" idx="1"/>
          </p:nvPr>
        </p:nvSpPr>
        <p:spPr/>
        <p:txBody>
          <a:bodyPr/>
          <a:lstStyle/>
          <a:p>
            <a:pPr marL="171450" indent="-171450" fontAlgn="auto">
              <a:spcBef>
                <a:spcPts val="0"/>
              </a:spcBef>
              <a:spcAft>
                <a:spcPts val="0"/>
              </a:spcAft>
              <a:buFont typeface="Arial" pitchFamily="34" charset="0"/>
              <a:buChar char="•"/>
              <a:defRPr/>
            </a:pPr>
            <a:r>
              <a:rPr lang="en-US" dirty="0">
                <a:ea typeface="+mn-ea"/>
              </a:rPr>
              <a:t>Exercise appropriately every day, at least four to five hours prior to retiring.</a:t>
            </a:r>
          </a:p>
          <a:p>
            <a:pPr fontAlgn="auto">
              <a:spcBef>
                <a:spcPts val="0"/>
              </a:spcBef>
              <a:spcAft>
                <a:spcPts val="0"/>
              </a:spcAft>
              <a:defRPr/>
            </a:pPr>
            <a:endParaRPr lang="en-US" dirty="0">
              <a:ea typeface="+mn-ea"/>
            </a:endParaRPr>
          </a:p>
        </p:txBody>
      </p:sp>
      <p:sp>
        <p:nvSpPr>
          <p:cNvPr id="553988" name="Slide Number Placeholder 3">
            <a:extLst>
              <a:ext uri="{FF2B5EF4-FFF2-40B4-BE49-F238E27FC236}">
                <a16:creationId xmlns:a16="http://schemas.microsoft.com/office/drawing/2014/main" xmlns="" id="{CD82DC88-FD5C-45C2-9F7B-FA5BB69722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ABB06A5-8420-4C04-8A94-AF819408B70B}"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47346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Slide Image Placeholder 1">
            <a:extLst>
              <a:ext uri="{FF2B5EF4-FFF2-40B4-BE49-F238E27FC236}">
                <a16:creationId xmlns:a16="http://schemas.microsoft.com/office/drawing/2014/main" xmlns="" id="{9B7CEE59-D9CA-4F20-A284-5D38D1C4EA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6035" name="Notes Placeholder 2">
            <a:extLst>
              <a:ext uri="{FF2B5EF4-FFF2-40B4-BE49-F238E27FC236}">
                <a16:creationId xmlns:a16="http://schemas.microsoft.com/office/drawing/2014/main" xmlns="" id="{6F0939FF-0AD3-490C-B291-6B46AF4D28A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spcBef>
                <a:spcPct val="0"/>
              </a:spcBef>
              <a:buFontTx/>
              <a:buChar char="•"/>
            </a:pPr>
            <a:r>
              <a:rPr lang="en-US" altLang="fr-FR"/>
              <a:t>Establish regular times for rising and retiring, and stick to them every day—even on weekends.</a:t>
            </a:r>
          </a:p>
          <a:p>
            <a:pPr marL="171450" indent="-171450">
              <a:spcBef>
                <a:spcPct val="0"/>
              </a:spcBef>
              <a:buFontTx/>
              <a:buChar char="•"/>
            </a:pPr>
            <a:r>
              <a:rPr lang="en-US" altLang="fr-FR"/>
              <a:t>Use a comfortable, firm bed located in a quiet, cool bedroom not cluttered with TVs, computers, and exercise equipment.</a:t>
            </a:r>
          </a:p>
          <a:p>
            <a:pPr marL="171450" indent="-171450">
              <a:spcBef>
                <a:spcPct val="0"/>
              </a:spcBef>
            </a:pPr>
            <a:endParaRPr lang="en-US" altLang="fr-FR"/>
          </a:p>
          <a:p>
            <a:pPr marL="171450" indent="-171450">
              <a:spcBef>
                <a:spcPct val="0"/>
              </a:spcBef>
            </a:pPr>
            <a:endParaRPr lang="en-US" altLang="fr-FR"/>
          </a:p>
        </p:txBody>
      </p:sp>
      <p:sp>
        <p:nvSpPr>
          <p:cNvPr id="556036" name="Slide Number Placeholder 3">
            <a:extLst>
              <a:ext uri="{FF2B5EF4-FFF2-40B4-BE49-F238E27FC236}">
                <a16:creationId xmlns:a16="http://schemas.microsoft.com/office/drawing/2014/main" xmlns="" id="{A20EB2C1-EBC8-4702-BC40-ACA6E356FD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101434B-96AA-40CD-9263-56752DABA974}"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21558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Slide Image Placeholder 1">
            <a:extLst>
              <a:ext uri="{FF2B5EF4-FFF2-40B4-BE49-F238E27FC236}">
                <a16:creationId xmlns:a16="http://schemas.microsoft.com/office/drawing/2014/main" xmlns="" id="{479F4AE8-BD7E-45F6-BA90-4221219A30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BB8B529A-BA0D-4818-A510-C0D945FADF3C}"/>
              </a:ext>
            </a:extLst>
          </p:cNvPr>
          <p:cNvSpPr>
            <a:spLocks noGrp="1"/>
          </p:cNvSpPr>
          <p:nvPr>
            <p:ph type="body" idx="1"/>
          </p:nvPr>
        </p:nvSpPr>
        <p:spPr/>
        <p:txBody>
          <a:bodyPr/>
          <a:lstStyle/>
          <a:p>
            <a:pPr marL="171450" indent="-171450" fontAlgn="auto">
              <a:spcBef>
                <a:spcPts val="0"/>
              </a:spcBef>
              <a:spcAft>
                <a:spcPts val="0"/>
              </a:spcAft>
              <a:buFont typeface="Arial" pitchFamily="34" charset="0"/>
              <a:buChar char="•"/>
              <a:defRPr/>
            </a:pPr>
            <a:r>
              <a:rPr lang="en-US" dirty="0">
                <a:ea typeface="+mn-ea"/>
              </a:rPr>
              <a:t>Eat lightly in the evening, several hours prior to bedtime.</a:t>
            </a:r>
          </a:p>
          <a:p>
            <a:pPr marL="171450" indent="-171450" fontAlgn="auto">
              <a:spcBef>
                <a:spcPts val="0"/>
              </a:spcBef>
              <a:spcAft>
                <a:spcPts val="0"/>
              </a:spcAft>
              <a:buFont typeface="Arial" pitchFamily="34" charset="0"/>
              <a:buChar char="•"/>
              <a:defRPr/>
            </a:pPr>
            <a:r>
              <a:rPr lang="en-US" dirty="0">
                <a:ea typeface="+mn-ea"/>
              </a:rPr>
              <a:t>Avoid watching exciting or depressing TV programs or movies, engaging in stressful events such as arguments, or making momentous decisions soon before bedtime.</a:t>
            </a:r>
          </a:p>
          <a:p>
            <a:pPr fontAlgn="auto">
              <a:spcBef>
                <a:spcPts val="0"/>
              </a:spcBef>
              <a:spcAft>
                <a:spcPts val="0"/>
              </a:spcAft>
              <a:defRPr/>
            </a:pPr>
            <a:endParaRPr lang="en-US" dirty="0">
              <a:ea typeface="+mn-ea"/>
            </a:endParaRPr>
          </a:p>
        </p:txBody>
      </p:sp>
      <p:sp>
        <p:nvSpPr>
          <p:cNvPr id="558084" name="Slide Number Placeholder 3">
            <a:extLst>
              <a:ext uri="{FF2B5EF4-FFF2-40B4-BE49-F238E27FC236}">
                <a16:creationId xmlns:a16="http://schemas.microsoft.com/office/drawing/2014/main" xmlns="" id="{E2A96A3E-1B3F-4555-A8C3-E12E04AF95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C12E64D-0E27-475B-AC43-3DDDBAFAB6C8}"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70744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Slide Image Placeholder 1">
            <a:extLst>
              <a:ext uri="{FF2B5EF4-FFF2-40B4-BE49-F238E27FC236}">
                <a16:creationId xmlns:a16="http://schemas.microsoft.com/office/drawing/2014/main" xmlns="" id="{2E2C24B2-016D-415D-9682-924CB2F68B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D460A622-E4A7-418D-B36A-7A5DE4E72AD0}"/>
              </a:ext>
            </a:extLst>
          </p:cNvPr>
          <p:cNvSpPr>
            <a:spLocks noGrp="1"/>
          </p:cNvSpPr>
          <p:nvPr>
            <p:ph type="body" idx="1"/>
          </p:nvPr>
        </p:nvSpPr>
        <p:spPr/>
        <p:txBody>
          <a:bodyPr/>
          <a:lstStyle/>
          <a:p>
            <a:pPr marL="171450" indent="-171450" fontAlgn="auto">
              <a:spcBef>
                <a:spcPts val="0"/>
              </a:spcBef>
              <a:spcAft>
                <a:spcPts val="0"/>
              </a:spcAft>
              <a:buFont typeface="Arial" pitchFamily="34" charset="0"/>
              <a:buChar char="•"/>
              <a:defRPr/>
            </a:pPr>
            <a:r>
              <a:rPr lang="en-US" dirty="0">
                <a:ea typeface="+mn-ea"/>
              </a:rPr>
              <a:t>See your personal physician if you suspect a sleep disorder or other medical condition.</a:t>
            </a:r>
          </a:p>
          <a:p>
            <a:pPr fontAlgn="auto">
              <a:spcBef>
                <a:spcPts val="0"/>
              </a:spcBef>
              <a:spcAft>
                <a:spcPts val="0"/>
              </a:spcAft>
              <a:defRPr/>
            </a:pPr>
            <a:endParaRPr lang="en-US" dirty="0">
              <a:ea typeface="+mn-ea"/>
            </a:endParaRPr>
          </a:p>
          <a:p>
            <a:pPr fontAlgn="auto">
              <a:spcBef>
                <a:spcPts val="0"/>
              </a:spcBef>
              <a:spcAft>
                <a:spcPts val="0"/>
              </a:spcAft>
              <a:defRPr/>
            </a:pPr>
            <a:endParaRPr lang="en-US" dirty="0">
              <a:ea typeface="+mn-ea"/>
            </a:endParaRPr>
          </a:p>
        </p:txBody>
      </p:sp>
      <p:sp>
        <p:nvSpPr>
          <p:cNvPr id="560132" name="Slide Number Placeholder 3">
            <a:extLst>
              <a:ext uri="{FF2B5EF4-FFF2-40B4-BE49-F238E27FC236}">
                <a16:creationId xmlns:a16="http://schemas.microsoft.com/office/drawing/2014/main" xmlns="" id="{CA9FB275-2133-4A94-9AC0-E8ADA08CB8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86653DD-7A6D-4B76-A749-D0C75D0F9EED}"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063958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Slide Image Placeholder 1">
            <a:extLst>
              <a:ext uri="{FF2B5EF4-FFF2-40B4-BE49-F238E27FC236}">
                <a16:creationId xmlns:a16="http://schemas.microsoft.com/office/drawing/2014/main" xmlns="" id="{403BA9E1-7151-4677-85E5-CCB522473C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2179" name="Notes Placeholder 2">
            <a:extLst>
              <a:ext uri="{FF2B5EF4-FFF2-40B4-BE49-F238E27FC236}">
                <a16:creationId xmlns:a16="http://schemas.microsoft.com/office/drawing/2014/main" xmlns="" id="{50C149CF-324B-45A2-8BA3-29612319AB6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spcBef>
                <a:spcPct val="0"/>
              </a:spcBef>
              <a:buFontTx/>
              <a:buChar char="•"/>
            </a:pPr>
            <a:r>
              <a:rPr lang="en-US" altLang="fr-FR"/>
              <a:t>Put your trust in God. Give Him your problems and anxieties.</a:t>
            </a:r>
          </a:p>
          <a:p>
            <a:pPr marL="171450" indent="-171450">
              <a:spcBef>
                <a:spcPct val="0"/>
              </a:spcBef>
            </a:pPr>
            <a:r>
              <a:rPr lang="en-US" altLang="fr-FR"/>
              <a:t>Remember: Tonight</a:t>
            </a:r>
            <a:r>
              <a:rPr lang="en-US" altLang="en-US"/>
              <a:t>’</a:t>
            </a:r>
            <a:r>
              <a:rPr lang="en-US" altLang="fr-FR"/>
              <a:t>s sleep builds tomorrow</a:t>
            </a:r>
            <a:r>
              <a:rPr lang="en-US" altLang="en-US"/>
              <a:t>’</a:t>
            </a:r>
            <a:r>
              <a:rPr lang="en-US" altLang="fr-FR"/>
              <a:t>s energy! Sleep is as important as diet and exercise, only easier!</a:t>
            </a:r>
          </a:p>
          <a:p>
            <a:pPr marL="171450" indent="-171450">
              <a:spcBef>
                <a:spcPct val="0"/>
              </a:spcBef>
            </a:pPr>
            <a:endParaRPr lang="en-US" altLang="fr-FR"/>
          </a:p>
        </p:txBody>
      </p:sp>
      <p:sp>
        <p:nvSpPr>
          <p:cNvPr id="562180" name="Slide Number Placeholder 3">
            <a:extLst>
              <a:ext uri="{FF2B5EF4-FFF2-40B4-BE49-F238E27FC236}">
                <a16:creationId xmlns:a16="http://schemas.microsoft.com/office/drawing/2014/main" xmlns="" id="{C945FFF8-D58D-48AA-AFF1-DCB31D20B6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031FF2F-A307-4DDC-8731-DFBDF610C2E7}"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331081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Slide Image Placeholder 1">
            <a:extLst>
              <a:ext uri="{FF2B5EF4-FFF2-40B4-BE49-F238E27FC236}">
                <a16:creationId xmlns:a16="http://schemas.microsoft.com/office/drawing/2014/main" xmlns="" id="{DDDFAE2E-DB43-4826-8888-2BFA9F971E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4227" name="Notes Placeholder 2">
            <a:extLst>
              <a:ext uri="{FF2B5EF4-FFF2-40B4-BE49-F238E27FC236}">
                <a16:creationId xmlns:a16="http://schemas.microsoft.com/office/drawing/2014/main" xmlns="" id="{83221D3C-315D-4590-9F5B-216F011D9F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Sleep scientists also recognize that to truly remain rested and productive we need both a weekly and an annual rest. In Britain during World War I, increased productivity was attempted by continuous, nonstop work schedules. It was later recognized, however, that by reducing the workweek to 48 hours and requiring one day of rest per week, productivity actually increased by 15 percent. </a:t>
            </a:r>
          </a:p>
          <a:p>
            <a:pPr>
              <a:spcBef>
                <a:spcPct val="0"/>
              </a:spcBef>
            </a:pPr>
            <a:r>
              <a:rPr lang="en-US" altLang="fr-FR"/>
              <a:t>On July 29, 1941, Winston Churchill announced before the House of Commons, </a:t>
            </a:r>
            <a:r>
              <a:rPr lang="en-US" altLang="en-US"/>
              <a:t>“</a:t>
            </a:r>
            <a:r>
              <a:rPr lang="en-US" altLang="fr-FR"/>
              <a:t>If we are to win this war it will be by staying power. For this reason we must have one holiday per week and one week holiday per year.</a:t>
            </a:r>
            <a:r>
              <a:rPr lang="en-US" altLang="en-US"/>
              <a:t>”</a:t>
            </a:r>
            <a:r>
              <a:rPr lang="en-US" altLang="fr-FR"/>
              <a:t> That was voted into law!</a:t>
            </a:r>
          </a:p>
          <a:p>
            <a:pPr>
              <a:spcBef>
                <a:spcPct val="0"/>
              </a:spcBef>
            </a:pPr>
            <a:endParaRPr lang="en-US" altLang="fr-FR"/>
          </a:p>
        </p:txBody>
      </p:sp>
      <p:sp>
        <p:nvSpPr>
          <p:cNvPr id="564228" name="Slide Number Placeholder 3">
            <a:extLst>
              <a:ext uri="{FF2B5EF4-FFF2-40B4-BE49-F238E27FC236}">
                <a16:creationId xmlns:a16="http://schemas.microsoft.com/office/drawing/2014/main" xmlns="" id="{414B54CF-3187-4440-895B-B0528AF469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A08F8DB-6A28-4568-BA85-4DB513719CC8}"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114738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Slide Image Placeholder 1">
            <a:extLst>
              <a:ext uri="{FF2B5EF4-FFF2-40B4-BE49-F238E27FC236}">
                <a16:creationId xmlns:a16="http://schemas.microsoft.com/office/drawing/2014/main" xmlns="" id="{0CF3721B-1B18-4351-A5D6-472ADE787E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6275" name="Notes Placeholder 2">
            <a:extLst>
              <a:ext uri="{FF2B5EF4-FFF2-40B4-BE49-F238E27FC236}">
                <a16:creationId xmlns:a16="http://schemas.microsoft.com/office/drawing/2014/main" xmlns="" id="{6B1DBC7B-CD86-4107-86D2-0B9CDECA91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As humans, we all have our limitations. We cannot work around the clock or without regular times of rest and maintain a healthy, happy, and productive life. We need daily rest as much as we need weekly and annual breaks to provide the mental and emotional recuperation necessary for creativity and positive family relationships. Optimal physical, mental, emotional, and spiritual health require adequate rest.</a:t>
            </a:r>
          </a:p>
          <a:p>
            <a:pPr>
              <a:spcBef>
                <a:spcPct val="0"/>
              </a:spcBef>
            </a:pPr>
            <a:endParaRPr lang="en-US" altLang="fr-FR"/>
          </a:p>
        </p:txBody>
      </p:sp>
      <p:sp>
        <p:nvSpPr>
          <p:cNvPr id="566276" name="Slide Number Placeholder 3">
            <a:extLst>
              <a:ext uri="{FF2B5EF4-FFF2-40B4-BE49-F238E27FC236}">
                <a16:creationId xmlns:a16="http://schemas.microsoft.com/office/drawing/2014/main" xmlns="" id="{E4CC0265-E8A7-4B9F-9C73-8D09352762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851C6E-FF67-40C3-BF4B-DE701B1A60DA}"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822890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Slide Image Placeholder 1">
            <a:extLst>
              <a:ext uri="{FF2B5EF4-FFF2-40B4-BE49-F238E27FC236}">
                <a16:creationId xmlns:a16="http://schemas.microsoft.com/office/drawing/2014/main" xmlns="" id="{43F7DCBC-2BB3-4943-A738-02392E089F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8323" name="Notes Placeholder 2">
            <a:extLst>
              <a:ext uri="{FF2B5EF4-FFF2-40B4-BE49-F238E27FC236}">
                <a16:creationId xmlns:a16="http://schemas.microsoft.com/office/drawing/2014/main" xmlns="" id="{92E17AE3-9C53-4CB5-9066-DA4837DCE0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Bible records that in the very beginning God instituted a weekly rest to provide a much-needed break from the tedium of work. Our Creator knew that in order to function optimally we need balanced daily rest in addition to weekly rest as found in Exodus 20:8-10: </a:t>
            </a:r>
            <a:r>
              <a:rPr lang="en-US" altLang="en-US"/>
              <a:t>“</a:t>
            </a:r>
            <a:r>
              <a:rPr lang="en-US" altLang="fr-FR"/>
              <a:t>Remember the Sabbath day, to keep it holy. Six days you shall labor and do all your work, but the seventh day is the Sabbath of the Lord your God. In it you shall do no work: you, nor your son, nor your daughter, nor your male servant, nor your female servant, nor your cattle, nor your stranger who is within your gates.</a:t>
            </a:r>
            <a:r>
              <a:rPr lang="en-US" altLang="en-US"/>
              <a:t>”</a:t>
            </a:r>
            <a:endParaRPr lang="en-US" altLang="fr-FR"/>
          </a:p>
          <a:p>
            <a:pPr>
              <a:spcBef>
                <a:spcPct val="0"/>
              </a:spcBef>
            </a:pPr>
            <a:r>
              <a:rPr lang="en-US" altLang="fr-FR"/>
              <a:t>The Lord wants us to fellowship with Him, especially on the Sabbath day, because He created us as His children. Part of the blessing of the Sabbath rest comes as we support and relate with others during these special hours. Christ said in Mark 2:27, </a:t>
            </a:r>
            <a:r>
              <a:rPr lang="en-US" altLang="en-US"/>
              <a:t>“</a:t>
            </a:r>
            <a:r>
              <a:rPr lang="en-US" altLang="fr-FR"/>
              <a:t>The Sabbath was made for man, and not man for the Sabbath</a:t>
            </a:r>
            <a:r>
              <a:rPr lang="en-US" altLang="en-US"/>
              <a:t>”</a:t>
            </a:r>
            <a:r>
              <a:rPr lang="en-US" altLang="fr-FR"/>
              <a:t> (NKJV).</a:t>
            </a:r>
          </a:p>
          <a:p>
            <a:pPr>
              <a:spcBef>
                <a:spcPct val="0"/>
              </a:spcBef>
            </a:pPr>
            <a:r>
              <a:rPr lang="en-US" altLang="fr-FR"/>
              <a:t>Daily sleep and a weekly rest empower us to be receptive to the blessings of God physically, mentally, emotionally, socially, and spiritually, thus continually restoring us to optimal health.</a:t>
            </a:r>
          </a:p>
          <a:p>
            <a:pPr>
              <a:spcBef>
                <a:spcPct val="0"/>
              </a:spcBef>
            </a:pPr>
            <a:endParaRPr lang="en-US" altLang="fr-FR"/>
          </a:p>
        </p:txBody>
      </p:sp>
      <p:sp>
        <p:nvSpPr>
          <p:cNvPr id="568324" name="Slide Number Placeholder 3">
            <a:extLst>
              <a:ext uri="{FF2B5EF4-FFF2-40B4-BE49-F238E27FC236}">
                <a16:creationId xmlns:a16="http://schemas.microsoft.com/office/drawing/2014/main" xmlns="" id="{58EF1412-D7AA-473A-8D8C-ABC8FDF963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C404A0E-9E25-4D3A-B2AC-FC5454D63E31}"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10120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Slide Image Placeholder 1">
            <a:extLst>
              <a:ext uri="{FF2B5EF4-FFF2-40B4-BE49-F238E27FC236}">
                <a16:creationId xmlns:a16="http://schemas.microsoft.com/office/drawing/2014/main" xmlns="" id="{55AFF745-5C97-4CA2-9E29-0E7575E9A6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0371" name="Notes Placeholder 2">
            <a:extLst>
              <a:ext uri="{FF2B5EF4-FFF2-40B4-BE49-F238E27FC236}">
                <a16:creationId xmlns:a16="http://schemas.microsoft.com/office/drawing/2014/main" xmlns="" id="{AC202533-9CDE-4CAF-AF77-B0B332F18B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570372" name="Slide Number Placeholder 3">
            <a:extLst>
              <a:ext uri="{FF2B5EF4-FFF2-40B4-BE49-F238E27FC236}">
                <a16:creationId xmlns:a16="http://schemas.microsoft.com/office/drawing/2014/main" xmlns="" id="{87CA2AB8-8C29-4F17-A4CF-8305801D70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4B1ACE3-6383-421B-A18D-749F6733C514}"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7916989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Slide Image Placeholder 1">
            <a:extLst>
              <a:ext uri="{FF2B5EF4-FFF2-40B4-BE49-F238E27FC236}">
                <a16:creationId xmlns:a16="http://schemas.microsoft.com/office/drawing/2014/main" xmlns="" id="{46BDE243-BC5B-4829-915D-D1854C8A3C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2419" name="Notes Placeholder 2">
            <a:extLst>
              <a:ext uri="{FF2B5EF4-FFF2-40B4-BE49-F238E27FC236}">
                <a16:creationId xmlns:a16="http://schemas.microsoft.com/office/drawing/2014/main" xmlns="" id="{7BE5969D-6230-4061-A25F-129BF61EDB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many times in the last three days have I fallen asleep involuntarily? </a:t>
            </a:r>
          </a:p>
        </p:txBody>
      </p:sp>
      <p:sp>
        <p:nvSpPr>
          <p:cNvPr id="572420" name="Slide Number Placeholder 3">
            <a:extLst>
              <a:ext uri="{FF2B5EF4-FFF2-40B4-BE49-F238E27FC236}">
                <a16:creationId xmlns:a16="http://schemas.microsoft.com/office/drawing/2014/main" xmlns="" id="{884B8592-2FBC-4E6B-80E2-5F5095DA58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8820806-BC16-44D1-B00A-1955A312BC3B}"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631704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Slide Image Placeholder 1">
            <a:extLst>
              <a:ext uri="{FF2B5EF4-FFF2-40B4-BE49-F238E27FC236}">
                <a16:creationId xmlns:a16="http://schemas.microsoft.com/office/drawing/2014/main" xmlns="" id="{67B059E9-DAB2-4A84-99E3-D3CC86E66F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4467" name="Notes Placeholder 2">
            <a:extLst>
              <a:ext uri="{FF2B5EF4-FFF2-40B4-BE49-F238E27FC236}">
                <a16:creationId xmlns:a16="http://schemas.microsoft.com/office/drawing/2014/main" xmlns="" id="{B1D7F8EF-3FDE-4C5A-8B63-B67016AA87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many hours of nightly sleep have I had during that same time? Do I need to reassess my sleeping habits? </a:t>
            </a:r>
          </a:p>
          <a:p>
            <a:pPr>
              <a:spcBef>
                <a:spcPct val="0"/>
              </a:spcBef>
            </a:pPr>
            <a:endParaRPr lang="en-US" altLang="fr-FR"/>
          </a:p>
          <a:p>
            <a:pPr>
              <a:spcBef>
                <a:spcPct val="0"/>
              </a:spcBef>
            </a:pPr>
            <a:endParaRPr lang="en-US" altLang="fr-FR"/>
          </a:p>
        </p:txBody>
      </p:sp>
      <p:sp>
        <p:nvSpPr>
          <p:cNvPr id="574468" name="Slide Number Placeholder 3">
            <a:extLst>
              <a:ext uri="{FF2B5EF4-FFF2-40B4-BE49-F238E27FC236}">
                <a16:creationId xmlns:a16="http://schemas.microsoft.com/office/drawing/2014/main" xmlns="" id="{9C43B4E1-B885-4FA6-8F66-6F389F178FE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0CF4F21-0461-44F0-8347-0EB552738CEE}"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98777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Slide Image Placeholder 1">
            <a:extLst>
              <a:ext uri="{FF2B5EF4-FFF2-40B4-BE49-F238E27FC236}">
                <a16:creationId xmlns:a16="http://schemas.microsoft.com/office/drawing/2014/main" xmlns="" id="{9626E3EB-FA77-44D2-A7D1-522D5BE9D7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6515" name="Notes Placeholder 2">
            <a:extLst>
              <a:ext uri="{FF2B5EF4-FFF2-40B4-BE49-F238E27FC236}">
                <a16:creationId xmlns:a16="http://schemas.microsoft.com/office/drawing/2014/main" xmlns="" id="{9AEAAF6A-3C65-4AE6-AA5F-8B448A7810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Am I staying up too late at night? What delays my preparation for bed? </a:t>
            </a:r>
          </a:p>
        </p:txBody>
      </p:sp>
      <p:sp>
        <p:nvSpPr>
          <p:cNvPr id="576516" name="Slide Number Placeholder 3">
            <a:extLst>
              <a:ext uri="{FF2B5EF4-FFF2-40B4-BE49-F238E27FC236}">
                <a16:creationId xmlns:a16="http://schemas.microsoft.com/office/drawing/2014/main" xmlns="" id="{9FDF783D-6790-43B1-94B0-80197D829C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69C8BB7-4779-402F-95FC-6A53B9C70D4E}"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55179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Slide Image Placeholder 1">
            <a:extLst>
              <a:ext uri="{FF2B5EF4-FFF2-40B4-BE49-F238E27FC236}">
                <a16:creationId xmlns:a16="http://schemas.microsoft.com/office/drawing/2014/main" xmlns="" id="{07A302D7-D714-42AE-98F5-5C144AE7EB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8563" name="Notes Placeholder 2">
            <a:extLst>
              <a:ext uri="{FF2B5EF4-FFF2-40B4-BE49-F238E27FC236}">
                <a16:creationId xmlns:a16="http://schemas.microsoft.com/office/drawing/2014/main" xmlns="" id="{73E1AE00-B380-4F5E-AB0E-481B7E322F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Do I need to exercise more, or perhaps earlier in the day? </a:t>
            </a:r>
          </a:p>
        </p:txBody>
      </p:sp>
      <p:sp>
        <p:nvSpPr>
          <p:cNvPr id="578564" name="Slide Number Placeholder 3">
            <a:extLst>
              <a:ext uri="{FF2B5EF4-FFF2-40B4-BE49-F238E27FC236}">
                <a16:creationId xmlns:a16="http://schemas.microsoft.com/office/drawing/2014/main" xmlns="" id="{3B8376A1-C1D4-4726-9881-190D1BB74C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744E27-4A38-4EF3-82B8-2EDB99FE9A92}"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24872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Slide Image Placeholder 1">
            <a:extLst>
              <a:ext uri="{FF2B5EF4-FFF2-40B4-BE49-F238E27FC236}">
                <a16:creationId xmlns:a16="http://schemas.microsoft.com/office/drawing/2014/main" xmlns="" id="{65D75624-A832-4727-9DAA-4E96546915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0611" name="Notes Placeholder 2">
            <a:extLst>
              <a:ext uri="{FF2B5EF4-FFF2-40B4-BE49-F238E27FC236}">
                <a16:creationId xmlns:a16="http://schemas.microsoft.com/office/drawing/2014/main" xmlns="" id="{D396E700-96C3-4467-863F-2EB8FB7844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Have I had too big a meal in the evening, or eaten too late? </a:t>
            </a:r>
          </a:p>
        </p:txBody>
      </p:sp>
      <p:sp>
        <p:nvSpPr>
          <p:cNvPr id="580612" name="Slide Number Placeholder 3">
            <a:extLst>
              <a:ext uri="{FF2B5EF4-FFF2-40B4-BE49-F238E27FC236}">
                <a16:creationId xmlns:a16="http://schemas.microsoft.com/office/drawing/2014/main" xmlns="" id="{CAE292BC-0D6A-4B8C-AFEF-B47D7FF9AA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0F6512B-9609-461C-A7C1-EB143D7D5388}"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27254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Slide Image Placeholder 1">
            <a:extLst>
              <a:ext uri="{FF2B5EF4-FFF2-40B4-BE49-F238E27FC236}">
                <a16:creationId xmlns:a16="http://schemas.microsoft.com/office/drawing/2014/main" xmlns="" id="{26BD724C-E6FC-4530-A14D-17326FD99E3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2659" name="Notes Placeholder 2">
            <a:extLst>
              <a:ext uri="{FF2B5EF4-FFF2-40B4-BE49-F238E27FC236}">
                <a16:creationId xmlns:a16="http://schemas.microsoft.com/office/drawing/2014/main" xmlns="" id="{AC4B8AC1-EBBE-4C1A-9EF7-0DE557C2E5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Am I worrying about something that is keeping me awake? </a:t>
            </a:r>
          </a:p>
        </p:txBody>
      </p:sp>
      <p:sp>
        <p:nvSpPr>
          <p:cNvPr id="582660" name="Slide Number Placeholder 3">
            <a:extLst>
              <a:ext uri="{FF2B5EF4-FFF2-40B4-BE49-F238E27FC236}">
                <a16:creationId xmlns:a16="http://schemas.microsoft.com/office/drawing/2014/main" xmlns="" id="{DB6E1727-5881-451C-AD43-C8C8BBA8F3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7EDFF4A-7761-4E9A-969D-6D37B2866FDD}"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703964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Slide Image Placeholder 1">
            <a:extLst>
              <a:ext uri="{FF2B5EF4-FFF2-40B4-BE49-F238E27FC236}">
                <a16:creationId xmlns:a16="http://schemas.microsoft.com/office/drawing/2014/main" xmlns="" id="{15956063-08E2-45CD-9186-669149DE76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4707" name="Notes Placeholder 2">
            <a:extLst>
              <a:ext uri="{FF2B5EF4-FFF2-40B4-BE49-F238E27FC236}">
                <a16:creationId xmlns:a16="http://schemas.microsoft.com/office/drawing/2014/main" xmlns="" id="{045491C2-0CB2-4CE6-BFDD-AD8C11215E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Am I choosing to watch too much TV or play too many games?</a:t>
            </a:r>
          </a:p>
        </p:txBody>
      </p:sp>
      <p:sp>
        <p:nvSpPr>
          <p:cNvPr id="584708" name="Slide Number Placeholder 3">
            <a:extLst>
              <a:ext uri="{FF2B5EF4-FFF2-40B4-BE49-F238E27FC236}">
                <a16:creationId xmlns:a16="http://schemas.microsoft.com/office/drawing/2014/main" xmlns="" id="{DEDF1094-B03B-4B5C-8C78-4246D604DC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53E1684-BA1D-47B2-8794-647E513F29B6}"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524062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Slide Image Placeholder 1">
            <a:extLst>
              <a:ext uri="{FF2B5EF4-FFF2-40B4-BE49-F238E27FC236}">
                <a16:creationId xmlns:a16="http://schemas.microsoft.com/office/drawing/2014/main" xmlns="" id="{D09CF3DD-7D6E-4DEC-957C-256F8DD7E9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6755" name="Notes Placeholder 2">
            <a:extLst>
              <a:ext uri="{FF2B5EF4-FFF2-40B4-BE49-F238E27FC236}">
                <a16:creationId xmlns:a16="http://schemas.microsoft.com/office/drawing/2014/main" xmlns="" id="{184655AA-51E9-4776-B4DA-CFA83BE3D8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Do I need to see my physician about a sleep disorder, such as sleep apnea?</a:t>
            </a:r>
          </a:p>
          <a:p>
            <a:pPr>
              <a:spcBef>
                <a:spcPct val="0"/>
              </a:spcBef>
            </a:pPr>
            <a:endParaRPr lang="en-US" altLang="fr-FR"/>
          </a:p>
        </p:txBody>
      </p:sp>
      <p:sp>
        <p:nvSpPr>
          <p:cNvPr id="586756" name="Slide Number Placeholder 3">
            <a:extLst>
              <a:ext uri="{FF2B5EF4-FFF2-40B4-BE49-F238E27FC236}">
                <a16:creationId xmlns:a16="http://schemas.microsoft.com/office/drawing/2014/main" xmlns="" id="{03B4DB37-5315-40BF-818F-13581E4379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44E14FB-D5CC-4B42-9FDE-E3AD439AB997}"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00028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Slide Image Placeholder 1">
            <a:extLst>
              <a:ext uri="{FF2B5EF4-FFF2-40B4-BE49-F238E27FC236}">
                <a16:creationId xmlns:a16="http://schemas.microsoft.com/office/drawing/2014/main" xmlns="" id="{5D93FE8E-8EC0-4599-9774-B642F5B7F6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8803" name="Notes Placeholder 2">
            <a:extLst>
              <a:ext uri="{FF2B5EF4-FFF2-40B4-BE49-F238E27FC236}">
                <a16:creationId xmlns:a16="http://schemas.microsoft.com/office/drawing/2014/main" xmlns="" id="{C741BBDF-D2A8-4D50-B670-3BF00B79E5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 husband and wife worked late and then went out to dinner with friends. The meal was delicious, but the couple ate too much. </a:t>
            </a:r>
          </a:p>
        </p:txBody>
      </p:sp>
      <p:sp>
        <p:nvSpPr>
          <p:cNvPr id="588804" name="Slide Number Placeholder 3">
            <a:extLst>
              <a:ext uri="{FF2B5EF4-FFF2-40B4-BE49-F238E27FC236}">
                <a16:creationId xmlns:a16="http://schemas.microsoft.com/office/drawing/2014/main" xmlns="" id="{FA9AAC5E-A99A-4D40-9F6F-6300E7C106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B0FA64B-65B8-4AC4-B8C5-9D35705B1169}"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00515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Slide Image Placeholder 1">
            <a:extLst>
              <a:ext uri="{FF2B5EF4-FFF2-40B4-BE49-F238E27FC236}">
                <a16:creationId xmlns:a16="http://schemas.microsoft.com/office/drawing/2014/main" xmlns="" id="{24413B2D-2A6B-4146-A2DC-4875D6C2ED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0851" name="Notes Placeholder 2">
            <a:extLst>
              <a:ext uri="{FF2B5EF4-FFF2-40B4-BE49-F238E27FC236}">
                <a16:creationId xmlns:a16="http://schemas.microsoft.com/office/drawing/2014/main" xmlns="" id="{BE080F94-E62E-4C04-8630-9230F1B5D12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Neither slept well when they eventually got to bed. The next evening they arrived home late again and then watched a late-night TV show. </a:t>
            </a:r>
          </a:p>
        </p:txBody>
      </p:sp>
      <p:sp>
        <p:nvSpPr>
          <p:cNvPr id="590852" name="Slide Number Placeholder 3">
            <a:extLst>
              <a:ext uri="{FF2B5EF4-FFF2-40B4-BE49-F238E27FC236}">
                <a16:creationId xmlns:a16="http://schemas.microsoft.com/office/drawing/2014/main" xmlns="" id="{0026EAF7-1A7B-46AE-8CDC-DEB1A7DD14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F185E2E-8474-4D45-8689-07093C8C33DE}"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403328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Slide Image Placeholder 1">
            <a:extLst>
              <a:ext uri="{FF2B5EF4-FFF2-40B4-BE49-F238E27FC236}">
                <a16:creationId xmlns:a16="http://schemas.microsoft.com/office/drawing/2014/main" xmlns="" id="{384A5B19-A783-43EF-89F1-BD7F4618EF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2899" name="Notes Placeholder 2">
            <a:extLst>
              <a:ext uri="{FF2B5EF4-FFF2-40B4-BE49-F238E27FC236}">
                <a16:creationId xmlns:a16="http://schemas.microsoft.com/office/drawing/2014/main" xmlns="" id="{E1A4E725-770E-4346-AA4B-6CC63C5E34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The next morning the couple had a heated argument about who should fetch the dry cleaning. Why would they argue about such an inconsequential thing? </a:t>
            </a:r>
          </a:p>
        </p:txBody>
      </p:sp>
      <p:sp>
        <p:nvSpPr>
          <p:cNvPr id="592900" name="Slide Number Placeholder 3">
            <a:extLst>
              <a:ext uri="{FF2B5EF4-FFF2-40B4-BE49-F238E27FC236}">
                <a16:creationId xmlns:a16="http://schemas.microsoft.com/office/drawing/2014/main" xmlns="" id="{2A1F132E-4399-4340-AEDD-A839B46014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0277552-7309-4D57-84A6-6A6880EC04D6}"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28057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Slide Image Placeholder 1">
            <a:extLst>
              <a:ext uri="{FF2B5EF4-FFF2-40B4-BE49-F238E27FC236}">
                <a16:creationId xmlns:a16="http://schemas.microsoft.com/office/drawing/2014/main" xmlns="" id="{C9E39B5A-D7DE-422A-8D56-366E01C99D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4947" name="Notes Placeholder 2">
            <a:extLst>
              <a:ext uri="{FF2B5EF4-FFF2-40B4-BE49-F238E27FC236}">
                <a16:creationId xmlns:a16="http://schemas.microsoft.com/office/drawing/2014/main" xmlns="" id="{BB7BCF54-126C-42AF-A6D1-3F8057421E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Were they thinking clearly? How can I prevent something like that from happening to me?</a:t>
            </a:r>
          </a:p>
          <a:p>
            <a:pPr>
              <a:spcBef>
                <a:spcPct val="0"/>
              </a:spcBef>
            </a:pPr>
            <a:endParaRPr lang="en-US" altLang="fr-FR"/>
          </a:p>
        </p:txBody>
      </p:sp>
      <p:sp>
        <p:nvSpPr>
          <p:cNvPr id="594948" name="Slide Number Placeholder 3">
            <a:extLst>
              <a:ext uri="{FF2B5EF4-FFF2-40B4-BE49-F238E27FC236}">
                <a16:creationId xmlns:a16="http://schemas.microsoft.com/office/drawing/2014/main" xmlns="" id="{454BE457-F496-4FDA-8967-F9906EAB7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14ECBAA-B540-49BE-9241-79CC3A70AF4F}"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200488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Slide Image Placeholder 1">
            <a:extLst>
              <a:ext uri="{FF2B5EF4-FFF2-40B4-BE49-F238E27FC236}">
                <a16:creationId xmlns:a16="http://schemas.microsoft.com/office/drawing/2014/main" xmlns="" id="{3899B86A-F8B9-46D9-A119-51DF2BA0D5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96EA5E18-9E14-4E14-B49B-5806B5297C33}"/>
              </a:ext>
            </a:extLst>
          </p:cNvPr>
          <p:cNvSpPr>
            <a:spLocks noGrp="1"/>
          </p:cNvSpPr>
          <p:nvPr>
            <p:ph type="body" idx="1"/>
          </p:nvPr>
        </p:nvSpPr>
        <p:spPr/>
        <p:txBody>
          <a:bodyPr/>
          <a:lstStyle/>
          <a:p>
            <a:pPr fontAlgn="auto">
              <a:spcBef>
                <a:spcPts val="0"/>
              </a:spcBef>
              <a:spcAft>
                <a:spcPts val="0"/>
              </a:spcAft>
              <a:defRPr/>
            </a:pPr>
            <a:r>
              <a:rPr lang="en-US" sz="2000" dirty="0">
                <a:ea typeface="+mn-ea"/>
              </a:rPr>
              <a:t>How many of the following symptoms have I observed in myself lately? </a:t>
            </a:r>
          </a:p>
          <a:p>
            <a:pPr marL="171450" indent="-171450" fontAlgn="auto">
              <a:spcBef>
                <a:spcPts val="0"/>
              </a:spcBef>
              <a:spcAft>
                <a:spcPts val="0"/>
              </a:spcAft>
              <a:buFont typeface="Arial" pitchFamily="34" charset="0"/>
              <a:buChar char="•"/>
              <a:defRPr/>
            </a:pPr>
            <a:r>
              <a:rPr lang="en-US" sz="2000" dirty="0">
                <a:ea typeface="+mn-ea"/>
              </a:rPr>
              <a:t>lower productivity; </a:t>
            </a:r>
          </a:p>
          <a:p>
            <a:pPr marL="171450" indent="-171450" fontAlgn="auto">
              <a:spcBef>
                <a:spcPts val="0"/>
              </a:spcBef>
              <a:spcAft>
                <a:spcPts val="0"/>
              </a:spcAft>
              <a:buFont typeface="Arial" pitchFamily="34" charset="0"/>
              <a:buChar char="•"/>
              <a:defRPr/>
            </a:pPr>
            <a:r>
              <a:rPr lang="en-US" sz="2000" dirty="0">
                <a:ea typeface="+mn-ea"/>
              </a:rPr>
              <a:t>short attention span; </a:t>
            </a:r>
          </a:p>
        </p:txBody>
      </p:sp>
      <p:sp>
        <p:nvSpPr>
          <p:cNvPr id="596996" name="Slide Number Placeholder 3">
            <a:extLst>
              <a:ext uri="{FF2B5EF4-FFF2-40B4-BE49-F238E27FC236}">
                <a16:creationId xmlns:a16="http://schemas.microsoft.com/office/drawing/2014/main" xmlns="" id="{1A0E5EAA-186A-4766-A1E0-F84480337C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21BAC59-5A0A-4891-AC63-5B1F51D2B591}"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78409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Slide Image Placeholder 1">
            <a:extLst>
              <a:ext uri="{FF2B5EF4-FFF2-40B4-BE49-F238E27FC236}">
                <a16:creationId xmlns:a16="http://schemas.microsoft.com/office/drawing/2014/main" xmlns="" id="{4B7A768A-26FA-4C47-B10A-A1C441DBA1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xmlns="" id="{9E07C376-B724-454A-8B38-8C95ABCA64FD}"/>
              </a:ext>
            </a:extLst>
          </p:cNvPr>
          <p:cNvSpPr>
            <a:spLocks noGrp="1"/>
          </p:cNvSpPr>
          <p:nvPr>
            <p:ph type="body" idx="1"/>
          </p:nvPr>
        </p:nvSpPr>
        <p:spPr/>
        <p:txBody>
          <a:bodyPr/>
          <a:lstStyle/>
          <a:p>
            <a:pPr marL="342900" indent="-342900" fontAlgn="auto">
              <a:spcBef>
                <a:spcPts val="0"/>
              </a:spcBef>
              <a:spcAft>
                <a:spcPts val="0"/>
              </a:spcAft>
              <a:buFont typeface="Arial" pitchFamily="34" charset="0"/>
              <a:buChar char="•"/>
              <a:defRPr/>
            </a:pPr>
            <a:r>
              <a:rPr lang="en-US" sz="2000" dirty="0">
                <a:ea typeface="+mn-ea"/>
              </a:rPr>
              <a:t>inability to solve complex problems, think clearly, or remember quickly.</a:t>
            </a:r>
          </a:p>
          <a:p>
            <a:pPr fontAlgn="auto">
              <a:spcBef>
                <a:spcPts val="0"/>
              </a:spcBef>
              <a:spcAft>
                <a:spcPts val="0"/>
              </a:spcAft>
              <a:defRPr/>
            </a:pPr>
            <a:endParaRPr lang="en-US" dirty="0">
              <a:ea typeface="+mn-ea"/>
            </a:endParaRPr>
          </a:p>
        </p:txBody>
      </p:sp>
      <p:sp>
        <p:nvSpPr>
          <p:cNvPr id="599044" name="Slide Number Placeholder 3">
            <a:extLst>
              <a:ext uri="{FF2B5EF4-FFF2-40B4-BE49-F238E27FC236}">
                <a16:creationId xmlns:a16="http://schemas.microsoft.com/office/drawing/2014/main" xmlns="" id="{F87000E5-AF45-474C-A714-12B4ABF4C8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28774FC-8B20-47E9-A908-9DD19EF56519}"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155300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Slide Image Placeholder 1">
            <a:extLst>
              <a:ext uri="{FF2B5EF4-FFF2-40B4-BE49-F238E27FC236}">
                <a16:creationId xmlns:a16="http://schemas.microsoft.com/office/drawing/2014/main" xmlns="" id="{CDBF0815-22D8-4BC4-910F-C075C93EB7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1091" name="Notes Placeholder 2">
            <a:extLst>
              <a:ext uri="{FF2B5EF4-FFF2-40B4-BE49-F238E27FC236}">
                <a16:creationId xmlns:a16="http://schemas.microsoft.com/office/drawing/2014/main" xmlns="" id="{6DCBC300-CCBD-4865-8BAC-1581F3580D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do I demonstrate that I value my sleep? </a:t>
            </a:r>
          </a:p>
          <a:p>
            <a:pPr>
              <a:spcBef>
                <a:spcPct val="0"/>
              </a:spcBef>
            </a:pPr>
            <a:r>
              <a:rPr lang="en-US" altLang="fr-FR"/>
              <a:t>What choices do I have to make in order to get adequate and restful sleep? </a:t>
            </a:r>
          </a:p>
          <a:p>
            <a:pPr>
              <a:spcBef>
                <a:spcPct val="0"/>
              </a:spcBef>
            </a:pPr>
            <a:endParaRPr lang="en-US" altLang="fr-FR"/>
          </a:p>
        </p:txBody>
      </p:sp>
      <p:sp>
        <p:nvSpPr>
          <p:cNvPr id="601092" name="Slide Number Placeholder 3">
            <a:extLst>
              <a:ext uri="{FF2B5EF4-FFF2-40B4-BE49-F238E27FC236}">
                <a16:creationId xmlns:a16="http://schemas.microsoft.com/office/drawing/2014/main" xmlns="" id="{9390CC62-E178-4497-BF46-B011887F5B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58FAA5E-C1D9-4610-9EE3-3A8D0E3B2241}"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4099597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Slide Image Placeholder 1">
            <a:extLst>
              <a:ext uri="{FF2B5EF4-FFF2-40B4-BE49-F238E27FC236}">
                <a16:creationId xmlns:a16="http://schemas.microsoft.com/office/drawing/2014/main" xmlns="" id="{80622714-EEA6-4E14-B35D-7A306A8003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3139" name="Notes Placeholder 2">
            <a:extLst>
              <a:ext uri="{FF2B5EF4-FFF2-40B4-BE49-F238E27FC236}">
                <a16:creationId xmlns:a16="http://schemas.microsoft.com/office/drawing/2014/main" xmlns="" id="{CD517130-4667-485F-9015-C2ACD889A2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Should I choose to get up at the same time on weekends as I do during the week so that I establish good-habit patterns?</a:t>
            </a:r>
          </a:p>
          <a:p>
            <a:pPr>
              <a:spcBef>
                <a:spcPct val="0"/>
              </a:spcBef>
            </a:pPr>
            <a:endParaRPr lang="en-US" altLang="fr-FR"/>
          </a:p>
        </p:txBody>
      </p:sp>
      <p:sp>
        <p:nvSpPr>
          <p:cNvPr id="603140" name="Slide Number Placeholder 3">
            <a:extLst>
              <a:ext uri="{FF2B5EF4-FFF2-40B4-BE49-F238E27FC236}">
                <a16:creationId xmlns:a16="http://schemas.microsoft.com/office/drawing/2014/main" xmlns="" id="{6C45C0CD-19C4-4DAB-8E20-839DD33887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4E7340C-7B95-4F74-B675-7849F7E16719}" type="slidenum">
              <a:rPr lang="en-US" altLang="fr-FR">
                <a:latin typeface="Calibri" panose="020F0502020204030204" pitchFamily="34" charset="0"/>
                <a:ea typeface="MS PGothic" panose="020B0600070205080204" pitchFamily="34" charset="-128"/>
              </a:rPr>
              <a:pPr/>
              <a:t>40</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774867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Slide Image Placeholder 1">
            <a:extLst>
              <a:ext uri="{FF2B5EF4-FFF2-40B4-BE49-F238E27FC236}">
                <a16:creationId xmlns:a16="http://schemas.microsoft.com/office/drawing/2014/main" xmlns="" id="{4C45B42B-654E-4124-8070-E06C3F2870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5187" name="Notes Placeholder 2">
            <a:extLst>
              <a:ext uri="{FF2B5EF4-FFF2-40B4-BE49-F238E27FC236}">
                <a16:creationId xmlns:a16="http://schemas.microsoft.com/office/drawing/2014/main" xmlns="" id="{A635B5BA-C5C4-42DF-94B6-64DB0F24FEB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What arrangements in my bedroom do I have to change to foster better sleep? </a:t>
            </a:r>
          </a:p>
        </p:txBody>
      </p:sp>
      <p:sp>
        <p:nvSpPr>
          <p:cNvPr id="605188" name="Slide Number Placeholder 3">
            <a:extLst>
              <a:ext uri="{FF2B5EF4-FFF2-40B4-BE49-F238E27FC236}">
                <a16:creationId xmlns:a16="http://schemas.microsoft.com/office/drawing/2014/main" xmlns="" id="{EA8A4883-7612-4193-BEF4-B760A3F5CC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CFE77CB-6213-43CE-A462-5FFE20B150D4}" type="slidenum">
              <a:rPr lang="en-US" altLang="fr-FR">
                <a:latin typeface="Calibri" panose="020F0502020204030204" pitchFamily="34" charset="0"/>
                <a:ea typeface="MS PGothic" panose="020B0600070205080204" pitchFamily="34" charset="-128"/>
              </a:rPr>
              <a:pPr/>
              <a:t>41</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3732263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Slide Image Placeholder 1">
            <a:extLst>
              <a:ext uri="{FF2B5EF4-FFF2-40B4-BE49-F238E27FC236}">
                <a16:creationId xmlns:a16="http://schemas.microsoft.com/office/drawing/2014/main" xmlns="" id="{B1FC4B4C-7CAA-44B0-B687-6B26676EF5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7235" name="Notes Placeholder 2">
            <a:extLst>
              <a:ext uri="{FF2B5EF4-FFF2-40B4-BE49-F238E27FC236}">
                <a16:creationId xmlns:a16="http://schemas.microsoft.com/office/drawing/2014/main" xmlns="" id="{99AE6DBD-780C-4D4C-AD09-5017B15445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make a decided choice to put my trust in God and leave my burdens with Him?</a:t>
            </a:r>
          </a:p>
          <a:p>
            <a:pPr>
              <a:spcBef>
                <a:spcPct val="0"/>
              </a:spcBef>
            </a:pPr>
            <a:endParaRPr lang="en-US" altLang="fr-FR"/>
          </a:p>
        </p:txBody>
      </p:sp>
      <p:sp>
        <p:nvSpPr>
          <p:cNvPr id="607236" name="Slide Number Placeholder 3">
            <a:extLst>
              <a:ext uri="{FF2B5EF4-FFF2-40B4-BE49-F238E27FC236}">
                <a16:creationId xmlns:a16="http://schemas.microsoft.com/office/drawing/2014/main" xmlns="" id="{D448C571-6C7E-41BD-98FB-4670D69B50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4A61C89-D992-4B10-99B9-C872892CE062}" type="slidenum">
              <a:rPr lang="en-US" altLang="fr-FR">
                <a:latin typeface="Calibri" panose="020F0502020204030204" pitchFamily="34" charset="0"/>
                <a:ea typeface="MS PGothic" panose="020B0600070205080204" pitchFamily="34" charset="-128"/>
              </a:rPr>
              <a:pPr/>
              <a:t>42</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315181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Slide Image Placeholder 1">
            <a:extLst>
              <a:ext uri="{FF2B5EF4-FFF2-40B4-BE49-F238E27FC236}">
                <a16:creationId xmlns:a16="http://schemas.microsoft.com/office/drawing/2014/main" xmlns="" id="{DBC09A08-0727-472E-87CC-08C133DDC3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9283" name="Notes Placeholder 2">
            <a:extLst>
              <a:ext uri="{FF2B5EF4-FFF2-40B4-BE49-F238E27FC236}">
                <a16:creationId xmlns:a16="http://schemas.microsoft.com/office/drawing/2014/main" xmlns="" id="{E3A77FB8-7C37-43D8-8AB5-B3400ABB3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In what ways do I show that I value the rest that the Sabbath offers? </a:t>
            </a:r>
          </a:p>
        </p:txBody>
      </p:sp>
      <p:sp>
        <p:nvSpPr>
          <p:cNvPr id="609284" name="Slide Number Placeholder 3">
            <a:extLst>
              <a:ext uri="{FF2B5EF4-FFF2-40B4-BE49-F238E27FC236}">
                <a16:creationId xmlns:a16="http://schemas.microsoft.com/office/drawing/2014/main" xmlns="" id="{C3E001D4-3DB2-4163-A451-C34F525C7A0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27BE39E-9BC2-4A2E-8ECB-15F71596C41D}" type="slidenum">
              <a:rPr lang="en-US" altLang="fr-FR">
                <a:latin typeface="Calibri" panose="020F0502020204030204" pitchFamily="34" charset="0"/>
                <a:ea typeface="MS PGothic" panose="020B0600070205080204" pitchFamily="34" charset="-128"/>
              </a:rPr>
              <a:pPr/>
              <a:t>43</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007477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Slide Image Placeholder 1">
            <a:extLst>
              <a:ext uri="{FF2B5EF4-FFF2-40B4-BE49-F238E27FC236}">
                <a16:creationId xmlns:a16="http://schemas.microsoft.com/office/drawing/2014/main" xmlns="" id="{8287245B-7112-44A9-BEC8-BC8912E701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1331" name="Notes Placeholder 2">
            <a:extLst>
              <a:ext uri="{FF2B5EF4-FFF2-40B4-BE49-F238E27FC236}">
                <a16:creationId xmlns:a16="http://schemas.microsoft.com/office/drawing/2014/main" xmlns="" id="{CEB810BB-F712-4D07-9FA0-E8BA3062D6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Do I use the Sabbath hours to catch up on my sleep debt from a week of bad choices?</a:t>
            </a:r>
          </a:p>
        </p:txBody>
      </p:sp>
      <p:sp>
        <p:nvSpPr>
          <p:cNvPr id="611332" name="Slide Number Placeholder 3">
            <a:extLst>
              <a:ext uri="{FF2B5EF4-FFF2-40B4-BE49-F238E27FC236}">
                <a16:creationId xmlns:a16="http://schemas.microsoft.com/office/drawing/2014/main" xmlns="" id="{378C2690-FF30-4995-99FB-901CFE90D9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711431F-551B-4524-8F1B-8CE7312ABE57}" type="slidenum">
              <a:rPr lang="en-US" altLang="fr-FR">
                <a:latin typeface="Calibri" panose="020F0502020204030204" pitchFamily="34" charset="0"/>
                <a:ea typeface="MS PGothic" panose="020B0600070205080204" pitchFamily="34" charset="-128"/>
              </a:rPr>
              <a:pPr/>
              <a:t>44</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2897007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Slide Image Placeholder 1">
            <a:extLst>
              <a:ext uri="{FF2B5EF4-FFF2-40B4-BE49-F238E27FC236}">
                <a16:creationId xmlns:a16="http://schemas.microsoft.com/office/drawing/2014/main" xmlns="" id="{A462107B-A445-46E7-831D-EFDE655030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3379" name="Notes Placeholder 2">
            <a:extLst>
              <a:ext uri="{FF2B5EF4-FFF2-40B4-BE49-F238E27FC236}">
                <a16:creationId xmlns:a16="http://schemas.microsoft.com/office/drawing/2014/main" xmlns="" id="{84508A86-A313-4A93-A792-858C06062F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Or do I enjoy the same type of rest that God took after Creation—</a:t>
            </a:r>
          </a:p>
          <a:p>
            <a:pPr>
              <a:spcBef>
                <a:spcPct val="0"/>
              </a:spcBef>
            </a:pPr>
            <a:endParaRPr lang="en-US" altLang="fr-FR"/>
          </a:p>
        </p:txBody>
      </p:sp>
      <p:sp>
        <p:nvSpPr>
          <p:cNvPr id="613380" name="Slide Number Placeholder 3">
            <a:extLst>
              <a:ext uri="{FF2B5EF4-FFF2-40B4-BE49-F238E27FC236}">
                <a16:creationId xmlns:a16="http://schemas.microsoft.com/office/drawing/2014/main" xmlns="" id="{6AE97B2D-19EB-499C-A858-BAB4AA89C53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340DBE1-BA6D-4EB6-B0E4-0A95313909FF}" type="slidenum">
              <a:rPr lang="en-US" altLang="fr-FR">
                <a:latin typeface="Calibri" panose="020F0502020204030204" pitchFamily="34" charset="0"/>
                <a:ea typeface="MS PGothic" panose="020B0600070205080204" pitchFamily="34" charset="-128"/>
              </a:rPr>
              <a:pPr/>
              <a:t>45</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1171426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Slide Image Placeholder 1">
            <a:extLst>
              <a:ext uri="{FF2B5EF4-FFF2-40B4-BE49-F238E27FC236}">
                <a16:creationId xmlns:a16="http://schemas.microsoft.com/office/drawing/2014/main" xmlns="" id="{2B680C6E-B08B-4EB8-AE96-06C89AC1F65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5427" name="Notes Placeholder 2">
            <a:extLst>
              <a:ext uri="{FF2B5EF4-FFF2-40B4-BE49-F238E27FC236}">
                <a16:creationId xmlns:a16="http://schemas.microsoft.com/office/drawing/2014/main" xmlns="" id="{097DC46A-8FF1-4559-AB2E-894F490769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—a rest from work in order to spend time in growing my relationships with God, family, and community?</a:t>
            </a:r>
          </a:p>
          <a:p>
            <a:pPr>
              <a:spcBef>
                <a:spcPct val="0"/>
              </a:spcBef>
            </a:pPr>
            <a:endParaRPr lang="en-US" altLang="fr-FR"/>
          </a:p>
        </p:txBody>
      </p:sp>
      <p:sp>
        <p:nvSpPr>
          <p:cNvPr id="615428" name="Slide Number Placeholder 3">
            <a:extLst>
              <a:ext uri="{FF2B5EF4-FFF2-40B4-BE49-F238E27FC236}">
                <a16:creationId xmlns:a16="http://schemas.microsoft.com/office/drawing/2014/main" xmlns="" id="{A65C5C2D-C219-455C-9F30-8C12201B812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7D7B51A-E93D-4329-B087-2F801A0744BD}" type="slidenum">
              <a:rPr lang="en-US" altLang="fr-FR">
                <a:latin typeface="Calibri" panose="020F0502020204030204" pitchFamily="34" charset="0"/>
                <a:ea typeface="MS PGothic" panose="020B0600070205080204" pitchFamily="34" charset="-128"/>
              </a:rPr>
              <a:pPr/>
              <a:t>46</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680022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Slide Image Placeholder 1">
            <a:extLst>
              <a:ext uri="{FF2B5EF4-FFF2-40B4-BE49-F238E27FC236}">
                <a16:creationId xmlns:a16="http://schemas.microsoft.com/office/drawing/2014/main" xmlns="" id="{7EF9135F-9676-4073-A971-09014A9E9C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7475" name="Notes Placeholder 2">
            <a:extLst>
              <a:ext uri="{FF2B5EF4-FFF2-40B4-BE49-F238E27FC236}">
                <a16:creationId xmlns:a16="http://schemas.microsoft.com/office/drawing/2014/main" xmlns="" id="{827C3C48-92E0-4222-B5E6-1F80630E57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Do I use the full vacation time allotted to me? </a:t>
            </a:r>
          </a:p>
        </p:txBody>
      </p:sp>
      <p:sp>
        <p:nvSpPr>
          <p:cNvPr id="617476" name="Slide Number Placeholder 3">
            <a:extLst>
              <a:ext uri="{FF2B5EF4-FFF2-40B4-BE49-F238E27FC236}">
                <a16:creationId xmlns:a16="http://schemas.microsoft.com/office/drawing/2014/main" xmlns="" id="{5DD2EF7E-1B04-4AB0-8F3E-8F65F1B343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D5358AD-942D-44DE-9EAE-9E22140F428B}" type="slidenum">
              <a:rPr lang="en-US" altLang="fr-FR">
                <a:latin typeface="Calibri" panose="020F0502020204030204" pitchFamily="34" charset="0"/>
                <a:ea typeface="MS PGothic" panose="020B0600070205080204" pitchFamily="34" charset="-128"/>
              </a:rPr>
              <a:pPr/>
              <a:t>47</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501228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Slide Image Placeholder 1">
            <a:extLst>
              <a:ext uri="{FF2B5EF4-FFF2-40B4-BE49-F238E27FC236}">
                <a16:creationId xmlns:a16="http://schemas.microsoft.com/office/drawing/2014/main" xmlns="" id="{D7FB651B-E117-4DAC-9819-EC177889B0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9523" name="Notes Placeholder 2">
            <a:extLst>
              <a:ext uri="{FF2B5EF4-FFF2-40B4-BE49-F238E27FC236}">
                <a16:creationId xmlns:a16="http://schemas.microsoft.com/office/drawing/2014/main" xmlns="" id="{F4A666A6-00C2-4F6A-BB5E-EB395ED9B1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best use this time in a balanced way to adequately rejuvenate physically, mentally, emotionally, and spiritually?</a:t>
            </a:r>
          </a:p>
        </p:txBody>
      </p:sp>
      <p:sp>
        <p:nvSpPr>
          <p:cNvPr id="619524" name="Slide Number Placeholder 3">
            <a:extLst>
              <a:ext uri="{FF2B5EF4-FFF2-40B4-BE49-F238E27FC236}">
                <a16:creationId xmlns:a16="http://schemas.microsoft.com/office/drawing/2014/main" xmlns="" id="{2834FB92-198D-4AF2-9986-B2C4BFBE34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EDB4FF04-0DD0-42FB-BCE8-56834E46EF83}" type="slidenum">
              <a:rPr lang="en-US" altLang="fr-FR">
                <a:latin typeface="Calibri" panose="020F0502020204030204" pitchFamily="34" charset="0"/>
                <a:ea typeface="MS PGothic" panose="020B0600070205080204" pitchFamily="34" charset="-128"/>
              </a:rPr>
              <a:pPr/>
              <a:t>48</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4394934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Slide Image Placeholder 1">
            <a:extLst>
              <a:ext uri="{FF2B5EF4-FFF2-40B4-BE49-F238E27FC236}">
                <a16:creationId xmlns:a16="http://schemas.microsoft.com/office/drawing/2014/main" xmlns="" id="{B818BEDB-70FB-49C9-B68E-CEDD0B356F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1571" name="Notes Placeholder 2">
            <a:extLst>
              <a:ext uri="{FF2B5EF4-FFF2-40B4-BE49-F238E27FC236}">
                <a16:creationId xmlns:a16="http://schemas.microsoft.com/office/drawing/2014/main" xmlns="" id="{0F73A5DE-DBA1-4E33-9178-38B8628979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fr-FR"/>
              <a:t>How can I plan more purposefully to gain the benefits I need to offset the stresses and deficiencies I experience during the rest of the year?</a:t>
            </a:r>
          </a:p>
          <a:p>
            <a:pPr>
              <a:spcBef>
                <a:spcPct val="0"/>
              </a:spcBef>
            </a:pPr>
            <a:endParaRPr lang="en-US" altLang="fr-FR"/>
          </a:p>
        </p:txBody>
      </p:sp>
      <p:sp>
        <p:nvSpPr>
          <p:cNvPr id="621572" name="Slide Number Placeholder 3">
            <a:extLst>
              <a:ext uri="{FF2B5EF4-FFF2-40B4-BE49-F238E27FC236}">
                <a16:creationId xmlns:a16="http://schemas.microsoft.com/office/drawing/2014/main" xmlns="" id="{10B28D1E-5A0C-4040-9CB1-6DBFB9528D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437AE1E-2F62-463D-958E-D81940C55F67}" type="slidenum">
              <a:rPr lang="en-US" altLang="fr-FR">
                <a:latin typeface="Calibri" panose="020F0502020204030204" pitchFamily="34" charset="0"/>
                <a:ea typeface="MS PGothic" panose="020B0600070205080204" pitchFamily="34" charset="-128"/>
              </a:rPr>
              <a:pPr/>
              <a:t>49</a:t>
            </a:fld>
            <a:endParaRPr lang="en-US" altLang="fr-FR">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231192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962016C3-4B1F-4AE2-98DE-46789CDB176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xmlns="" id="{88AEB12E-15A2-4FC6-B043-8DF4780051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xmlns="" id="{9D8F37D4-976B-463B-A0FC-FC057F4F88DF}"/>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4E3CAA0A-B85C-42D0-8865-7C3821AA8819}"/>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BE4FE1FC-6B96-4E5F-9C79-814171CEF8EA}"/>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77379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07AFB4FB-04D6-4B65-A94F-1709E9CD5AE5}"/>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235F53A8-74F3-41CA-AE40-F7F48590681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2B72A0AF-F206-4E9C-9A0E-51B1FE35A697}"/>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5C0F56CD-C6BB-4E98-9C25-D7DE699E1942}"/>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027F532C-FC9E-45AC-A409-96029C424299}"/>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2399884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0470359-DCDB-4209-8FC1-47F5B13FEF4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6A1D091D-BDD7-46B7-A21D-2D823832F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BF684274-C391-4CB5-B691-4708CE0B133A}"/>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957347C5-44DC-4491-9CBB-45E605D377D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5C8F9A68-453A-40DD-9509-EE4B0525329B}"/>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2134083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F1892FF-C66F-4D4D-ADBC-C42956C97F98}"/>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1DCDB861-0999-45CF-A7C3-62A5BF31940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xmlns="" id="{E23754DD-3FF6-45F8-A4D4-BB48CAC4735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xmlns="" id="{2551FB26-3798-4D64-BB5D-E193D86A68B4}"/>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6" name="Espace réservé du pied de page 5">
            <a:extLst>
              <a:ext uri="{FF2B5EF4-FFF2-40B4-BE49-F238E27FC236}">
                <a16:creationId xmlns:a16="http://schemas.microsoft.com/office/drawing/2014/main" xmlns="" id="{92B518C6-66B6-4BE4-B9D2-A457F2F0135F}"/>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E2CA7E13-A288-4D34-B899-6E570F7D9B99}"/>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2088486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D4886B1-1FA5-4650-9141-E8A5752F5A1F}"/>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30785E5A-D584-4FD7-B357-957D16AB2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388E7C74-D8A0-4F1B-B8A5-E8E2A1AF13F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xmlns="" id="{98B41583-0328-41F4-99EB-166AA245F7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B8F94F29-5AD7-4080-8977-9A802EF8178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xmlns="" id="{45B1E8DA-C59D-4563-884D-872C0EA60663}"/>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8" name="Espace réservé du pied de page 7">
            <a:extLst>
              <a:ext uri="{FF2B5EF4-FFF2-40B4-BE49-F238E27FC236}">
                <a16:creationId xmlns:a16="http://schemas.microsoft.com/office/drawing/2014/main" xmlns="" id="{2F0478C0-C219-4B9D-A5CA-13228893F7BA}"/>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xmlns="" id="{65D7E2CE-740D-4EE5-B2D3-20E35C8029B9}"/>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2744363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EEC2208C-7C09-4536-8172-68B89EE2B3F8}"/>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xmlns="" id="{91C8BA58-8C4F-49D9-B0D4-00B80C0428F8}"/>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4" name="Espace réservé du pied de page 3">
            <a:extLst>
              <a:ext uri="{FF2B5EF4-FFF2-40B4-BE49-F238E27FC236}">
                <a16:creationId xmlns:a16="http://schemas.microsoft.com/office/drawing/2014/main" xmlns="" id="{14F63BBD-7178-4158-88AA-AEC5354C0A2F}"/>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xmlns="" id="{E76D03D4-4B3A-4382-BBB5-ABD79033565B}"/>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3963027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7A1B7A79-3FC2-46C8-B2F3-5C683D4FB08B}"/>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3" name="Espace réservé du pied de page 2">
            <a:extLst>
              <a:ext uri="{FF2B5EF4-FFF2-40B4-BE49-F238E27FC236}">
                <a16:creationId xmlns:a16="http://schemas.microsoft.com/office/drawing/2014/main" xmlns="" id="{519F71FC-F0D4-4907-BDF3-F020343A67A2}"/>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xmlns="" id="{03D948EA-AF95-4CD1-88B0-905B62676C3E}"/>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805984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9ABB776F-0CE8-4FCC-AC8B-3CC8874F1F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xmlns="" id="{2B28E354-5481-4AEF-891E-BDC99178C7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xmlns="" id="{1BE2EE46-FDBA-4D60-9704-FDC3C22A8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02D07D86-8A8E-4335-ABFD-A4C25691D919}"/>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6" name="Espace réservé du pied de page 5">
            <a:extLst>
              <a:ext uri="{FF2B5EF4-FFF2-40B4-BE49-F238E27FC236}">
                <a16:creationId xmlns:a16="http://schemas.microsoft.com/office/drawing/2014/main" xmlns="" id="{A5CE1C34-295D-4593-8321-D5B45378EB37}"/>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03AA3074-23AE-4677-ADAD-C1FB98BE7F9E}"/>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4117678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12C05B2B-D372-4C54-B2D6-D16D5F7F96A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xmlns="" id="{B180EDF8-C65D-4BC9-A89F-162DBE4B0C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xmlns="" id="{856DC119-40DD-42A7-A869-5283E5E9B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DF4F2BA5-D73A-4895-8AB5-29B53B7DA807}"/>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6" name="Espace réservé du pied de page 5">
            <a:extLst>
              <a:ext uri="{FF2B5EF4-FFF2-40B4-BE49-F238E27FC236}">
                <a16:creationId xmlns:a16="http://schemas.microsoft.com/office/drawing/2014/main" xmlns="" id="{C3AB894D-F0BA-448A-8178-7189F6995906}"/>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xmlns="" id="{DFAE41C5-9B3D-480B-9540-906512E877D6}"/>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138236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6F1CCCC-7376-4568-A3AE-173A01DA3296}"/>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85A97697-5277-41D9-8E27-774AC0B98D9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0DFB9DF7-7C13-4A60-BF52-E58923EACC12}"/>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1C5752CF-A5B1-433E-90A9-A398FB56B69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931A9550-7127-4E72-A134-2CD91C56D7CC}"/>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9084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BC51C1BD-DF1A-4AD5-BB54-870387BA16D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xmlns="" id="{BE64C608-1F74-448B-A520-23CA45CD2B9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44DF41FE-DE3D-4641-A16B-E7B48A448A95}"/>
              </a:ext>
            </a:extLst>
          </p:cNvPr>
          <p:cNvSpPr>
            <a:spLocks noGrp="1"/>
          </p:cNvSpPr>
          <p:nvPr>
            <p:ph type="dt" sz="half" idx="10"/>
          </p:nvPr>
        </p:nvSpPr>
        <p:spPr/>
        <p:txBody>
          <a:body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D7168227-A439-4636-8643-6143D0F70729}"/>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xmlns="" id="{78852F2D-11C6-40B3-BB2D-C48A19DA19D5}"/>
              </a:ext>
            </a:extLst>
          </p:cNvPr>
          <p:cNvSpPr>
            <a:spLocks noGrp="1"/>
          </p:cNvSpPr>
          <p:nvPr>
            <p:ph type="sldNum" sz="quarter" idx="12"/>
          </p:nvPr>
        </p:nvSpPr>
        <p:spPr/>
        <p:txBody>
          <a:bodyPr/>
          <a:lstStyle/>
          <a:p>
            <a:fld id="{CFBF3855-E0FE-43AB-8039-97D5748656D1}" type="slidenum">
              <a:rPr lang="fr-BE" smtClean="0"/>
              <a:t>‹#›</a:t>
            </a:fld>
            <a:endParaRPr lang="fr-BE"/>
          </a:p>
        </p:txBody>
      </p:sp>
    </p:spTree>
    <p:extLst>
      <p:ext uri="{BB962C8B-B14F-4D97-AF65-F5344CB8AC3E}">
        <p14:creationId xmlns:p14="http://schemas.microsoft.com/office/powerpoint/2010/main" val="364040235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194C7E16-BE3F-4004-B331-96B0457F7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xmlns="" id="{31A6E923-40B9-4B32-BAC0-E315007E1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xmlns="" id="{B228CADF-6FC5-4CCB-BD15-AECE910B3A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47DC5-C795-4F6E-860D-74F33DCAC612}" type="datetimeFigureOut">
              <a:rPr lang="fr-BE" smtClean="0"/>
              <a:t>15/05/22</a:t>
            </a:fld>
            <a:endParaRPr lang="fr-BE"/>
          </a:p>
        </p:txBody>
      </p:sp>
      <p:sp>
        <p:nvSpPr>
          <p:cNvPr id="5" name="Espace réservé du pied de page 4">
            <a:extLst>
              <a:ext uri="{FF2B5EF4-FFF2-40B4-BE49-F238E27FC236}">
                <a16:creationId xmlns:a16="http://schemas.microsoft.com/office/drawing/2014/main" xmlns="" id="{800484C3-413D-4685-ADFD-9F849BF733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xmlns="" id="{6945BB9F-5799-4C04-8B08-192828872B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F3855-E0FE-43AB-8039-97D5748656D1}" type="slidenum">
              <a:rPr lang="fr-BE" smtClean="0"/>
              <a:t>‹#›</a:t>
            </a:fld>
            <a:endParaRPr lang="fr-BE"/>
          </a:p>
        </p:txBody>
      </p:sp>
    </p:spTree>
    <p:extLst>
      <p:ext uri="{BB962C8B-B14F-4D97-AF65-F5344CB8AC3E}">
        <p14:creationId xmlns:p14="http://schemas.microsoft.com/office/powerpoint/2010/main" val="420445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4" Type="http://schemas.openxmlformats.org/officeDocument/2006/relationships/image" Target="../media/image19.jpe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eg"/></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4" Type="http://schemas.openxmlformats.org/officeDocument/2006/relationships/image" Target="../media/image24.jpeg"/><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6.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5.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5.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6.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7.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Title 1">
            <a:extLst>
              <a:ext uri="{FF2B5EF4-FFF2-40B4-BE49-F238E27FC236}">
                <a16:creationId xmlns:a16="http://schemas.microsoft.com/office/drawing/2014/main" xmlns="" id="{BED3BD98-02A4-45E7-9BB6-EEE268E6E36D}"/>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Celebrating rest</a:t>
            </a:r>
          </a:p>
        </p:txBody>
      </p:sp>
      <p:sp>
        <p:nvSpPr>
          <p:cNvPr id="522243" name="Footer Placeholder 3">
            <a:extLst>
              <a:ext uri="{FF2B5EF4-FFF2-40B4-BE49-F238E27FC236}">
                <a16:creationId xmlns:a16="http://schemas.microsoft.com/office/drawing/2014/main" xmlns="" id="{22AE2DA2-08B9-40E9-A175-5F58C8D3E13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22244" name="Slide Number Placeholder 4">
            <a:extLst>
              <a:ext uri="{FF2B5EF4-FFF2-40B4-BE49-F238E27FC236}">
                <a16:creationId xmlns:a16="http://schemas.microsoft.com/office/drawing/2014/main" xmlns="" id="{0C5BD528-0C7F-435C-B236-498EC013FE1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a:t>
            </a:r>
          </a:p>
        </p:txBody>
      </p:sp>
      <p:pic>
        <p:nvPicPr>
          <p:cNvPr id="522245" name="Picture 2" descr="C:\Users\thomasn\Downloads\115914637.jpg">
            <a:extLst>
              <a:ext uri="{FF2B5EF4-FFF2-40B4-BE49-F238E27FC236}">
                <a16:creationId xmlns:a16="http://schemas.microsoft.com/office/drawing/2014/main" xmlns="" id="{68653BF1-2BDC-4CD6-8733-B303D51FA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988" y="1143000"/>
            <a:ext cx="8228012"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Title 1">
            <a:extLst>
              <a:ext uri="{FF2B5EF4-FFF2-40B4-BE49-F238E27FC236}">
                <a16:creationId xmlns:a16="http://schemas.microsoft.com/office/drawing/2014/main" xmlns="" id="{8744AEB1-0D7E-465F-8495-AE43342A2BBC}"/>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Fatigue:  A health problem</a:t>
            </a:r>
          </a:p>
        </p:txBody>
      </p:sp>
      <p:sp>
        <p:nvSpPr>
          <p:cNvPr id="524291" name="Footer Placeholder 3">
            <a:extLst>
              <a:ext uri="{FF2B5EF4-FFF2-40B4-BE49-F238E27FC236}">
                <a16:creationId xmlns:a16="http://schemas.microsoft.com/office/drawing/2014/main" xmlns="" id="{9AA278EB-1A82-49E5-830E-CF1510DA786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24292" name="Slide Number Placeholder 4">
            <a:extLst>
              <a:ext uri="{FF2B5EF4-FFF2-40B4-BE49-F238E27FC236}">
                <a16:creationId xmlns:a16="http://schemas.microsoft.com/office/drawing/2014/main" xmlns="" id="{64637D87-EDE4-449C-817B-FE133F67057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a:t>
            </a:r>
          </a:p>
        </p:txBody>
      </p:sp>
      <p:pic>
        <p:nvPicPr>
          <p:cNvPr id="524293" name="Picture 2" descr="G:\For Merle\Chapter 6 - rest\Low Res\cropped 86498958 - yawning man.jpg">
            <a:extLst>
              <a:ext uri="{FF2B5EF4-FFF2-40B4-BE49-F238E27FC236}">
                <a16:creationId xmlns:a16="http://schemas.microsoft.com/office/drawing/2014/main" xmlns="" id="{20F5368B-6C6A-48A9-B8E5-884BD6CC6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219201"/>
            <a:ext cx="54864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Title 1">
            <a:extLst>
              <a:ext uri="{FF2B5EF4-FFF2-40B4-BE49-F238E27FC236}">
                <a16:creationId xmlns:a16="http://schemas.microsoft.com/office/drawing/2014/main" xmlns="" id="{7AF6B5AB-7ABA-41DD-99F6-ED6DEA094720}"/>
              </a:ext>
            </a:extLst>
          </p:cNvPr>
          <p:cNvSpPr>
            <a:spLocks noGrp="1" noChangeArrowheads="1"/>
          </p:cNvSpPr>
          <p:nvPr>
            <p:ph type="title"/>
          </p:nvPr>
        </p:nvSpPr>
        <p:spPr>
          <a:xfrm>
            <a:off x="1524000" y="76200"/>
            <a:ext cx="9144000" cy="1143000"/>
          </a:xfrm>
        </p:spPr>
        <p:txBody>
          <a:bodyPr/>
          <a:lstStyle/>
          <a:p>
            <a:pPr eaLnBrk="1" hangingPunct="1"/>
            <a:r>
              <a:rPr lang="en-US" altLang="fr-FR">
                <a:ln>
                  <a:noFill/>
                </a:ln>
              </a:rPr>
              <a:t>Tired people become inefficient</a:t>
            </a:r>
          </a:p>
        </p:txBody>
      </p:sp>
      <p:sp>
        <p:nvSpPr>
          <p:cNvPr id="526339" name="Footer Placeholder 3">
            <a:extLst>
              <a:ext uri="{FF2B5EF4-FFF2-40B4-BE49-F238E27FC236}">
                <a16:creationId xmlns:a16="http://schemas.microsoft.com/office/drawing/2014/main" xmlns="" id="{8A303495-B962-4A84-B9C1-DE94564DCFE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26340" name="Slide Number Placeholder 4">
            <a:extLst>
              <a:ext uri="{FF2B5EF4-FFF2-40B4-BE49-F238E27FC236}">
                <a16:creationId xmlns:a16="http://schemas.microsoft.com/office/drawing/2014/main" xmlns="" id="{F9DFA618-104B-4795-893D-28BC3745EFF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a:t>
            </a:r>
          </a:p>
        </p:txBody>
      </p:sp>
      <p:pic>
        <p:nvPicPr>
          <p:cNvPr id="526341" name="Picture 4" descr="G:\For Merle\Chapter 6 - rest\97780046 - Asian woman sleeping.jpg">
            <a:extLst>
              <a:ext uri="{FF2B5EF4-FFF2-40B4-BE49-F238E27FC236}">
                <a16:creationId xmlns:a16="http://schemas.microsoft.com/office/drawing/2014/main" xmlns="" id="{7E615FCA-4ED3-4EED-BED5-FB230EF26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038" y="1219201"/>
            <a:ext cx="7218362"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Footer Placeholder 3">
            <a:extLst>
              <a:ext uri="{FF2B5EF4-FFF2-40B4-BE49-F238E27FC236}">
                <a16:creationId xmlns:a16="http://schemas.microsoft.com/office/drawing/2014/main" xmlns="" id="{6E579D3B-A066-4F17-842C-4CA44965A2F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28387" name="Slide Number Placeholder 4">
            <a:extLst>
              <a:ext uri="{FF2B5EF4-FFF2-40B4-BE49-F238E27FC236}">
                <a16:creationId xmlns:a16="http://schemas.microsoft.com/office/drawing/2014/main" xmlns="" id="{CC2CB799-B36E-42B0-B68D-15FE777501E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5</a:t>
            </a:r>
          </a:p>
        </p:txBody>
      </p:sp>
      <p:pic>
        <p:nvPicPr>
          <p:cNvPr id="528388" name="Picture 2" descr="G:\For Merle\Chapter 6 - rest\Low Res\80612291 - tired woman.jpg">
            <a:extLst>
              <a:ext uri="{FF2B5EF4-FFF2-40B4-BE49-F238E27FC236}">
                <a16:creationId xmlns:a16="http://schemas.microsoft.com/office/drawing/2014/main" xmlns="" id="{E26403DA-9F22-422C-B821-15D11856DF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39726"/>
            <a:ext cx="4668838" cy="651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8389" name="TextBox 1">
            <a:extLst>
              <a:ext uri="{FF2B5EF4-FFF2-40B4-BE49-F238E27FC236}">
                <a16:creationId xmlns:a16="http://schemas.microsoft.com/office/drawing/2014/main" xmlns="" id="{1E83EED9-C3A6-4F66-B4F3-8A69566E2410}"/>
              </a:ext>
            </a:extLst>
          </p:cNvPr>
          <p:cNvSpPr txBox="1">
            <a:spLocks noChangeArrowheads="1"/>
          </p:cNvSpPr>
          <p:nvPr/>
        </p:nvSpPr>
        <p:spPr bwMode="auto">
          <a:xfrm>
            <a:off x="1524000" y="381001"/>
            <a:ext cx="906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ctr"/>
            <a:r>
              <a:rPr lang="en-US" altLang="fr-FR" sz="3600">
                <a:latin typeface="Calibri" panose="020F0502020204030204" pitchFamily="34" charset="0"/>
                <a:ea typeface="MS PGothic" panose="020B0600070205080204" pitchFamily="34" charset="-128"/>
              </a:rPr>
              <a:t>Involuntary sleep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Title 1">
            <a:extLst>
              <a:ext uri="{FF2B5EF4-FFF2-40B4-BE49-F238E27FC236}">
                <a16:creationId xmlns:a16="http://schemas.microsoft.com/office/drawing/2014/main" xmlns="" id="{02325EB2-9886-4F09-A037-C56C53F10315}"/>
              </a:ext>
            </a:extLst>
          </p:cNvPr>
          <p:cNvSpPr>
            <a:spLocks noGrp="1" noChangeArrowheads="1"/>
          </p:cNvSpPr>
          <p:nvPr>
            <p:ph type="title"/>
          </p:nvPr>
        </p:nvSpPr>
        <p:spPr>
          <a:xfrm>
            <a:off x="1828800" y="152400"/>
            <a:ext cx="8534400" cy="1143000"/>
          </a:xfrm>
        </p:spPr>
        <p:txBody>
          <a:bodyPr/>
          <a:lstStyle/>
          <a:p>
            <a:pPr eaLnBrk="1" hangingPunct="1"/>
            <a:r>
              <a:rPr lang="en-US" altLang="fr-FR">
                <a:ln>
                  <a:noFill/>
                </a:ln>
              </a:rPr>
              <a:t>Sleep deprivation</a:t>
            </a:r>
          </a:p>
        </p:txBody>
      </p:sp>
      <p:sp>
        <p:nvSpPr>
          <p:cNvPr id="530435" name="Footer Placeholder 3">
            <a:extLst>
              <a:ext uri="{FF2B5EF4-FFF2-40B4-BE49-F238E27FC236}">
                <a16:creationId xmlns:a16="http://schemas.microsoft.com/office/drawing/2014/main" xmlns="" id="{F063C267-BA26-41D9-916B-521D1E3861A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30436" name="Slide Number Placeholder 4">
            <a:extLst>
              <a:ext uri="{FF2B5EF4-FFF2-40B4-BE49-F238E27FC236}">
                <a16:creationId xmlns:a16="http://schemas.microsoft.com/office/drawing/2014/main" xmlns="" id="{C5BEEF6F-B01C-4F00-B4E2-304F1C44D5A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6</a:t>
            </a:r>
          </a:p>
        </p:txBody>
      </p:sp>
      <p:pic>
        <p:nvPicPr>
          <p:cNvPr id="530437" name="Picture 2" descr="G:\For Merle\Chapter 6 - rest\Low Res\cropped 86509310 - sleeping business woman.jpg">
            <a:extLst>
              <a:ext uri="{FF2B5EF4-FFF2-40B4-BE49-F238E27FC236}">
                <a16:creationId xmlns:a16="http://schemas.microsoft.com/office/drawing/2014/main" xmlns="" id="{36384284-2269-46C0-902E-136F7D298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19200"/>
            <a:ext cx="75438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Title 1">
            <a:extLst>
              <a:ext uri="{FF2B5EF4-FFF2-40B4-BE49-F238E27FC236}">
                <a16:creationId xmlns:a16="http://schemas.microsoft.com/office/drawing/2014/main" xmlns="" id="{7C9B224C-41B3-4A81-921A-C219FA9B3F80}"/>
              </a:ext>
            </a:extLst>
          </p:cNvPr>
          <p:cNvSpPr>
            <a:spLocks noGrp="1" noChangeArrowheads="1"/>
          </p:cNvSpPr>
          <p:nvPr>
            <p:ph type="title"/>
          </p:nvPr>
        </p:nvSpPr>
        <p:spPr>
          <a:xfrm>
            <a:off x="2041525" y="152400"/>
            <a:ext cx="8229600" cy="1143000"/>
          </a:xfrm>
        </p:spPr>
        <p:txBody>
          <a:bodyPr/>
          <a:lstStyle/>
          <a:p>
            <a:pPr eaLnBrk="1" hangingPunct="1"/>
            <a:r>
              <a:rPr lang="en-US" altLang="fr-FR" sz="3400"/>
              <a:t>Decision making from the frontal lobe</a:t>
            </a:r>
          </a:p>
        </p:txBody>
      </p:sp>
      <p:sp>
        <p:nvSpPr>
          <p:cNvPr id="532483" name="Footer Placeholder 3">
            <a:extLst>
              <a:ext uri="{FF2B5EF4-FFF2-40B4-BE49-F238E27FC236}">
                <a16:creationId xmlns:a16="http://schemas.microsoft.com/office/drawing/2014/main" xmlns="" id="{CABC7B3A-84F3-4929-B489-47CC9984C5C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32484" name="Slide Number Placeholder 4">
            <a:extLst>
              <a:ext uri="{FF2B5EF4-FFF2-40B4-BE49-F238E27FC236}">
                <a16:creationId xmlns:a16="http://schemas.microsoft.com/office/drawing/2014/main" xmlns="" id="{A417920B-FE88-4449-942B-F9D4F9FD428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7</a:t>
            </a:r>
          </a:p>
        </p:txBody>
      </p:sp>
      <p:pic>
        <p:nvPicPr>
          <p:cNvPr id="532485" name="Picture 2" descr="C:\Users\thomasn\Pictures\Thinkstock hmpix4\Thinkstock Nancy\medicine, equipment and objects, diagrams\134548267.jpg">
            <a:extLst>
              <a:ext uri="{FF2B5EF4-FFF2-40B4-BE49-F238E27FC236}">
                <a16:creationId xmlns:a16="http://schemas.microsoft.com/office/drawing/2014/main" xmlns="" id="{9BCF766B-C47D-4E91-A0AF-C1A1F6D22A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341439"/>
            <a:ext cx="5303838" cy="554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Title 1">
            <a:extLst>
              <a:ext uri="{FF2B5EF4-FFF2-40B4-BE49-F238E27FC236}">
                <a16:creationId xmlns:a16="http://schemas.microsoft.com/office/drawing/2014/main" xmlns="" id="{1CF35EE9-6E2C-4D96-A0A0-46F280391641}"/>
              </a:ext>
            </a:extLst>
          </p:cNvPr>
          <p:cNvSpPr>
            <a:spLocks noGrp="1" noChangeArrowheads="1"/>
          </p:cNvSpPr>
          <p:nvPr>
            <p:ph type="title"/>
          </p:nvPr>
        </p:nvSpPr>
        <p:spPr>
          <a:xfrm>
            <a:off x="1676400" y="152400"/>
            <a:ext cx="8763000" cy="1143000"/>
          </a:xfrm>
        </p:spPr>
        <p:txBody>
          <a:bodyPr/>
          <a:lstStyle/>
          <a:p>
            <a:pPr eaLnBrk="1" hangingPunct="1"/>
            <a:r>
              <a:rPr lang="en-US" altLang="fr-FR">
                <a:ln>
                  <a:noFill/>
                </a:ln>
              </a:rPr>
              <a:t>Sleep debt</a:t>
            </a:r>
          </a:p>
        </p:txBody>
      </p:sp>
      <p:sp>
        <p:nvSpPr>
          <p:cNvPr id="534531" name="Footer Placeholder 3">
            <a:extLst>
              <a:ext uri="{FF2B5EF4-FFF2-40B4-BE49-F238E27FC236}">
                <a16:creationId xmlns:a16="http://schemas.microsoft.com/office/drawing/2014/main" xmlns="" id="{2D692BAC-3B1B-4ECB-BF0D-727448EE7EC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34532" name="Slide Number Placeholder 4">
            <a:extLst>
              <a:ext uri="{FF2B5EF4-FFF2-40B4-BE49-F238E27FC236}">
                <a16:creationId xmlns:a16="http://schemas.microsoft.com/office/drawing/2014/main" xmlns="" id="{6386E093-66ED-48A0-8AFF-E7BC19FD2A9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8</a:t>
            </a:r>
          </a:p>
        </p:txBody>
      </p:sp>
      <p:pic>
        <p:nvPicPr>
          <p:cNvPr id="534533" name="Picture 2" descr="G:\For Merle\Chapter 6 - rest\Low Res\95470535 - man waking up.jpg">
            <a:extLst>
              <a:ext uri="{FF2B5EF4-FFF2-40B4-BE49-F238E27FC236}">
                <a16:creationId xmlns:a16="http://schemas.microsoft.com/office/drawing/2014/main" xmlns="" id="{53DD00F0-5E83-42FF-ABA3-DF4D83FCE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43001"/>
            <a:ext cx="754380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Title 1">
            <a:extLst>
              <a:ext uri="{FF2B5EF4-FFF2-40B4-BE49-F238E27FC236}">
                <a16:creationId xmlns:a16="http://schemas.microsoft.com/office/drawing/2014/main" xmlns="" id="{E89BF507-A72E-49B3-BA4B-5786163E8794}"/>
              </a:ext>
            </a:extLst>
          </p:cNvPr>
          <p:cNvSpPr>
            <a:spLocks noGrp="1" noChangeArrowheads="1"/>
          </p:cNvSpPr>
          <p:nvPr>
            <p:ph type="title"/>
          </p:nvPr>
        </p:nvSpPr>
        <p:spPr>
          <a:xfrm>
            <a:off x="1828800" y="152400"/>
            <a:ext cx="8610600" cy="1143000"/>
          </a:xfrm>
        </p:spPr>
        <p:txBody>
          <a:bodyPr/>
          <a:lstStyle/>
          <a:p>
            <a:pPr eaLnBrk="1" hangingPunct="1"/>
            <a:r>
              <a:rPr lang="en-US" altLang="fr-FR">
                <a:ln>
                  <a:noFill/>
                </a:ln>
              </a:rPr>
              <a:t>Sleep debt can alter metabolic state</a:t>
            </a:r>
          </a:p>
        </p:txBody>
      </p:sp>
      <p:sp>
        <p:nvSpPr>
          <p:cNvPr id="536579" name="Footer Placeholder 3">
            <a:extLst>
              <a:ext uri="{FF2B5EF4-FFF2-40B4-BE49-F238E27FC236}">
                <a16:creationId xmlns:a16="http://schemas.microsoft.com/office/drawing/2014/main" xmlns="" id="{A6AE0CF4-B99A-4C6D-8506-005505093E0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36580" name="Slide Number Placeholder 4">
            <a:extLst>
              <a:ext uri="{FF2B5EF4-FFF2-40B4-BE49-F238E27FC236}">
                <a16:creationId xmlns:a16="http://schemas.microsoft.com/office/drawing/2014/main" xmlns="" id="{7F3B9BD6-2F08-4310-980F-A1977EBD219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9</a:t>
            </a:r>
          </a:p>
        </p:txBody>
      </p:sp>
      <p:pic>
        <p:nvPicPr>
          <p:cNvPr id="536581" name="Picture 2" descr="G:\For Merle\Chapter 6 - rest\Low Res\200350312-001 - black businessman.jpg">
            <a:extLst>
              <a:ext uri="{FF2B5EF4-FFF2-40B4-BE49-F238E27FC236}">
                <a16:creationId xmlns:a16="http://schemas.microsoft.com/office/drawing/2014/main" xmlns="" id="{AD86FEB0-9BEC-4F03-A4DB-F1E3C9697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588" y="1219200"/>
            <a:ext cx="761841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Title 1">
            <a:extLst>
              <a:ext uri="{FF2B5EF4-FFF2-40B4-BE49-F238E27FC236}">
                <a16:creationId xmlns:a16="http://schemas.microsoft.com/office/drawing/2014/main" xmlns="" id="{8DD07CE9-52F9-43CC-B127-4F56232A5AF1}"/>
              </a:ext>
            </a:extLst>
          </p:cNvPr>
          <p:cNvSpPr>
            <a:spLocks noGrp="1" noChangeArrowheads="1"/>
          </p:cNvSpPr>
          <p:nvPr>
            <p:ph type="title"/>
          </p:nvPr>
        </p:nvSpPr>
        <p:spPr>
          <a:xfrm>
            <a:off x="1981200" y="228600"/>
            <a:ext cx="8153400" cy="1143000"/>
          </a:xfrm>
        </p:spPr>
        <p:txBody>
          <a:bodyPr/>
          <a:lstStyle/>
          <a:p>
            <a:pPr eaLnBrk="1" hangingPunct="1"/>
            <a:r>
              <a:rPr lang="en-US" altLang="fr-FR" sz="3400"/>
              <a:t>Sleep deprivation leads to</a:t>
            </a:r>
            <a:br>
              <a:rPr lang="en-US" altLang="fr-FR" sz="3400"/>
            </a:br>
            <a:r>
              <a:rPr lang="en-US" altLang="fr-FR" sz="3400"/>
              <a:t> decreased performance</a:t>
            </a:r>
          </a:p>
        </p:txBody>
      </p:sp>
      <p:sp>
        <p:nvSpPr>
          <p:cNvPr id="538627" name="Footer Placeholder 3">
            <a:extLst>
              <a:ext uri="{FF2B5EF4-FFF2-40B4-BE49-F238E27FC236}">
                <a16:creationId xmlns:a16="http://schemas.microsoft.com/office/drawing/2014/main" xmlns="" id="{B4EAB8B3-428D-4282-A07E-CCA70D96830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38628" name="Slide Number Placeholder 4">
            <a:extLst>
              <a:ext uri="{FF2B5EF4-FFF2-40B4-BE49-F238E27FC236}">
                <a16:creationId xmlns:a16="http://schemas.microsoft.com/office/drawing/2014/main" xmlns="" id="{93827C85-3358-45FE-B109-8DE4D77E84F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10</a:t>
            </a:r>
          </a:p>
        </p:txBody>
      </p:sp>
      <p:pic>
        <p:nvPicPr>
          <p:cNvPr id="538629" name="Picture 2" descr="C:\Users\thomasn\Pictures\Thinkstock hmpix4\Thinkstock Nancy\sleep\91949137.jpg">
            <a:extLst>
              <a:ext uri="{FF2B5EF4-FFF2-40B4-BE49-F238E27FC236}">
                <a16:creationId xmlns:a16="http://schemas.microsoft.com/office/drawing/2014/main" xmlns="" id="{4A798338-7F43-4085-B84B-68B0632881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554164"/>
            <a:ext cx="3886200"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Title 1">
            <a:extLst>
              <a:ext uri="{FF2B5EF4-FFF2-40B4-BE49-F238E27FC236}">
                <a16:creationId xmlns:a16="http://schemas.microsoft.com/office/drawing/2014/main" xmlns="" id="{153102CB-8C7E-4390-9823-AE4A2DA45624}"/>
              </a:ext>
            </a:extLst>
          </p:cNvPr>
          <p:cNvSpPr>
            <a:spLocks noGrp="1" noChangeArrowheads="1"/>
          </p:cNvSpPr>
          <p:nvPr>
            <p:ph type="title"/>
          </p:nvPr>
        </p:nvSpPr>
        <p:spPr>
          <a:xfrm>
            <a:off x="1676400" y="152400"/>
            <a:ext cx="8839200" cy="1143000"/>
          </a:xfrm>
        </p:spPr>
        <p:txBody>
          <a:bodyPr/>
          <a:lstStyle/>
          <a:p>
            <a:pPr eaLnBrk="1" hangingPunct="1"/>
            <a:r>
              <a:rPr lang="en-US" altLang="fr-FR">
                <a:ln>
                  <a:noFill/>
                </a:ln>
              </a:rPr>
              <a:t>How much sleep do we need?</a:t>
            </a:r>
          </a:p>
        </p:txBody>
      </p:sp>
      <p:sp>
        <p:nvSpPr>
          <p:cNvPr id="540675" name="Footer Placeholder 3">
            <a:extLst>
              <a:ext uri="{FF2B5EF4-FFF2-40B4-BE49-F238E27FC236}">
                <a16:creationId xmlns:a16="http://schemas.microsoft.com/office/drawing/2014/main" xmlns="" id="{D05A2F06-1581-49C6-A3DA-9C37DDCC2E9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40676" name="Slide Number Placeholder 4">
            <a:extLst>
              <a:ext uri="{FF2B5EF4-FFF2-40B4-BE49-F238E27FC236}">
                <a16:creationId xmlns:a16="http://schemas.microsoft.com/office/drawing/2014/main" xmlns="" id="{47885E28-D0ED-4C58-9CC5-C448F1287B0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11</a:t>
            </a:r>
          </a:p>
        </p:txBody>
      </p:sp>
      <p:pic>
        <p:nvPicPr>
          <p:cNvPr id="540677" name="Picture 2" descr="G:\For Merle\Chapter 6 - rest\146794948 - Hispanic woman sleeping.jpg">
            <a:extLst>
              <a:ext uri="{FF2B5EF4-FFF2-40B4-BE49-F238E27FC236}">
                <a16:creationId xmlns:a16="http://schemas.microsoft.com/office/drawing/2014/main" xmlns="" id="{3C371C23-F410-47C2-B0D8-8966D70F2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25551"/>
            <a:ext cx="7315200"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Title 1">
            <a:extLst>
              <a:ext uri="{FF2B5EF4-FFF2-40B4-BE49-F238E27FC236}">
                <a16:creationId xmlns:a16="http://schemas.microsoft.com/office/drawing/2014/main" xmlns="" id="{DA34C339-09FA-475C-9354-F95E1C6D3CCD}"/>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Students often study most of the night</a:t>
            </a:r>
          </a:p>
        </p:txBody>
      </p:sp>
      <p:sp>
        <p:nvSpPr>
          <p:cNvPr id="542723" name="Footer Placeholder 3">
            <a:extLst>
              <a:ext uri="{FF2B5EF4-FFF2-40B4-BE49-F238E27FC236}">
                <a16:creationId xmlns:a16="http://schemas.microsoft.com/office/drawing/2014/main" xmlns="" id="{25D29FFE-F437-4F57-B4C2-67F3C9D4BCB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42724" name="Slide Number Placeholder 4">
            <a:extLst>
              <a:ext uri="{FF2B5EF4-FFF2-40B4-BE49-F238E27FC236}">
                <a16:creationId xmlns:a16="http://schemas.microsoft.com/office/drawing/2014/main" xmlns="" id="{B3B2A558-2541-46E3-A4C5-D0992227EB0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12</a:t>
            </a:r>
          </a:p>
        </p:txBody>
      </p:sp>
      <p:pic>
        <p:nvPicPr>
          <p:cNvPr id="542725" name="Picture 2" descr="G:\For Merle\Chapter 6 - rest\200434115-001 - girl on bed in dorm.jpg">
            <a:extLst>
              <a:ext uri="{FF2B5EF4-FFF2-40B4-BE49-F238E27FC236}">
                <a16:creationId xmlns:a16="http://schemas.microsoft.com/office/drawing/2014/main" xmlns="" id="{A5D19261-AE95-49AF-BD66-FC38A76D8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143001"/>
            <a:ext cx="8305800" cy="512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Footer Placeholder 3">
            <a:extLst>
              <a:ext uri="{FF2B5EF4-FFF2-40B4-BE49-F238E27FC236}">
                <a16:creationId xmlns:a16="http://schemas.microsoft.com/office/drawing/2014/main" xmlns="" id="{600E3511-EE79-4693-804D-4273B501CDE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44771" name="Slide Number Placeholder 4">
            <a:extLst>
              <a:ext uri="{FF2B5EF4-FFF2-40B4-BE49-F238E27FC236}">
                <a16:creationId xmlns:a16="http://schemas.microsoft.com/office/drawing/2014/main" xmlns="" id="{397F1ECA-1DB5-4684-8C7B-352BD9EB041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13</a:t>
            </a:r>
          </a:p>
        </p:txBody>
      </p:sp>
      <p:pic>
        <p:nvPicPr>
          <p:cNvPr id="544772" name="Picture 2" descr="G:\For Merle\Chapter 6 - rest\80613164 - sleeping black man.jpg">
            <a:extLst>
              <a:ext uri="{FF2B5EF4-FFF2-40B4-BE49-F238E27FC236}">
                <a16:creationId xmlns:a16="http://schemas.microsoft.com/office/drawing/2014/main" xmlns="" id="{8449B086-E93B-4B4F-B9C6-A8B5D49E7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116139"/>
            <a:ext cx="7010400"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xmlns="" id="{E5111B8C-5561-4770-8431-CCDB19DEEE25}"/>
              </a:ext>
            </a:extLst>
          </p:cNvPr>
          <p:cNvSpPr txBox="1"/>
          <p:nvPr/>
        </p:nvSpPr>
        <p:spPr>
          <a:xfrm>
            <a:off x="2990850" y="381000"/>
            <a:ext cx="5981700" cy="1570038"/>
          </a:xfrm>
          <a:prstGeom prst="rect">
            <a:avLst/>
          </a:prstGeom>
          <a:noFill/>
        </p:spPr>
        <p:txBody>
          <a:bodyPr wrap="none">
            <a:spAutoFit/>
          </a:bodyPr>
          <a:lstStyle/>
          <a:p>
            <a:pPr algn="ctr">
              <a:defRPr/>
            </a:pPr>
            <a:r>
              <a:rPr lang="en-US" sz="3600" dirty="0">
                <a:cs typeface="Arial" pitchFamily="34" charset="0"/>
              </a:rPr>
              <a:t>Two major types of sleep:</a:t>
            </a:r>
            <a:endParaRPr lang="en-US" sz="3000" dirty="0">
              <a:latin typeface="Arial" pitchFamily="34" charset="0"/>
              <a:cs typeface="Arial" pitchFamily="34" charset="0"/>
            </a:endParaRPr>
          </a:p>
          <a:p>
            <a:pPr marL="457200" indent="-457200">
              <a:buFont typeface="Arial" pitchFamily="34" charset="0"/>
              <a:buChar char="•"/>
              <a:defRPr/>
            </a:pPr>
            <a:r>
              <a:rPr lang="en-US" sz="3000" dirty="0">
                <a:latin typeface="Arial" pitchFamily="34" charset="0"/>
                <a:cs typeface="Arial" pitchFamily="34" charset="0"/>
              </a:rPr>
              <a:t>Non-rapid eye movement sleep</a:t>
            </a:r>
          </a:p>
          <a:p>
            <a:pPr marL="457200" indent="-457200">
              <a:buFont typeface="Arial" pitchFamily="34" charset="0"/>
              <a:buChar char="•"/>
              <a:defRPr/>
            </a:pPr>
            <a:r>
              <a:rPr lang="en-US" sz="3000" dirty="0">
                <a:latin typeface="Arial" pitchFamily="34" charset="0"/>
                <a:cs typeface="Arial" pitchFamily="34" charset="0"/>
              </a:rPr>
              <a:t>Rapid eye movement sleep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Title 1">
            <a:extLst>
              <a:ext uri="{FF2B5EF4-FFF2-40B4-BE49-F238E27FC236}">
                <a16:creationId xmlns:a16="http://schemas.microsoft.com/office/drawing/2014/main" xmlns="" id="{E4B07C1F-8402-4ECC-8DB7-95041062747E}"/>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Rapid-eye-movement sleep</a:t>
            </a:r>
          </a:p>
        </p:txBody>
      </p:sp>
      <p:sp>
        <p:nvSpPr>
          <p:cNvPr id="546819" name="Footer Placeholder 3">
            <a:extLst>
              <a:ext uri="{FF2B5EF4-FFF2-40B4-BE49-F238E27FC236}">
                <a16:creationId xmlns:a16="http://schemas.microsoft.com/office/drawing/2014/main" xmlns="" id="{8F6761B9-8EFA-400F-A7A3-07557270954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46820" name="Slide Number Placeholder 4">
            <a:extLst>
              <a:ext uri="{FF2B5EF4-FFF2-40B4-BE49-F238E27FC236}">
                <a16:creationId xmlns:a16="http://schemas.microsoft.com/office/drawing/2014/main" xmlns="" id="{1B869D91-A0B9-48CA-B2BA-774F180C519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14</a:t>
            </a:r>
          </a:p>
        </p:txBody>
      </p:sp>
      <p:pic>
        <p:nvPicPr>
          <p:cNvPr id="546821" name="Picture 2" descr="G:\For Merle\Chapter 6 - rest\56529607 - Asian baby sleeping.jpg">
            <a:extLst>
              <a:ext uri="{FF2B5EF4-FFF2-40B4-BE49-F238E27FC236}">
                <a16:creationId xmlns:a16="http://schemas.microsoft.com/office/drawing/2014/main" xmlns="" id="{79AD59B4-9F73-4568-B2A0-F5CBF71DA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143001"/>
            <a:ext cx="7848600" cy="509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Title 1">
            <a:extLst>
              <a:ext uri="{FF2B5EF4-FFF2-40B4-BE49-F238E27FC236}">
                <a16:creationId xmlns:a16="http://schemas.microsoft.com/office/drawing/2014/main" xmlns="" id="{FB21ECBE-5668-4BC1-9139-818F802961A5}"/>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Both types of sleep are necessary</a:t>
            </a:r>
          </a:p>
        </p:txBody>
      </p:sp>
      <p:sp>
        <p:nvSpPr>
          <p:cNvPr id="548867" name="Footer Placeholder 3">
            <a:extLst>
              <a:ext uri="{FF2B5EF4-FFF2-40B4-BE49-F238E27FC236}">
                <a16:creationId xmlns:a16="http://schemas.microsoft.com/office/drawing/2014/main" xmlns="" id="{22362360-CDB0-493E-88A9-F49D591D621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48868" name="Slide Number Placeholder 4">
            <a:extLst>
              <a:ext uri="{FF2B5EF4-FFF2-40B4-BE49-F238E27FC236}">
                <a16:creationId xmlns:a16="http://schemas.microsoft.com/office/drawing/2014/main" xmlns="" id="{4E44E75C-6E41-4A30-A541-464CA1C0A38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15</a:t>
            </a:r>
          </a:p>
        </p:txBody>
      </p:sp>
      <p:pic>
        <p:nvPicPr>
          <p:cNvPr id="548869" name="Picture 2" descr="G:\For Merle\Chapter 6 - rest\57440913 - woman sleeping.jpg">
            <a:extLst>
              <a:ext uri="{FF2B5EF4-FFF2-40B4-BE49-F238E27FC236}">
                <a16:creationId xmlns:a16="http://schemas.microsoft.com/office/drawing/2014/main" xmlns="" id="{39A6CBDA-330A-4AB7-A933-D1AFC27E1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5388" y="1219200"/>
            <a:ext cx="7364412"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Title 1">
            <a:extLst>
              <a:ext uri="{FF2B5EF4-FFF2-40B4-BE49-F238E27FC236}">
                <a16:creationId xmlns:a16="http://schemas.microsoft.com/office/drawing/2014/main" xmlns="" id="{E1AF2CA2-6DE4-4483-8797-0517B10ED030}"/>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Steps to getting to sleep</a:t>
            </a:r>
          </a:p>
        </p:txBody>
      </p:sp>
      <p:sp>
        <p:nvSpPr>
          <p:cNvPr id="550915" name="Footer Placeholder 3">
            <a:extLst>
              <a:ext uri="{FF2B5EF4-FFF2-40B4-BE49-F238E27FC236}">
                <a16:creationId xmlns:a16="http://schemas.microsoft.com/office/drawing/2014/main" xmlns="" id="{A7D21D85-9D58-45C2-BFC2-0DDF5395DF3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50916" name="Slide Number Placeholder 4">
            <a:extLst>
              <a:ext uri="{FF2B5EF4-FFF2-40B4-BE49-F238E27FC236}">
                <a16:creationId xmlns:a16="http://schemas.microsoft.com/office/drawing/2014/main" xmlns="" id="{2A4C4639-3AC9-4135-88A4-8938C0E283D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16</a:t>
            </a:r>
          </a:p>
        </p:txBody>
      </p:sp>
      <p:pic>
        <p:nvPicPr>
          <p:cNvPr id="550917" name="Picture 2" descr="G:\For Merle\Chapter 6 - rest\145236075 - classic European bed.jpg">
            <a:extLst>
              <a:ext uri="{FF2B5EF4-FFF2-40B4-BE49-F238E27FC236}">
                <a16:creationId xmlns:a16="http://schemas.microsoft.com/office/drawing/2014/main" xmlns="" id="{DCDF5483-0AE1-41ED-BD34-98793A110A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1236664"/>
            <a:ext cx="5948363"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xmlns="" id="{32EA4133-484B-4FCB-821A-6D2E97A94C1C}"/>
              </a:ext>
            </a:extLst>
          </p:cNvPr>
          <p:cNvSpPr>
            <a:spLocks noChangeArrowheads="1"/>
          </p:cNvSpPr>
          <p:nvPr/>
        </p:nvSpPr>
        <p:spPr bwMode="auto">
          <a:xfrm>
            <a:off x="3810000" y="5029201"/>
            <a:ext cx="3913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ct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Learn to value sleep </a:t>
            </a:r>
          </a:p>
        </p:txBody>
      </p:sp>
      <p:sp>
        <p:nvSpPr>
          <p:cNvPr id="6" name="Rectangle 5">
            <a:extLst>
              <a:ext uri="{FF2B5EF4-FFF2-40B4-BE49-F238E27FC236}">
                <a16:creationId xmlns:a16="http://schemas.microsoft.com/office/drawing/2014/main" xmlns="" id="{E4DCDEC5-FE00-47F2-B900-C4F5F9A5CC9D}"/>
              </a:ext>
            </a:extLst>
          </p:cNvPr>
          <p:cNvSpPr>
            <a:spLocks noChangeArrowheads="1"/>
          </p:cNvSpPr>
          <p:nvPr/>
        </p:nvSpPr>
        <p:spPr bwMode="auto">
          <a:xfrm>
            <a:off x="3810001" y="5475289"/>
            <a:ext cx="50323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ct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Establish a regular bedtime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B0DAF-2FE5-46CC-A92D-CB85B135AD2E}"/>
              </a:ext>
            </a:extLst>
          </p:cNvPr>
          <p:cNvSpPr>
            <a:spLocks noGrp="1" noChangeArrowheads="1"/>
          </p:cNvSpPr>
          <p:nvPr>
            <p:ph type="title"/>
          </p:nvPr>
        </p:nvSpPr>
        <p:spPr>
          <a:xfrm>
            <a:off x="1447800" y="5105400"/>
            <a:ext cx="9144000" cy="1143000"/>
          </a:xfrm>
        </p:spPr>
        <p:txBody>
          <a:bodyPr/>
          <a:lstStyle/>
          <a:p>
            <a:pPr marL="571500" indent="-571500">
              <a:buFontTx/>
              <a:buChar char="•"/>
            </a:pPr>
            <a:r>
              <a:rPr lang="en-US" altLang="fr-FR" sz="2800">
                <a:latin typeface="Arial" panose="020B0604020202020204" pitchFamily="34" charset="0"/>
                <a:cs typeface="Arial" panose="020B0604020202020204" pitchFamily="34" charset="0"/>
              </a:rPr>
              <a:t>Exercise every day</a:t>
            </a:r>
          </a:p>
        </p:txBody>
      </p:sp>
      <p:sp>
        <p:nvSpPr>
          <p:cNvPr id="552963" name="Footer Placeholder 3">
            <a:extLst>
              <a:ext uri="{FF2B5EF4-FFF2-40B4-BE49-F238E27FC236}">
                <a16:creationId xmlns:a16="http://schemas.microsoft.com/office/drawing/2014/main" xmlns="" id="{AE5B469A-1284-4E53-8587-3AB0EB56132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52964" name="Slide Number Placeholder 4">
            <a:extLst>
              <a:ext uri="{FF2B5EF4-FFF2-40B4-BE49-F238E27FC236}">
                <a16:creationId xmlns:a16="http://schemas.microsoft.com/office/drawing/2014/main" xmlns="" id="{ADD8D9C5-3B45-4040-9B60-A6EA340C3D2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17</a:t>
            </a:r>
          </a:p>
        </p:txBody>
      </p:sp>
      <p:pic>
        <p:nvPicPr>
          <p:cNvPr id="552965" name="Picture 2" descr="G:\For Merle\Chapter 2 - exercise\133628729 - woman running.jpg">
            <a:extLst>
              <a:ext uri="{FF2B5EF4-FFF2-40B4-BE49-F238E27FC236}">
                <a16:creationId xmlns:a16="http://schemas.microsoft.com/office/drawing/2014/main" xmlns="" id="{3F8E498E-EC7C-4FD5-8AC1-9AF9A5908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533400"/>
            <a:ext cx="6172200" cy="468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Footer Placeholder 3">
            <a:extLst>
              <a:ext uri="{FF2B5EF4-FFF2-40B4-BE49-F238E27FC236}">
                <a16:creationId xmlns:a16="http://schemas.microsoft.com/office/drawing/2014/main" xmlns="" id="{394B0E05-BBA5-4183-B9AC-3E1FA412549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55011" name="Slide Number Placeholder 4">
            <a:extLst>
              <a:ext uri="{FF2B5EF4-FFF2-40B4-BE49-F238E27FC236}">
                <a16:creationId xmlns:a16="http://schemas.microsoft.com/office/drawing/2014/main" xmlns="" id="{37E027D3-301F-49C4-BF89-BBC8A97CB56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18</a:t>
            </a:r>
          </a:p>
        </p:txBody>
      </p:sp>
      <p:pic>
        <p:nvPicPr>
          <p:cNvPr id="555012" name="Picture 2" descr="C:\Users\thomasn\Pictures\Thinkstock hmpix4\Thinkstock Nancy\people\stk84607cor.jpg">
            <a:extLst>
              <a:ext uri="{FF2B5EF4-FFF2-40B4-BE49-F238E27FC236}">
                <a16:creationId xmlns:a16="http://schemas.microsoft.com/office/drawing/2014/main" xmlns="" id="{74B4C531-5A14-4613-91EB-81DAA750F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76" y="442914"/>
            <a:ext cx="7324725" cy="451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xmlns="" id="{0991AAE1-99F3-40BC-8111-BDF1DE5FBF4F}"/>
              </a:ext>
            </a:extLst>
          </p:cNvPr>
          <p:cNvSpPr txBox="1">
            <a:spLocks noChangeArrowheads="1"/>
          </p:cNvSpPr>
          <p:nvPr/>
        </p:nvSpPr>
        <p:spPr bwMode="auto">
          <a:xfrm>
            <a:off x="2495550" y="5218114"/>
            <a:ext cx="74866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Establish regular time for rising and retiring</a:t>
            </a:r>
          </a:p>
          <a:p>
            <a:pP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Use a comfortable bed in quiet bedroom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Footer Placeholder 3">
            <a:extLst>
              <a:ext uri="{FF2B5EF4-FFF2-40B4-BE49-F238E27FC236}">
                <a16:creationId xmlns:a16="http://schemas.microsoft.com/office/drawing/2014/main" xmlns="" id="{6AD16D81-B3DF-49D6-82F1-8633E71ECD9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57059" name="Slide Number Placeholder 4">
            <a:extLst>
              <a:ext uri="{FF2B5EF4-FFF2-40B4-BE49-F238E27FC236}">
                <a16:creationId xmlns:a16="http://schemas.microsoft.com/office/drawing/2014/main" xmlns="" id="{FA9196D9-FFA8-45A9-9997-4F68886931A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19</a:t>
            </a:r>
          </a:p>
        </p:txBody>
      </p:sp>
      <p:pic>
        <p:nvPicPr>
          <p:cNvPr id="557060" name="Picture 3" descr="C:\Users\thomasn\Pictures\Thinkstock hmpix4\Thinkstock Nancy\FRUITS &amp; VEGETABLES - 100 SLIDES - LAURA\Slide17.JPG">
            <a:extLst>
              <a:ext uri="{FF2B5EF4-FFF2-40B4-BE49-F238E27FC236}">
                <a16:creationId xmlns:a16="http://schemas.microsoft.com/office/drawing/2014/main" xmlns="" id="{352679E0-DF35-4CB2-B585-654E4F2CF5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188" y="411163"/>
            <a:ext cx="2995612"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7061" name="Picture 4" descr="C:\Users\thomasn\Pictures\Thinkstock hmpix4\Thinkstock Nancy\FRUITS &amp; VEGETABLES - 100 SLIDES - LAURA\Slide24.JPG">
            <a:extLst>
              <a:ext uri="{FF2B5EF4-FFF2-40B4-BE49-F238E27FC236}">
                <a16:creationId xmlns:a16="http://schemas.microsoft.com/office/drawing/2014/main" xmlns="" id="{8B11A11E-1DD8-4D4C-8E4E-01B9DBEF05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11164"/>
            <a:ext cx="4006850"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xmlns="" id="{8FDC1613-087D-40B2-802D-999819E9BD63}"/>
              </a:ext>
            </a:extLst>
          </p:cNvPr>
          <p:cNvSpPr txBox="1">
            <a:spLocks noChangeArrowheads="1"/>
          </p:cNvSpPr>
          <p:nvPr/>
        </p:nvSpPr>
        <p:spPr bwMode="auto">
          <a:xfrm>
            <a:off x="2590800" y="4711700"/>
            <a:ext cx="7010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Eat lightly in evening</a:t>
            </a:r>
          </a:p>
          <a:p>
            <a:pPr>
              <a:buFont typeface="Arial" panose="020B0604020202020204" pitchFamily="34" charset="0"/>
              <a:buChar char="•"/>
            </a:pPr>
            <a:r>
              <a:rPr lang="en-US" altLang="fr-FR" sz="2800">
                <a:latin typeface="Arial" panose="020B0604020202020204" pitchFamily="34" charset="0"/>
                <a:ea typeface="MS PGothic" panose="020B0600070205080204" pitchFamily="34" charset="-128"/>
                <a:cs typeface="Arial" panose="020B0604020202020204" pitchFamily="34" charset="0"/>
              </a:rPr>
              <a:t>Avoid exciting or depressing TV…soon before bedtime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9106" name="Picture 2" descr="C:\Users\thomasn\Pictures\Thinkstock hmpix4\Thinkstock Nancy\medical personnel  procedures, hospitals\rbrs_0188.jpg">
            <a:extLst>
              <a:ext uri="{FF2B5EF4-FFF2-40B4-BE49-F238E27FC236}">
                <a16:creationId xmlns:a16="http://schemas.microsoft.com/office/drawing/2014/main" xmlns="" id="{73796911-2355-4E04-B237-3FFC67782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0"/>
            <a:ext cx="44958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xmlns="" id="{A44980CA-B19A-4690-9B08-4B8B5891151E}"/>
              </a:ext>
            </a:extLst>
          </p:cNvPr>
          <p:cNvSpPr>
            <a:spLocks noGrp="1" noChangeArrowheads="1"/>
          </p:cNvSpPr>
          <p:nvPr>
            <p:ph type="title"/>
          </p:nvPr>
        </p:nvSpPr>
        <p:spPr>
          <a:xfrm>
            <a:off x="2057400" y="2667000"/>
            <a:ext cx="4114800" cy="1143000"/>
          </a:xfrm>
        </p:spPr>
        <p:txBody>
          <a:bodyPr>
            <a:normAutofit fontScale="90000"/>
          </a:bodyPr>
          <a:lstStyle/>
          <a:p>
            <a:pPr marL="571500" indent="-571500">
              <a:buFontTx/>
              <a:buChar char="•"/>
            </a:pPr>
            <a:r>
              <a:rPr lang="en-US" altLang="fr-FR" sz="3000">
                <a:latin typeface="Arial" panose="020B0604020202020204" pitchFamily="34" charset="0"/>
                <a:cs typeface="Arial" panose="020B0604020202020204" pitchFamily="34" charset="0"/>
              </a:rPr>
              <a:t>See your personal </a:t>
            </a:r>
            <a:br>
              <a:rPr lang="en-US" altLang="fr-FR" sz="3000">
                <a:latin typeface="Arial" panose="020B0604020202020204" pitchFamily="34" charset="0"/>
                <a:cs typeface="Arial" panose="020B0604020202020204" pitchFamily="34" charset="0"/>
              </a:rPr>
            </a:br>
            <a:r>
              <a:rPr lang="en-US" altLang="fr-FR" sz="3000">
                <a:latin typeface="Arial" panose="020B0604020202020204" pitchFamily="34" charset="0"/>
                <a:cs typeface="Arial" panose="020B0604020202020204" pitchFamily="34" charset="0"/>
              </a:rPr>
              <a:t>physician if you</a:t>
            </a:r>
            <a:br>
              <a:rPr lang="en-US" altLang="fr-FR" sz="3000">
                <a:latin typeface="Arial" panose="020B0604020202020204" pitchFamily="34" charset="0"/>
                <a:cs typeface="Arial" panose="020B0604020202020204" pitchFamily="34" charset="0"/>
              </a:rPr>
            </a:br>
            <a:r>
              <a:rPr lang="en-US" altLang="fr-FR" sz="3000">
                <a:latin typeface="Arial" panose="020B0604020202020204" pitchFamily="34" charset="0"/>
                <a:cs typeface="Arial" panose="020B0604020202020204" pitchFamily="34" charset="0"/>
              </a:rPr>
              <a:t>suspect a sleep disorder</a:t>
            </a:r>
          </a:p>
        </p:txBody>
      </p:sp>
      <p:sp>
        <p:nvSpPr>
          <p:cNvPr id="559108" name="Footer Placeholder 3">
            <a:extLst>
              <a:ext uri="{FF2B5EF4-FFF2-40B4-BE49-F238E27FC236}">
                <a16:creationId xmlns:a16="http://schemas.microsoft.com/office/drawing/2014/main" xmlns="" id="{0AF6F79D-DE90-402A-B0CC-5DEF61F9897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59109" name="Slide Number Placeholder 4">
            <a:extLst>
              <a:ext uri="{FF2B5EF4-FFF2-40B4-BE49-F238E27FC236}">
                <a16:creationId xmlns:a16="http://schemas.microsoft.com/office/drawing/2014/main" xmlns="" id="{5F67C971-BC3B-4FB9-9318-8C45886A959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chemeClr val="bg1"/>
                </a:solidFill>
                <a:latin typeface="Humanst521 BT" charset="0"/>
                <a:ea typeface="MS PGothic" panose="020B0600070205080204" pitchFamily="34" charset="-128"/>
              </a:rPr>
              <a:t>Rest  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0B0BC9-C5F5-4EB6-907F-E122FDE6EEBE}"/>
              </a:ext>
            </a:extLst>
          </p:cNvPr>
          <p:cNvSpPr>
            <a:spLocks noGrp="1" noChangeArrowheads="1"/>
          </p:cNvSpPr>
          <p:nvPr>
            <p:ph type="title"/>
          </p:nvPr>
        </p:nvSpPr>
        <p:spPr>
          <a:xfrm>
            <a:off x="1828800" y="5410200"/>
            <a:ext cx="8229600" cy="1143000"/>
          </a:xfrm>
        </p:spPr>
        <p:txBody>
          <a:bodyPr/>
          <a:lstStyle/>
          <a:p>
            <a:pPr marL="571500" indent="-571500">
              <a:buFontTx/>
              <a:buChar char="•"/>
            </a:pPr>
            <a:r>
              <a:rPr lang="en-US" altLang="fr-FR" sz="2800">
                <a:latin typeface="Arial" panose="020B0604020202020204" pitchFamily="34" charset="0"/>
                <a:cs typeface="Arial" panose="020B0604020202020204" pitchFamily="34" charset="0"/>
              </a:rPr>
              <a:t>Put your trust in God</a:t>
            </a:r>
          </a:p>
        </p:txBody>
      </p:sp>
      <p:sp>
        <p:nvSpPr>
          <p:cNvPr id="561155" name="Footer Placeholder 3">
            <a:extLst>
              <a:ext uri="{FF2B5EF4-FFF2-40B4-BE49-F238E27FC236}">
                <a16:creationId xmlns:a16="http://schemas.microsoft.com/office/drawing/2014/main" xmlns="" id="{F7987C78-A779-458A-BF70-4A89143ACE8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61156" name="Slide Number Placeholder 4">
            <a:extLst>
              <a:ext uri="{FF2B5EF4-FFF2-40B4-BE49-F238E27FC236}">
                <a16:creationId xmlns:a16="http://schemas.microsoft.com/office/drawing/2014/main" xmlns="" id="{224914A0-974E-414E-92AB-EA97ACBF21A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21</a:t>
            </a:r>
          </a:p>
        </p:txBody>
      </p:sp>
      <p:pic>
        <p:nvPicPr>
          <p:cNvPr id="561157" name="Picture 2" descr="C:\Users\thomasn\Pictures\Thinkstock hmpix4\Thinkstock Nancy\Prayer, Praise\200322906-001.jpg">
            <a:extLst>
              <a:ext uri="{FF2B5EF4-FFF2-40B4-BE49-F238E27FC236}">
                <a16:creationId xmlns:a16="http://schemas.microsoft.com/office/drawing/2014/main" xmlns="" id="{D20FD459-52EE-44BB-B5E4-9305EE91CE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60364"/>
            <a:ext cx="7086600" cy="504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itle 1">
            <a:extLst>
              <a:ext uri="{FF2B5EF4-FFF2-40B4-BE49-F238E27FC236}">
                <a16:creationId xmlns:a16="http://schemas.microsoft.com/office/drawing/2014/main" xmlns="" id="{CA0950A3-2963-4D66-99E6-73CDF27B759F}"/>
              </a:ext>
            </a:extLst>
          </p:cNvPr>
          <p:cNvSpPr>
            <a:spLocks noGrp="1" noChangeArrowheads="1"/>
          </p:cNvSpPr>
          <p:nvPr>
            <p:ph type="title"/>
          </p:nvPr>
        </p:nvSpPr>
        <p:spPr>
          <a:xfrm>
            <a:off x="1981200" y="228600"/>
            <a:ext cx="8229600" cy="1143000"/>
          </a:xfrm>
        </p:spPr>
        <p:txBody>
          <a:bodyPr/>
          <a:lstStyle/>
          <a:p>
            <a:pPr eaLnBrk="1" hangingPunct="1"/>
            <a:r>
              <a:rPr lang="en-US" altLang="fr-FR">
                <a:ln>
                  <a:noFill/>
                </a:ln>
              </a:rPr>
              <a:t>Winston Churchill  </a:t>
            </a:r>
          </a:p>
        </p:txBody>
      </p:sp>
      <p:sp>
        <p:nvSpPr>
          <p:cNvPr id="563203" name="Footer Placeholder 3">
            <a:extLst>
              <a:ext uri="{FF2B5EF4-FFF2-40B4-BE49-F238E27FC236}">
                <a16:creationId xmlns:a16="http://schemas.microsoft.com/office/drawing/2014/main" xmlns="" id="{448A26EC-4D75-499D-94AF-73982CD8F6E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63204" name="Slide Number Placeholder 4">
            <a:extLst>
              <a:ext uri="{FF2B5EF4-FFF2-40B4-BE49-F238E27FC236}">
                <a16:creationId xmlns:a16="http://schemas.microsoft.com/office/drawing/2014/main" xmlns="" id="{4D36990F-B7EF-4AA8-B2F9-1E894A5E523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22</a:t>
            </a:r>
          </a:p>
        </p:txBody>
      </p:sp>
      <p:pic>
        <p:nvPicPr>
          <p:cNvPr id="563205" name="Picture 2" descr="C:\Users\thomasn\Pictures\Thinkstock hmpix4\Thinkstock Nancy\Everyone a Leader\121656256 - Winston Churchill - square.jpg">
            <a:extLst>
              <a:ext uri="{FF2B5EF4-FFF2-40B4-BE49-F238E27FC236}">
                <a16:creationId xmlns:a16="http://schemas.microsoft.com/office/drawing/2014/main" xmlns="" id="{F5A506D5-0E66-4096-80E8-70DF82EB5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219200"/>
            <a:ext cx="4953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Title 1">
            <a:extLst>
              <a:ext uri="{FF2B5EF4-FFF2-40B4-BE49-F238E27FC236}">
                <a16:creationId xmlns:a16="http://schemas.microsoft.com/office/drawing/2014/main" xmlns="" id="{7284EC02-D2D1-4B3F-9028-2BB782731DD0}"/>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Weekly and annual rest</a:t>
            </a:r>
          </a:p>
        </p:txBody>
      </p:sp>
      <p:sp>
        <p:nvSpPr>
          <p:cNvPr id="565251" name="Footer Placeholder 3">
            <a:extLst>
              <a:ext uri="{FF2B5EF4-FFF2-40B4-BE49-F238E27FC236}">
                <a16:creationId xmlns:a16="http://schemas.microsoft.com/office/drawing/2014/main" xmlns="" id="{EF1A39D9-48F5-49D6-B1AB-BB05CF1DE1F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65252" name="Slide Number Placeholder 4">
            <a:extLst>
              <a:ext uri="{FF2B5EF4-FFF2-40B4-BE49-F238E27FC236}">
                <a16:creationId xmlns:a16="http://schemas.microsoft.com/office/drawing/2014/main" xmlns="" id="{AB3B919A-8C4B-4060-B3BC-E9C73DAE067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23</a:t>
            </a:r>
          </a:p>
        </p:txBody>
      </p:sp>
      <p:pic>
        <p:nvPicPr>
          <p:cNvPr id="565253" name="Picture 2" descr="G:\For Merle\Chapter 6 - rest\56383173 - family at church.jpg">
            <a:extLst>
              <a:ext uri="{FF2B5EF4-FFF2-40B4-BE49-F238E27FC236}">
                <a16:creationId xmlns:a16="http://schemas.microsoft.com/office/drawing/2014/main" xmlns="" id="{1B33B48B-EF1D-44CD-8C02-3501E5450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1219201"/>
            <a:ext cx="4010025"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5254" name="Picture 3" descr="G:\For Merle\86490434.jpg">
            <a:extLst>
              <a:ext uri="{FF2B5EF4-FFF2-40B4-BE49-F238E27FC236}">
                <a16:creationId xmlns:a16="http://schemas.microsoft.com/office/drawing/2014/main" xmlns="" id="{8B9B652A-1C9F-4A90-9219-8E784EAF00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219200"/>
            <a:ext cx="3962400"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Title 1">
            <a:extLst>
              <a:ext uri="{FF2B5EF4-FFF2-40B4-BE49-F238E27FC236}">
                <a16:creationId xmlns:a16="http://schemas.microsoft.com/office/drawing/2014/main" xmlns="" id="{AB36F1FA-52BE-46E5-8CDA-09A6E9563CE7}"/>
              </a:ext>
            </a:extLst>
          </p:cNvPr>
          <p:cNvSpPr>
            <a:spLocks noGrp="1" noChangeArrowheads="1"/>
          </p:cNvSpPr>
          <p:nvPr>
            <p:ph type="title"/>
          </p:nvPr>
        </p:nvSpPr>
        <p:spPr>
          <a:xfrm>
            <a:off x="1676400" y="76200"/>
            <a:ext cx="8839200" cy="1143000"/>
          </a:xfrm>
        </p:spPr>
        <p:txBody>
          <a:bodyPr/>
          <a:lstStyle/>
          <a:p>
            <a:pPr eaLnBrk="1" hangingPunct="1"/>
            <a:r>
              <a:rPr lang="en-US" altLang="fr-FR">
                <a:ln>
                  <a:noFill/>
                </a:ln>
              </a:rPr>
              <a:t>Rest instituted by God</a:t>
            </a:r>
          </a:p>
        </p:txBody>
      </p:sp>
      <p:sp>
        <p:nvSpPr>
          <p:cNvPr id="567299" name="Footer Placeholder 3">
            <a:extLst>
              <a:ext uri="{FF2B5EF4-FFF2-40B4-BE49-F238E27FC236}">
                <a16:creationId xmlns:a16="http://schemas.microsoft.com/office/drawing/2014/main" xmlns="" id="{0C8A096C-F6B0-4817-BA8C-E04A3DD43FF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67300" name="Slide Number Placeholder 4">
            <a:extLst>
              <a:ext uri="{FF2B5EF4-FFF2-40B4-BE49-F238E27FC236}">
                <a16:creationId xmlns:a16="http://schemas.microsoft.com/office/drawing/2014/main" xmlns="" id="{19397694-0E65-42F3-AC1C-4F68136142E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24</a:t>
            </a:r>
          </a:p>
        </p:txBody>
      </p:sp>
      <p:pic>
        <p:nvPicPr>
          <p:cNvPr id="567301" name="Picture 2" descr="G:\For Merle\Chapter 6 - rest\sb10063600dy-001 - couple in boat.jpg">
            <a:extLst>
              <a:ext uri="{FF2B5EF4-FFF2-40B4-BE49-F238E27FC236}">
                <a16:creationId xmlns:a16="http://schemas.microsoft.com/office/drawing/2014/main" xmlns="" id="{E3EFF98D-AC72-45A6-B61E-DE2912811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0476" y="1143001"/>
            <a:ext cx="7299325"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9346" name="Picture 2" descr="G:\For Merle\AA013151.jpg">
            <a:extLst>
              <a:ext uri="{FF2B5EF4-FFF2-40B4-BE49-F238E27FC236}">
                <a16:creationId xmlns:a16="http://schemas.microsoft.com/office/drawing/2014/main" xmlns="" id="{CE6FAC36-753F-431C-AFB3-83FA9E7B2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288"/>
            <a:ext cx="9144000" cy="68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9347" name="Title 1">
            <a:extLst>
              <a:ext uri="{FF2B5EF4-FFF2-40B4-BE49-F238E27FC236}">
                <a16:creationId xmlns:a16="http://schemas.microsoft.com/office/drawing/2014/main" xmlns="" id="{D9042A01-2DE0-4E22-BD2D-43F37A57E214}"/>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fr-FR" b="1">
                <a:ln>
                  <a:noFill/>
                </a:ln>
                <a:solidFill>
                  <a:schemeClr val="bg1"/>
                </a:solidFill>
              </a:rPr>
              <a:t>LIFE APPLICATION</a:t>
            </a:r>
            <a:br>
              <a:rPr lang="en-US" altLang="fr-FR" b="1">
                <a:ln>
                  <a:noFill/>
                </a:ln>
                <a:solidFill>
                  <a:schemeClr val="bg1"/>
                </a:solidFill>
              </a:rPr>
            </a:br>
            <a:r>
              <a:rPr lang="en-US" altLang="fr-FR" b="1">
                <a:ln>
                  <a:noFill/>
                </a:ln>
                <a:solidFill>
                  <a:schemeClr val="bg1"/>
                </a:solidFill>
              </a:rPr>
              <a:t>QUESTIONS</a:t>
            </a:r>
          </a:p>
        </p:txBody>
      </p:sp>
      <p:sp>
        <p:nvSpPr>
          <p:cNvPr id="569348" name="Footer Placeholder 3">
            <a:extLst>
              <a:ext uri="{FF2B5EF4-FFF2-40B4-BE49-F238E27FC236}">
                <a16:creationId xmlns:a16="http://schemas.microsoft.com/office/drawing/2014/main" xmlns="" id="{2BBC9751-F92E-4B02-BBA6-C8EDC1155E3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69349" name="Slide Number Placeholder 4">
            <a:extLst>
              <a:ext uri="{FF2B5EF4-FFF2-40B4-BE49-F238E27FC236}">
                <a16:creationId xmlns:a16="http://schemas.microsoft.com/office/drawing/2014/main" xmlns="" id="{A8C61B25-C420-429F-922E-CB6D9AAD13F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Content Placeholder 2">
            <a:extLst>
              <a:ext uri="{FF2B5EF4-FFF2-40B4-BE49-F238E27FC236}">
                <a16:creationId xmlns:a16="http://schemas.microsoft.com/office/drawing/2014/main" xmlns="" id="{801196D2-D912-4C99-85C7-9B082E480FB0}"/>
              </a:ext>
            </a:extLst>
          </p:cNvPr>
          <p:cNvSpPr>
            <a:spLocks noGrp="1" noChangeArrowheads="1"/>
          </p:cNvSpPr>
          <p:nvPr>
            <p:ph idx="1"/>
          </p:nvPr>
        </p:nvSpPr>
        <p:spPr>
          <a:xfrm>
            <a:off x="1981200" y="2209800"/>
            <a:ext cx="3810000" cy="2514600"/>
          </a:xfrm>
        </p:spPr>
        <p:txBody>
          <a:bodyPr/>
          <a:lstStyle/>
          <a:p>
            <a:pPr marL="0" indent="0">
              <a:buNone/>
            </a:pPr>
            <a:r>
              <a:rPr lang="en-US" altLang="fr-FR" sz="3000"/>
              <a:t>How many times in the last three days have I fallen asleep involuntarily? </a:t>
            </a:r>
          </a:p>
          <a:p>
            <a:pPr marL="0" indent="0">
              <a:buNone/>
            </a:pPr>
            <a:endParaRPr lang="en-US" altLang="fr-FR" sz="3000"/>
          </a:p>
        </p:txBody>
      </p:sp>
      <p:sp>
        <p:nvSpPr>
          <p:cNvPr id="571395" name="Footer Placeholder 3">
            <a:extLst>
              <a:ext uri="{FF2B5EF4-FFF2-40B4-BE49-F238E27FC236}">
                <a16:creationId xmlns:a16="http://schemas.microsoft.com/office/drawing/2014/main" xmlns="" id="{0EC37CB7-7398-4B6B-B4F7-C13B0D68C39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71396" name="Slide Number Placeholder 4">
            <a:extLst>
              <a:ext uri="{FF2B5EF4-FFF2-40B4-BE49-F238E27FC236}">
                <a16:creationId xmlns:a16="http://schemas.microsoft.com/office/drawing/2014/main" xmlns="" id="{08106A52-A622-4B4F-9675-06751A7B81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26</a:t>
            </a:r>
          </a:p>
        </p:txBody>
      </p:sp>
      <p:pic>
        <p:nvPicPr>
          <p:cNvPr id="571397" name="Picture 2" descr="G:\For Merle\Chapter 6 - rest\80612291 - tired woman.jpg">
            <a:extLst>
              <a:ext uri="{FF2B5EF4-FFF2-40B4-BE49-F238E27FC236}">
                <a16:creationId xmlns:a16="http://schemas.microsoft.com/office/drawing/2014/main" xmlns="" id="{830C321A-10E4-44EF-85E6-7E7D93BDD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79438"/>
            <a:ext cx="4267200" cy="551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Content Placeholder 2">
            <a:extLst>
              <a:ext uri="{FF2B5EF4-FFF2-40B4-BE49-F238E27FC236}">
                <a16:creationId xmlns:a16="http://schemas.microsoft.com/office/drawing/2014/main" xmlns="" id="{6EF65A92-D701-4DD1-8800-1FD908BD61BF}"/>
              </a:ext>
            </a:extLst>
          </p:cNvPr>
          <p:cNvSpPr>
            <a:spLocks noGrp="1" noChangeArrowheads="1"/>
          </p:cNvSpPr>
          <p:nvPr>
            <p:ph idx="1"/>
          </p:nvPr>
        </p:nvSpPr>
        <p:spPr>
          <a:xfrm>
            <a:off x="1981200" y="990600"/>
            <a:ext cx="3886200" cy="4572000"/>
          </a:xfrm>
        </p:spPr>
        <p:txBody>
          <a:bodyPr/>
          <a:lstStyle/>
          <a:p>
            <a:pPr marL="0" indent="0">
              <a:spcAft>
                <a:spcPct val="0"/>
              </a:spcAft>
              <a:buNone/>
            </a:pPr>
            <a:endParaRPr lang="en-US" altLang="fr-FR"/>
          </a:p>
          <a:p>
            <a:pPr marL="0" indent="0">
              <a:spcAft>
                <a:spcPct val="0"/>
              </a:spcAft>
              <a:buNone/>
            </a:pPr>
            <a:r>
              <a:rPr lang="en-US" altLang="fr-FR"/>
              <a:t>How many hours of nightly sleep have I had during that same time?</a:t>
            </a:r>
          </a:p>
          <a:p>
            <a:pPr marL="0" indent="0">
              <a:spcAft>
                <a:spcPct val="0"/>
              </a:spcAft>
              <a:buNone/>
            </a:pPr>
            <a:endParaRPr lang="en-US" altLang="fr-FR"/>
          </a:p>
          <a:p>
            <a:pPr marL="0" indent="0">
              <a:spcAft>
                <a:spcPct val="0"/>
              </a:spcAft>
              <a:buNone/>
            </a:pPr>
            <a:r>
              <a:rPr lang="en-US" altLang="fr-FR"/>
              <a:t> </a:t>
            </a:r>
          </a:p>
          <a:p>
            <a:pPr marL="0" indent="0">
              <a:spcAft>
                <a:spcPct val="0"/>
              </a:spcAft>
              <a:buNone/>
            </a:pPr>
            <a:r>
              <a:rPr lang="en-US" altLang="fr-FR"/>
              <a:t>Do I need to reassess my sleeping habits?</a:t>
            </a:r>
          </a:p>
        </p:txBody>
      </p:sp>
      <p:sp>
        <p:nvSpPr>
          <p:cNvPr id="573443" name="Footer Placeholder 3">
            <a:extLst>
              <a:ext uri="{FF2B5EF4-FFF2-40B4-BE49-F238E27FC236}">
                <a16:creationId xmlns:a16="http://schemas.microsoft.com/office/drawing/2014/main" xmlns="" id="{58F6B7DA-7C82-43D1-BBA9-9707773E749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73444" name="Slide Number Placeholder 4">
            <a:extLst>
              <a:ext uri="{FF2B5EF4-FFF2-40B4-BE49-F238E27FC236}">
                <a16:creationId xmlns:a16="http://schemas.microsoft.com/office/drawing/2014/main" xmlns="" id="{102CBE73-5096-467F-901F-F80971BEE60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27</a:t>
            </a:r>
          </a:p>
        </p:txBody>
      </p:sp>
      <p:pic>
        <p:nvPicPr>
          <p:cNvPr id="573445" name="Picture 2" descr="G:\For Merle\Chapter 6 - rest\80612291 - tired woman.jpg">
            <a:extLst>
              <a:ext uri="{FF2B5EF4-FFF2-40B4-BE49-F238E27FC236}">
                <a16:creationId xmlns:a16="http://schemas.microsoft.com/office/drawing/2014/main" xmlns="" id="{7C49B64F-C216-454C-BE2F-234976102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9576" y="914400"/>
            <a:ext cx="38322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Content Placeholder 2">
            <a:extLst>
              <a:ext uri="{FF2B5EF4-FFF2-40B4-BE49-F238E27FC236}">
                <a16:creationId xmlns:a16="http://schemas.microsoft.com/office/drawing/2014/main" xmlns="" id="{790126DA-FA85-4A01-9D76-FCFBB8E6EFD4}"/>
              </a:ext>
            </a:extLst>
          </p:cNvPr>
          <p:cNvSpPr>
            <a:spLocks noGrp="1" noChangeArrowheads="1"/>
          </p:cNvSpPr>
          <p:nvPr>
            <p:ph idx="1"/>
          </p:nvPr>
        </p:nvSpPr>
        <p:spPr>
          <a:xfrm>
            <a:off x="2133600" y="2209800"/>
            <a:ext cx="4648200" cy="2438400"/>
          </a:xfrm>
        </p:spPr>
        <p:txBody>
          <a:bodyPr/>
          <a:lstStyle/>
          <a:p>
            <a:pPr marL="0" indent="0">
              <a:buNone/>
            </a:pPr>
            <a:r>
              <a:rPr lang="en-US" altLang="fr-FR"/>
              <a:t>Am I staying up too late at night? </a:t>
            </a:r>
          </a:p>
          <a:p>
            <a:pPr marL="0" indent="0">
              <a:buNone/>
            </a:pPr>
            <a:r>
              <a:rPr lang="en-US" altLang="fr-FR"/>
              <a:t>What delays my preparation for bed? </a:t>
            </a:r>
          </a:p>
        </p:txBody>
      </p:sp>
      <p:sp>
        <p:nvSpPr>
          <p:cNvPr id="575491" name="Footer Placeholder 3">
            <a:extLst>
              <a:ext uri="{FF2B5EF4-FFF2-40B4-BE49-F238E27FC236}">
                <a16:creationId xmlns:a16="http://schemas.microsoft.com/office/drawing/2014/main" xmlns="" id="{F5EB17EE-63A9-4E64-9E29-543B8F368FB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75492" name="Slide Number Placeholder 4">
            <a:extLst>
              <a:ext uri="{FF2B5EF4-FFF2-40B4-BE49-F238E27FC236}">
                <a16:creationId xmlns:a16="http://schemas.microsoft.com/office/drawing/2014/main" xmlns="" id="{F8741D57-B3F3-419A-95DD-D84DCC434F6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28</a:t>
            </a:r>
          </a:p>
        </p:txBody>
      </p:sp>
      <p:pic>
        <p:nvPicPr>
          <p:cNvPr id="575493" name="Picture 2" descr="G:\For Merle\Chapter 6 - rest\97780046 - Asian woman sleeping.jpg">
            <a:extLst>
              <a:ext uri="{FF2B5EF4-FFF2-40B4-BE49-F238E27FC236}">
                <a16:creationId xmlns:a16="http://schemas.microsoft.com/office/drawing/2014/main" xmlns="" id="{7C22CF6C-C3B3-4724-B511-1CF407C736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913" y="1219201"/>
            <a:ext cx="3200400" cy="425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Content Placeholder 2">
            <a:extLst>
              <a:ext uri="{FF2B5EF4-FFF2-40B4-BE49-F238E27FC236}">
                <a16:creationId xmlns:a16="http://schemas.microsoft.com/office/drawing/2014/main" xmlns="" id="{47BB4682-54E9-44AA-9CB8-05D64E28AD90}"/>
              </a:ext>
            </a:extLst>
          </p:cNvPr>
          <p:cNvSpPr>
            <a:spLocks noGrp="1" noChangeArrowheads="1"/>
          </p:cNvSpPr>
          <p:nvPr>
            <p:ph idx="1"/>
          </p:nvPr>
        </p:nvSpPr>
        <p:spPr>
          <a:xfrm>
            <a:off x="1905000" y="304800"/>
            <a:ext cx="8382000" cy="1828800"/>
          </a:xfrm>
        </p:spPr>
        <p:txBody>
          <a:bodyPr/>
          <a:lstStyle/>
          <a:p>
            <a:pPr marL="0" indent="0" algn="ctr">
              <a:buNone/>
            </a:pPr>
            <a:r>
              <a:rPr lang="en-US" altLang="fr-FR" sz="3000"/>
              <a:t>Do I need to exercise more,</a:t>
            </a:r>
          </a:p>
          <a:p>
            <a:pPr marL="0" indent="0" algn="ctr">
              <a:buNone/>
            </a:pPr>
            <a:r>
              <a:rPr lang="en-US" altLang="fr-FR" sz="3000"/>
              <a:t> or perhaps earlier in the day? </a:t>
            </a:r>
          </a:p>
        </p:txBody>
      </p:sp>
      <p:sp>
        <p:nvSpPr>
          <p:cNvPr id="577539" name="Footer Placeholder 3">
            <a:extLst>
              <a:ext uri="{FF2B5EF4-FFF2-40B4-BE49-F238E27FC236}">
                <a16:creationId xmlns:a16="http://schemas.microsoft.com/office/drawing/2014/main" xmlns="" id="{1E4DCD20-A142-4A45-AE86-D26D9783B60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77540" name="Slide Number Placeholder 4">
            <a:extLst>
              <a:ext uri="{FF2B5EF4-FFF2-40B4-BE49-F238E27FC236}">
                <a16:creationId xmlns:a16="http://schemas.microsoft.com/office/drawing/2014/main" xmlns="" id="{3C8078AD-23F5-453F-9A83-4D4651E79A5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29</a:t>
            </a:r>
          </a:p>
        </p:txBody>
      </p:sp>
      <p:pic>
        <p:nvPicPr>
          <p:cNvPr id="577541" name="Picture 3" descr="H:\For Merle\Chapter 2 - exercise\89792270 - woman lifting weights outdoors.jpg">
            <a:extLst>
              <a:ext uri="{FF2B5EF4-FFF2-40B4-BE49-F238E27FC236}">
                <a16:creationId xmlns:a16="http://schemas.microsoft.com/office/drawing/2014/main" xmlns="" id="{806823CB-B210-46D7-82F5-723C235EB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905000"/>
            <a:ext cx="7239000" cy="414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Content Placeholder 2">
            <a:extLst>
              <a:ext uri="{FF2B5EF4-FFF2-40B4-BE49-F238E27FC236}">
                <a16:creationId xmlns:a16="http://schemas.microsoft.com/office/drawing/2014/main" xmlns="" id="{731161E8-3F09-4771-A3B1-C11E6CDEC9AA}"/>
              </a:ext>
            </a:extLst>
          </p:cNvPr>
          <p:cNvSpPr>
            <a:spLocks noGrp="1" noChangeArrowheads="1"/>
          </p:cNvSpPr>
          <p:nvPr>
            <p:ph idx="1"/>
          </p:nvPr>
        </p:nvSpPr>
        <p:spPr>
          <a:xfrm>
            <a:off x="2057400" y="533400"/>
            <a:ext cx="8153400" cy="3276600"/>
          </a:xfrm>
        </p:spPr>
        <p:txBody>
          <a:bodyPr/>
          <a:lstStyle/>
          <a:p>
            <a:pPr marL="0" indent="0" algn="ctr">
              <a:buNone/>
            </a:pPr>
            <a:r>
              <a:rPr lang="en-US" altLang="fr-FR" sz="3000"/>
              <a:t>Have I had too big a meal</a:t>
            </a:r>
          </a:p>
          <a:p>
            <a:pPr marL="0" indent="0" algn="ctr">
              <a:buNone/>
            </a:pPr>
            <a:r>
              <a:rPr lang="en-US" altLang="fr-FR" sz="3000"/>
              <a:t> in the evening, or eaten too late?</a:t>
            </a:r>
          </a:p>
        </p:txBody>
      </p:sp>
      <p:sp>
        <p:nvSpPr>
          <p:cNvPr id="579587" name="Footer Placeholder 3">
            <a:extLst>
              <a:ext uri="{FF2B5EF4-FFF2-40B4-BE49-F238E27FC236}">
                <a16:creationId xmlns:a16="http://schemas.microsoft.com/office/drawing/2014/main" xmlns="" id="{CB549E01-0D6F-47BA-ABCC-DFC45700C8F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79588" name="Slide Number Placeholder 4">
            <a:extLst>
              <a:ext uri="{FF2B5EF4-FFF2-40B4-BE49-F238E27FC236}">
                <a16:creationId xmlns:a16="http://schemas.microsoft.com/office/drawing/2014/main" xmlns="" id="{B2528F7D-AFC7-4F4D-AFB7-2721A621F3C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30</a:t>
            </a:r>
          </a:p>
        </p:txBody>
      </p:sp>
      <p:pic>
        <p:nvPicPr>
          <p:cNvPr id="579589" name="Picture 2" descr="C:\Users\thomasn\Pictures\Thinkstock hmpix4\Thinkstock Nancy\Food, drink, eating\147457426.jpg">
            <a:extLst>
              <a:ext uri="{FF2B5EF4-FFF2-40B4-BE49-F238E27FC236}">
                <a16:creationId xmlns:a16="http://schemas.microsoft.com/office/drawing/2014/main" xmlns="" id="{E8DC3A33-CFB5-4F50-8AFF-D8C59192A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147" r="-2068"/>
          <a:stretch>
            <a:fillRect/>
          </a:stretch>
        </p:blipFill>
        <p:spPr bwMode="auto">
          <a:xfrm>
            <a:off x="2646364" y="1905001"/>
            <a:ext cx="6878637"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6D1786A-1D97-4303-A384-499C9ECEA4E8}"/>
              </a:ext>
            </a:extLst>
          </p:cNvPr>
          <p:cNvSpPr>
            <a:spLocks noGrp="1"/>
          </p:cNvSpPr>
          <p:nvPr>
            <p:ph idx="1"/>
          </p:nvPr>
        </p:nvSpPr>
        <p:spPr>
          <a:xfrm>
            <a:off x="1981200" y="2362200"/>
            <a:ext cx="3733800" cy="2362200"/>
          </a:xfrm>
        </p:spPr>
        <p:txBody>
          <a:bodyPr rtlCol="0">
            <a:noAutofit/>
          </a:bodyPr>
          <a:lstStyle/>
          <a:p>
            <a:pPr marL="0" indent="0">
              <a:buNone/>
              <a:defRPr/>
            </a:pPr>
            <a:r>
              <a:rPr lang="en-US" dirty="0"/>
              <a:t>Am I worrying about something that is keeping me awake? </a:t>
            </a:r>
          </a:p>
          <a:p>
            <a:pPr>
              <a:defRPr/>
            </a:pPr>
            <a:endParaRPr lang="en-US" dirty="0"/>
          </a:p>
        </p:txBody>
      </p:sp>
      <p:sp>
        <p:nvSpPr>
          <p:cNvPr id="581635" name="Footer Placeholder 3">
            <a:extLst>
              <a:ext uri="{FF2B5EF4-FFF2-40B4-BE49-F238E27FC236}">
                <a16:creationId xmlns:a16="http://schemas.microsoft.com/office/drawing/2014/main" xmlns="" id="{1EB91DF8-67D0-437C-B6F2-0CEA9E403B1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81636" name="Slide Number Placeholder 4">
            <a:extLst>
              <a:ext uri="{FF2B5EF4-FFF2-40B4-BE49-F238E27FC236}">
                <a16:creationId xmlns:a16="http://schemas.microsoft.com/office/drawing/2014/main" xmlns="" id="{158A7109-F9D9-4258-8193-23D2A582925B}"/>
              </a:ext>
            </a:extLst>
          </p:cNvPr>
          <p:cNvSpPr>
            <a:spLocks noGrp="1"/>
          </p:cNvSpPr>
          <p:nvPr>
            <p:ph type="sldNum" sz="quarter" idx="12"/>
          </p:nvPr>
        </p:nvSpPr>
        <p:spPr bwMode="auto">
          <a:xfrm>
            <a:off x="8153400" y="63246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31</a:t>
            </a:r>
          </a:p>
        </p:txBody>
      </p:sp>
      <p:pic>
        <p:nvPicPr>
          <p:cNvPr id="581637" name="Picture 2" descr="C:\Users\thomasn\Downloads\120995574.jpg">
            <a:extLst>
              <a:ext uri="{FF2B5EF4-FFF2-40B4-BE49-F238E27FC236}">
                <a16:creationId xmlns:a16="http://schemas.microsoft.com/office/drawing/2014/main" xmlns="" id="{73C0A831-7D4D-4EC8-87F2-286A3EDD1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376364"/>
            <a:ext cx="4675188"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Footer Placeholder 3">
            <a:extLst>
              <a:ext uri="{FF2B5EF4-FFF2-40B4-BE49-F238E27FC236}">
                <a16:creationId xmlns:a16="http://schemas.microsoft.com/office/drawing/2014/main" xmlns="" id="{B60696B7-A06C-4901-842A-6806BD23F3D7}"/>
              </a:ext>
            </a:extLst>
          </p:cNvPr>
          <p:cNvSpPr>
            <a:spLocks noGrp="1"/>
          </p:cNvSpPr>
          <p:nvPr>
            <p:ph type="ftr" sz="quarter" idx="11"/>
          </p:nvPr>
        </p:nvSpPr>
        <p:spPr bwMode="auto">
          <a:xfrm>
            <a:off x="1981200" y="632460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83683" name="Slide Number Placeholder 4">
            <a:extLst>
              <a:ext uri="{FF2B5EF4-FFF2-40B4-BE49-F238E27FC236}">
                <a16:creationId xmlns:a16="http://schemas.microsoft.com/office/drawing/2014/main" xmlns="" id="{108307FE-9708-474B-B14C-54F3622E9FE1}"/>
              </a:ext>
            </a:extLst>
          </p:cNvPr>
          <p:cNvSpPr>
            <a:spLocks noGrp="1"/>
          </p:cNvSpPr>
          <p:nvPr>
            <p:ph type="sldNum" sz="quarter" idx="12"/>
          </p:nvPr>
        </p:nvSpPr>
        <p:spPr bwMode="auto">
          <a:xfrm>
            <a:off x="8153400" y="63246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32</a:t>
            </a:r>
          </a:p>
        </p:txBody>
      </p:sp>
      <p:sp>
        <p:nvSpPr>
          <p:cNvPr id="583684" name="Content Placeholder 1">
            <a:extLst>
              <a:ext uri="{FF2B5EF4-FFF2-40B4-BE49-F238E27FC236}">
                <a16:creationId xmlns:a16="http://schemas.microsoft.com/office/drawing/2014/main" xmlns="" id="{F48FA427-2056-4202-9288-8311C1131007}"/>
              </a:ext>
            </a:extLst>
          </p:cNvPr>
          <p:cNvSpPr>
            <a:spLocks noGrp="1" noChangeArrowheads="1"/>
          </p:cNvSpPr>
          <p:nvPr>
            <p:ph idx="1"/>
          </p:nvPr>
        </p:nvSpPr>
        <p:spPr>
          <a:xfrm>
            <a:off x="2057400" y="2362200"/>
            <a:ext cx="3048000" cy="3124200"/>
          </a:xfrm>
        </p:spPr>
        <p:txBody>
          <a:bodyPr/>
          <a:lstStyle/>
          <a:p>
            <a:pPr marL="0" indent="0">
              <a:buNone/>
            </a:pPr>
            <a:r>
              <a:rPr lang="en-US" altLang="fr-FR" sz="3000"/>
              <a:t>Am I choosing to watch too much TV or play too many games?</a:t>
            </a:r>
          </a:p>
        </p:txBody>
      </p:sp>
      <p:pic>
        <p:nvPicPr>
          <p:cNvPr id="583685" name="Picture 2" descr="C:\Users\thomasn\Downloads\76800313.jpg">
            <a:extLst>
              <a:ext uri="{FF2B5EF4-FFF2-40B4-BE49-F238E27FC236}">
                <a16:creationId xmlns:a16="http://schemas.microsoft.com/office/drawing/2014/main" xmlns="" id="{6298C7B5-E2F3-4F28-8091-8FA8FA222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593850"/>
            <a:ext cx="4516438" cy="372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9BDA62E-B1D5-4029-872D-9BA6AED27070}"/>
              </a:ext>
            </a:extLst>
          </p:cNvPr>
          <p:cNvSpPr>
            <a:spLocks noGrp="1"/>
          </p:cNvSpPr>
          <p:nvPr>
            <p:ph idx="1"/>
          </p:nvPr>
        </p:nvSpPr>
        <p:spPr>
          <a:xfrm>
            <a:off x="1905000" y="2133600"/>
            <a:ext cx="3810000" cy="2362200"/>
          </a:xfrm>
        </p:spPr>
        <p:txBody>
          <a:bodyPr rtlCol="0">
            <a:noAutofit/>
          </a:bodyPr>
          <a:lstStyle/>
          <a:p>
            <a:pPr marL="0" indent="0">
              <a:buNone/>
              <a:defRPr/>
            </a:pPr>
            <a:r>
              <a:rPr lang="en-US" dirty="0"/>
              <a:t>Do I need to see my physician about a sleep disorder, such as sleep apnea?</a:t>
            </a:r>
          </a:p>
          <a:p>
            <a:pPr>
              <a:defRPr/>
            </a:pPr>
            <a:endParaRPr lang="en-US" dirty="0"/>
          </a:p>
        </p:txBody>
      </p:sp>
      <p:sp>
        <p:nvSpPr>
          <p:cNvPr id="585731" name="Footer Placeholder 3">
            <a:extLst>
              <a:ext uri="{FF2B5EF4-FFF2-40B4-BE49-F238E27FC236}">
                <a16:creationId xmlns:a16="http://schemas.microsoft.com/office/drawing/2014/main" xmlns="" id="{CBE29D19-F713-4928-B5A6-76DDBD8F065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85732" name="Slide Number Placeholder 4">
            <a:extLst>
              <a:ext uri="{FF2B5EF4-FFF2-40B4-BE49-F238E27FC236}">
                <a16:creationId xmlns:a16="http://schemas.microsoft.com/office/drawing/2014/main" xmlns="" id="{D9F5F17A-AFA5-4D0D-9DA8-98A964039FBE}"/>
              </a:ext>
            </a:extLst>
          </p:cNvPr>
          <p:cNvSpPr>
            <a:spLocks noGrp="1"/>
          </p:cNvSpPr>
          <p:nvPr>
            <p:ph type="sldNum" sz="quarter" idx="12"/>
          </p:nvPr>
        </p:nvSpPr>
        <p:spPr bwMode="auto">
          <a:xfrm>
            <a:off x="8153400" y="632460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33</a:t>
            </a:r>
          </a:p>
        </p:txBody>
      </p:sp>
      <p:pic>
        <p:nvPicPr>
          <p:cNvPr id="585733" name="Picture 3" descr="C:\Users\thomasn\Downloads\113609676.jpg">
            <a:extLst>
              <a:ext uri="{FF2B5EF4-FFF2-40B4-BE49-F238E27FC236}">
                <a16:creationId xmlns:a16="http://schemas.microsoft.com/office/drawing/2014/main" xmlns="" id="{1EBB766D-4752-407B-8304-5D8C77F4C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6663" y="1262064"/>
            <a:ext cx="4114800" cy="433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Content Placeholder 2">
            <a:extLst>
              <a:ext uri="{FF2B5EF4-FFF2-40B4-BE49-F238E27FC236}">
                <a16:creationId xmlns:a16="http://schemas.microsoft.com/office/drawing/2014/main" xmlns="" id="{E8DE6433-BA04-49B1-BBB7-A443218F9F63}"/>
              </a:ext>
            </a:extLst>
          </p:cNvPr>
          <p:cNvSpPr>
            <a:spLocks noGrp="1" noChangeArrowheads="1"/>
          </p:cNvSpPr>
          <p:nvPr>
            <p:ph idx="1"/>
          </p:nvPr>
        </p:nvSpPr>
        <p:spPr>
          <a:xfrm>
            <a:off x="2057400" y="1485900"/>
            <a:ext cx="3124200" cy="3771900"/>
          </a:xfrm>
        </p:spPr>
        <p:txBody>
          <a:bodyPr/>
          <a:lstStyle/>
          <a:p>
            <a:pPr marL="0" indent="0">
              <a:buNone/>
            </a:pPr>
            <a:r>
              <a:rPr lang="en-US" altLang="fr-FR" sz="3000"/>
              <a:t>A husband and wife worked late and then went out to dinner with friends. The meal was delicious, but the couple ate too much. </a:t>
            </a:r>
          </a:p>
        </p:txBody>
      </p:sp>
      <p:sp>
        <p:nvSpPr>
          <p:cNvPr id="587779" name="Footer Placeholder 3">
            <a:extLst>
              <a:ext uri="{FF2B5EF4-FFF2-40B4-BE49-F238E27FC236}">
                <a16:creationId xmlns:a16="http://schemas.microsoft.com/office/drawing/2014/main" xmlns="" id="{04A9FAA6-57A5-4338-815F-0723A455A46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87780" name="Slide Number Placeholder 4">
            <a:extLst>
              <a:ext uri="{FF2B5EF4-FFF2-40B4-BE49-F238E27FC236}">
                <a16:creationId xmlns:a16="http://schemas.microsoft.com/office/drawing/2014/main" xmlns="" id="{E18FEB64-3C8E-453C-8F6C-CF6E53DDC59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34</a:t>
            </a:r>
          </a:p>
        </p:txBody>
      </p:sp>
      <p:pic>
        <p:nvPicPr>
          <p:cNvPr id="587781" name="Picture 2" descr="C:\Users\thomasn\Downloads\162329983.jpg">
            <a:extLst>
              <a:ext uri="{FF2B5EF4-FFF2-40B4-BE49-F238E27FC236}">
                <a16:creationId xmlns:a16="http://schemas.microsoft.com/office/drawing/2014/main" xmlns="" id="{A4355751-026C-4C91-A927-5D03DB2FE4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5676" y="1449389"/>
            <a:ext cx="4422775"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Content Placeholder 2">
            <a:extLst>
              <a:ext uri="{FF2B5EF4-FFF2-40B4-BE49-F238E27FC236}">
                <a16:creationId xmlns:a16="http://schemas.microsoft.com/office/drawing/2014/main" xmlns="" id="{400D4096-EE01-4845-BF01-441B2C955E7D}"/>
              </a:ext>
            </a:extLst>
          </p:cNvPr>
          <p:cNvSpPr>
            <a:spLocks noGrp="1" noChangeArrowheads="1"/>
          </p:cNvSpPr>
          <p:nvPr>
            <p:ph idx="1"/>
          </p:nvPr>
        </p:nvSpPr>
        <p:spPr>
          <a:xfrm>
            <a:off x="2057400" y="1524000"/>
            <a:ext cx="3886200" cy="3733800"/>
          </a:xfrm>
        </p:spPr>
        <p:txBody>
          <a:bodyPr/>
          <a:lstStyle/>
          <a:p>
            <a:pPr marL="0" indent="0">
              <a:buNone/>
            </a:pPr>
            <a:r>
              <a:rPr lang="en-US" altLang="fr-FR" sz="3000"/>
              <a:t>Neither slept well when they eventually got to bed. The next evening they arrived home late again and then watched a late-night TV show.</a:t>
            </a:r>
          </a:p>
        </p:txBody>
      </p:sp>
      <p:sp>
        <p:nvSpPr>
          <p:cNvPr id="589827" name="Footer Placeholder 3">
            <a:extLst>
              <a:ext uri="{FF2B5EF4-FFF2-40B4-BE49-F238E27FC236}">
                <a16:creationId xmlns:a16="http://schemas.microsoft.com/office/drawing/2014/main" xmlns="" id="{E76F1EF3-D440-4CA4-85B1-AA6C0B8BE6D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89828" name="Slide Number Placeholder 4">
            <a:extLst>
              <a:ext uri="{FF2B5EF4-FFF2-40B4-BE49-F238E27FC236}">
                <a16:creationId xmlns:a16="http://schemas.microsoft.com/office/drawing/2014/main" xmlns="" id="{589D3B37-74CF-4FAC-AA78-9E39FBAB877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35</a:t>
            </a:r>
          </a:p>
        </p:txBody>
      </p:sp>
      <p:pic>
        <p:nvPicPr>
          <p:cNvPr id="589829" name="Picture 2" descr="C:\Users\thomasn\Downloads\91946426.jpg">
            <a:extLst>
              <a:ext uri="{FF2B5EF4-FFF2-40B4-BE49-F238E27FC236}">
                <a16:creationId xmlns:a16="http://schemas.microsoft.com/office/drawing/2014/main" xmlns="" id="{41E61E0B-C75A-4407-9C96-ADB296B41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9" y="1600201"/>
            <a:ext cx="390842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Content Placeholder 2">
            <a:extLst>
              <a:ext uri="{FF2B5EF4-FFF2-40B4-BE49-F238E27FC236}">
                <a16:creationId xmlns:a16="http://schemas.microsoft.com/office/drawing/2014/main" xmlns="" id="{D1CC067C-DFEF-49CD-B1B4-A106C4EA855B}"/>
              </a:ext>
            </a:extLst>
          </p:cNvPr>
          <p:cNvSpPr>
            <a:spLocks noGrp="1" noChangeArrowheads="1"/>
          </p:cNvSpPr>
          <p:nvPr>
            <p:ph idx="1"/>
          </p:nvPr>
        </p:nvSpPr>
        <p:spPr>
          <a:xfrm>
            <a:off x="1997076" y="1371600"/>
            <a:ext cx="4175125" cy="4038600"/>
          </a:xfrm>
        </p:spPr>
        <p:txBody>
          <a:bodyPr/>
          <a:lstStyle/>
          <a:p>
            <a:pPr marL="0" indent="0">
              <a:buNone/>
            </a:pPr>
            <a:r>
              <a:rPr lang="en-US" altLang="fr-FR" sz="3000"/>
              <a:t>The next morning the couple had a heated argument about who should fetch the dry cleaning. Why would they argue about such an inconsequential thing? </a:t>
            </a:r>
          </a:p>
        </p:txBody>
      </p:sp>
      <p:sp>
        <p:nvSpPr>
          <p:cNvPr id="591875" name="Footer Placeholder 3">
            <a:extLst>
              <a:ext uri="{FF2B5EF4-FFF2-40B4-BE49-F238E27FC236}">
                <a16:creationId xmlns:a16="http://schemas.microsoft.com/office/drawing/2014/main" xmlns="" id="{748870C2-4A3B-476C-9296-F1545B718BC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91876" name="Slide Number Placeholder 4">
            <a:extLst>
              <a:ext uri="{FF2B5EF4-FFF2-40B4-BE49-F238E27FC236}">
                <a16:creationId xmlns:a16="http://schemas.microsoft.com/office/drawing/2014/main" xmlns="" id="{1679B255-D68D-4DF6-994F-DEC3E69F104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36</a:t>
            </a:r>
          </a:p>
        </p:txBody>
      </p:sp>
      <p:pic>
        <p:nvPicPr>
          <p:cNvPr id="591877" name="Picture 2" descr="C:\Users\thomasn\Pictures\Thinkstock hmpix4\Thinkstock Nancy\people\101472639.jpg">
            <a:extLst>
              <a:ext uri="{FF2B5EF4-FFF2-40B4-BE49-F238E27FC236}">
                <a16:creationId xmlns:a16="http://schemas.microsoft.com/office/drawing/2014/main" xmlns="" id="{179997A1-04C4-4E36-8CEA-C1BDA022AD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3014" y="1524000"/>
            <a:ext cx="4237037"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3A4DF87-E614-4779-849D-1E4105D827C4}"/>
              </a:ext>
            </a:extLst>
          </p:cNvPr>
          <p:cNvSpPr>
            <a:spLocks noGrp="1"/>
          </p:cNvSpPr>
          <p:nvPr>
            <p:ph idx="1"/>
          </p:nvPr>
        </p:nvSpPr>
        <p:spPr>
          <a:xfrm>
            <a:off x="1997076" y="2133600"/>
            <a:ext cx="3565525" cy="2514600"/>
          </a:xfrm>
        </p:spPr>
        <p:txBody>
          <a:bodyPr rtlCol="0">
            <a:normAutofit/>
          </a:bodyPr>
          <a:lstStyle/>
          <a:p>
            <a:pPr marL="0" indent="0">
              <a:buNone/>
              <a:defRPr/>
            </a:pPr>
            <a:r>
              <a:rPr lang="en-US" sz="3000" dirty="0"/>
              <a:t>Were they thinking clearly? How can I prevent something like that from happening to me?</a:t>
            </a:r>
          </a:p>
          <a:p>
            <a:pPr>
              <a:defRPr/>
            </a:pPr>
            <a:endParaRPr lang="en-US" sz="3000" dirty="0"/>
          </a:p>
        </p:txBody>
      </p:sp>
      <p:sp>
        <p:nvSpPr>
          <p:cNvPr id="593923" name="Footer Placeholder 3">
            <a:extLst>
              <a:ext uri="{FF2B5EF4-FFF2-40B4-BE49-F238E27FC236}">
                <a16:creationId xmlns:a16="http://schemas.microsoft.com/office/drawing/2014/main" xmlns="" id="{B6C6F997-B0A0-4996-B59E-45B41D264A7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93924" name="Slide Number Placeholder 4">
            <a:extLst>
              <a:ext uri="{FF2B5EF4-FFF2-40B4-BE49-F238E27FC236}">
                <a16:creationId xmlns:a16="http://schemas.microsoft.com/office/drawing/2014/main" xmlns="" id="{0A1BA675-CCAF-474E-A6F9-501AFD59145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37</a:t>
            </a:r>
          </a:p>
        </p:txBody>
      </p:sp>
      <p:pic>
        <p:nvPicPr>
          <p:cNvPr id="593925" name="Picture 2" descr="C:\Users\thomasn\Pictures\Thinkstock hmpix4\Thinkstock Nancy\people\101472639.jpg">
            <a:extLst>
              <a:ext uri="{FF2B5EF4-FFF2-40B4-BE49-F238E27FC236}">
                <a16:creationId xmlns:a16="http://schemas.microsoft.com/office/drawing/2014/main" xmlns="" id="{91B506BD-FBE4-49C4-BE05-2D17685C4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1" y="1522414"/>
            <a:ext cx="42656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917CA75-196C-45B0-9420-B0B1C4A1E977}"/>
              </a:ext>
            </a:extLst>
          </p:cNvPr>
          <p:cNvSpPr>
            <a:spLocks noGrp="1"/>
          </p:cNvSpPr>
          <p:nvPr>
            <p:ph idx="1"/>
          </p:nvPr>
        </p:nvSpPr>
        <p:spPr>
          <a:xfrm>
            <a:off x="1981200" y="1676401"/>
            <a:ext cx="5029200" cy="3459163"/>
          </a:xfrm>
        </p:spPr>
        <p:txBody>
          <a:bodyPr rtlCol="0">
            <a:normAutofit/>
          </a:bodyPr>
          <a:lstStyle/>
          <a:p>
            <a:pPr marL="0" indent="0">
              <a:buNone/>
              <a:defRPr/>
            </a:pPr>
            <a:r>
              <a:rPr lang="en-US" dirty="0"/>
              <a:t>How many of the following symptoms have I observed in myself lately?</a:t>
            </a:r>
          </a:p>
          <a:p>
            <a:pPr marL="0" indent="0">
              <a:buNone/>
              <a:defRPr/>
            </a:pPr>
            <a:r>
              <a:rPr lang="en-US" dirty="0"/>
              <a:t> </a:t>
            </a:r>
          </a:p>
          <a:p>
            <a:pPr>
              <a:defRPr/>
            </a:pPr>
            <a:r>
              <a:rPr lang="en-US" dirty="0"/>
              <a:t>lower productivity</a:t>
            </a:r>
          </a:p>
          <a:p>
            <a:pPr>
              <a:defRPr/>
            </a:pPr>
            <a:r>
              <a:rPr lang="en-US" dirty="0"/>
              <a:t>short attention span </a:t>
            </a:r>
          </a:p>
          <a:p>
            <a:pPr marL="0" indent="0">
              <a:buNone/>
              <a:defRPr/>
            </a:pPr>
            <a:endParaRPr lang="en-US" dirty="0"/>
          </a:p>
        </p:txBody>
      </p:sp>
      <p:sp>
        <p:nvSpPr>
          <p:cNvPr id="595971" name="Footer Placeholder 3">
            <a:extLst>
              <a:ext uri="{FF2B5EF4-FFF2-40B4-BE49-F238E27FC236}">
                <a16:creationId xmlns:a16="http://schemas.microsoft.com/office/drawing/2014/main" xmlns="" id="{451AD3DF-D6E4-421F-B226-FD96E0C7180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95972" name="Slide Number Placeholder 4">
            <a:extLst>
              <a:ext uri="{FF2B5EF4-FFF2-40B4-BE49-F238E27FC236}">
                <a16:creationId xmlns:a16="http://schemas.microsoft.com/office/drawing/2014/main" xmlns="" id="{615CAF48-AE4D-49E7-B76B-143350782745}"/>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38</a:t>
            </a:r>
          </a:p>
        </p:txBody>
      </p:sp>
      <p:pic>
        <p:nvPicPr>
          <p:cNvPr id="595973" name="Picture 3" descr="C:\Users\thomasn\Pictures\Thinkstock hmpix4\Thinkstock Nancy\people\77005633 (1).jpg">
            <a:extLst>
              <a:ext uri="{FF2B5EF4-FFF2-40B4-BE49-F238E27FC236}">
                <a16:creationId xmlns:a16="http://schemas.microsoft.com/office/drawing/2014/main" xmlns="" id="{B8336CC1-BD70-404F-9D03-74D4A082E7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057400"/>
            <a:ext cx="316388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CCB11CC-2BD2-4450-BE70-6D994296FA27}"/>
              </a:ext>
            </a:extLst>
          </p:cNvPr>
          <p:cNvSpPr>
            <a:spLocks noGrp="1"/>
          </p:cNvSpPr>
          <p:nvPr>
            <p:ph idx="1"/>
          </p:nvPr>
        </p:nvSpPr>
        <p:spPr>
          <a:xfrm>
            <a:off x="1981200" y="2286000"/>
            <a:ext cx="4191000" cy="2286000"/>
          </a:xfrm>
        </p:spPr>
        <p:txBody>
          <a:bodyPr rtlCol="0">
            <a:normAutofit/>
          </a:bodyPr>
          <a:lstStyle/>
          <a:p>
            <a:pPr>
              <a:defRPr/>
            </a:pPr>
            <a:r>
              <a:rPr lang="en-US" dirty="0"/>
              <a:t>inability to solve complex problems, think clearly, or remember quickly</a:t>
            </a:r>
          </a:p>
          <a:p>
            <a:pPr marL="0" indent="0">
              <a:buNone/>
              <a:defRPr/>
            </a:pPr>
            <a:endParaRPr lang="en-US" dirty="0"/>
          </a:p>
        </p:txBody>
      </p:sp>
      <p:sp>
        <p:nvSpPr>
          <p:cNvPr id="598019" name="Footer Placeholder 3">
            <a:extLst>
              <a:ext uri="{FF2B5EF4-FFF2-40B4-BE49-F238E27FC236}">
                <a16:creationId xmlns:a16="http://schemas.microsoft.com/office/drawing/2014/main" xmlns="" id="{B986466F-A4B7-44C2-B2E1-456D26E202D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598020" name="Slide Number Placeholder 4">
            <a:extLst>
              <a:ext uri="{FF2B5EF4-FFF2-40B4-BE49-F238E27FC236}">
                <a16:creationId xmlns:a16="http://schemas.microsoft.com/office/drawing/2014/main" xmlns="" id="{F0CD1D15-F4D6-480B-882D-B3431D42BF4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39</a:t>
            </a:r>
          </a:p>
        </p:txBody>
      </p:sp>
      <p:pic>
        <p:nvPicPr>
          <p:cNvPr id="598021" name="Picture 3" descr="C:\Users\thomasn\Pictures\Thinkstock hmpix4\Thinkstock Nancy\people\77005633 (1).jpg">
            <a:extLst>
              <a:ext uri="{FF2B5EF4-FFF2-40B4-BE49-F238E27FC236}">
                <a16:creationId xmlns:a16="http://schemas.microsoft.com/office/drawing/2014/main" xmlns="" id="{A58B8BA1-549A-4499-A1D2-A9D3D5EF1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828801"/>
            <a:ext cx="3773488"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Content Placeholder 2">
            <a:extLst>
              <a:ext uri="{FF2B5EF4-FFF2-40B4-BE49-F238E27FC236}">
                <a16:creationId xmlns:a16="http://schemas.microsoft.com/office/drawing/2014/main" xmlns="" id="{4A65B7D7-0D97-46B0-B0C9-99C9E8706A05}"/>
              </a:ext>
            </a:extLst>
          </p:cNvPr>
          <p:cNvSpPr>
            <a:spLocks noGrp="1" noChangeArrowheads="1"/>
          </p:cNvSpPr>
          <p:nvPr>
            <p:ph idx="1"/>
          </p:nvPr>
        </p:nvSpPr>
        <p:spPr>
          <a:xfrm>
            <a:off x="2057400" y="1530350"/>
            <a:ext cx="4038600" cy="3651250"/>
          </a:xfrm>
        </p:spPr>
        <p:txBody>
          <a:bodyPr/>
          <a:lstStyle/>
          <a:p>
            <a:pPr marL="0" indent="0">
              <a:buNone/>
            </a:pPr>
            <a:r>
              <a:rPr lang="en-US" altLang="fr-FR" sz="3000"/>
              <a:t>How do I demonstrate that I value my sleep?</a:t>
            </a:r>
          </a:p>
          <a:p>
            <a:pPr marL="0" indent="0">
              <a:buNone/>
            </a:pPr>
            <a:r>
              <a:rPr lang="en-US" altLang="fr-FR" sz="3000"/>
              <a:t> </a:t>
            </a:r>
          </a:p>
          <a:p>
            <a:pPr marL="0" indent="0">
              <a:buNone/>
            </a:pPr>
            <a:r>
              <a:rPr lang="en-US" altLang="fr-FR" sz="3000"/>
              <a:t>What choices do I have to make in order to get adequate and restful sleep? </a:t>
            </a:r>
          </a:p>
        </p:txBody>
      </p:sp>
      <p:sp>
        <p:nvSpPr>
          <p:cNvPr id="600067" name="Footer Placeholder 3">
            <a:extLst>
              <a:ext uri="{FF2B5EF4-FFF2-40B4-BE49-F238E27FC236}">
                <a16:creationId xmlns:a16="http://schemas.microsoft.com/office/drawing/2014/main" xmlns="" id="{7A8C7E47-59DC-49DB-A08D-F22B51635AF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00068" name="Slide Number Placeholder 4">
            <a:extLst>
              <a:ext uri="{FF2B5EF4-FFF2-40B4-BE49-F238E27FC236}">
                <a16:creationId xmlns:a16="http://schemas.microsoft.com/office/drawing/2014/main" xmlns="" id="{11162B3B-2769-4945-AF34-828974F7313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40</a:t>
            </a:r>
          </a:p>
        </p:txBody>
      </p:sp>
      <p:pic>
        <p:nvPicPr>
          <p:cNvPr id="600069" name="Picture 3" descr="G:\For Merle\stk117414rke.jpg">
            <a:extLst>
              <a:ext uri="{FF2B5EF4-FFF2-40B4-BE49-F238E27FC236}">
                <a16:creationId xmlns:a16="http://schemas.microsoft.com/office/drawing/2014/main" xmlns="" id="{F0B3328C-0759-4C81-8281-F13CEC30A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1377951"/>
            <a:ext cx="33528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Content Placeholder 2">
            <a:extLst>
              <a:ext uri="{FF2B5EF4-FFF2-40B4-BE49-F238E27FC236}">
                <a16:creationId xmlns:a16="http://schemas.microsoft.com/office/drawing/2014/main" xmlns="" id="{A8060473-3896-46C2-BE17-750470FB1611}"/>
              </a:ext>
            </a:extLst>
          </p:cNvPr>
          <p:cNvSpPr>
            <a:spLocks noGrp="1" noChangeArrowheads="1"/>
          </p:cNvSpPr>
          <p:nvPr>
            <p:ph idx="1"/>
          </p:nvPr>
        </p:nvSpPr>
        <p:spPr>
          <a:xfrm>
            <a:off x="2057400" y="1600200"/>
            <a:ext cx="4419600" cy="3352800"/>
          </a:xfrm>
        </p:spPr>
        <p:txBody>
          <a:bodyPr/>
          <a:lstStyle/>
          <a:p>
            <a:pPr marL="0" indent="0">
              <a:buNone/>
            </a:pPr>
            <a:r>
              <a:rPr lang="en-US" altLang="fr-FR" sz="3000"/>
              <a:t>Should I choose to get up at the same time on weekends as I do during the week so that I establish good-habit patterns?</a:t>
            </a:r>
          </a:p>
        </p:txBody>
      </p:sp>
      <p:sp>
        <p:nvSpPr>
          <p:cNvPr id="602115" name="Footer Placeholder 3">
            <a:extLst>
              <a:ext uri="{FF2B5EF4-FFF2-40B4-BE49-F238E27FC236}">
                <a16:creationId xmlns:a16="http://schemas.microsoft.com/office/drawing/2014/main" xmlns="" id="{B08ECD6A-9BC4-42E3-A56D-21FAA8623CF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02116" name="Slide Number Placeholder 4">
            <a:extLst>
              <a:ext uri="{FF2B5EF4-FFF2-40B4-BE49-F238E27FC236}">
                <a16:creationId xmlns:a16="http://schemas.microsoft.com/office/drawing/2014/main" xmlns="" id="{5705BEC2-A8EA-4F40-A20A-70220921ECE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41</a:t>
            </a:r>
          </a:p>
        </p:txBody>
      </p:sp>
      <p:pic>
        <p:nvPicPr>
          <p:cNvPr id="602117" name="Picture 3" descr="G:\For Merle\stk117414rke.jpg">
            <a:extLst>
              <a:ext uri="{FF2B5EF4-FFF2-40B4-BE49-F238E27FC236}">
                <a16:creationId xmlns:a16="http://schemas.microsoft.com/office/drawing/2014/main" xmlns="" id="{505E7A89-DD27-43E0-9376-9D825EC92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6600" y="1247776"/>
            <a:ext cx="35052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0883454-2912-4449-B8D0-5907419811EE}"/>
              </a:ext>
            </a:extLst>
          </p:cNvPr>
          <p:cNvSpPr>
            <a:spLocks noGrp="1"/>
          </p:cNvSpPr>
          <p:nvPr>
            <p:ph idx="1"/>
          </p:nvPr>
        </p:nvSpPr>
        <p:spPr>
          <a:xfrm>
            <a:off x="1981200" y="990601"/>
            <a:ext cx="4343400" cy="4983163"/>
          </a:xfrm>
        </p:spPr>
        <p:txBody>
          <a:bodyPr rtlCol="0">
            <a:normAutofit/>
          </a:bodyPr>
          <a:lstStyle/>
          <a:p>
            <a:pPr marL="0" indent="0">
              <a:buNone/>
              <a:defRPr/>
            </a:pPr>
            <a:r>
              <a:rPr lang="en-US" sz="3000" dirty="0"/>
              <a:t>What arrangements in my bedroom do I have to change to foster better sleep?</a:t>
            </a:r>
          </a:p>
          <a:p>
            <a:pPr marL="0" indent="0">
              <a:buNone/>
              <a:defRPr/>
            </a:pPr>
            <a:r>
              <a:rPr lang="en-US" sz="3000" dirty="0"/>
              <a:t> </a:t>
            </a:r>
          </a:p>
          <a:p>
            <a:pPr>
              <a:defRPr/>
            </a:pPr>
            <a:endParaRPr lang="en-US" sz="3000" dirty="0"/>
          </a:p>
        </p:txBody>
      </p:sp>
      <p:sp>
        <p:nvSpPr>
          <p:cNvPr id="604163" name="Footer Placeholder 3">
            <a:extLst>
              <a:ext uri="{FF2B5EF4-FFF2-40B4-BE49-F238E27FC236}">
                <a16:creationId xmlns:a16="http://schemas.microsoft.com/office/drawing/2014/main" xmlns="" id="{C5DBA162-2D48-4041-B206-EC91C86F824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04164" name="Slide Number Placeholder 4">
            <a:extLst>
              <a:ext uri="{FF2B5EF4-FFF2-40B4-BE49-F238E27FC236}">
                <a16:creationId xmlns:a16="http://schemas.microsoft.com/office/drawing/2014/main" xmlns="" id="{A9E53F9F-ED8A-4213-A579-E553DC62312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42</a:t>
            </a:r>
          </a:p>
        </p:txBody>
      </p:sp>
      <p:pic>
        <p:nvPicPr>
          <p:cNvPr id="604165" name="Picture 2" descr="C:\Users\thomasn\Pictures\Thinkstock hmpix4\Thinkstock Nancy\Prayer, Praise\144879972.jpg">
            <a:extLst>
              <a:ext uri="{FF2B5EF4-FFF2-40B4-BE49-F238E27FC236}">
                <a16:creationId xmlns:a16="http://schemas.microsoft.com/office/drawing/2014/main" xmlns="" id="{837530F9-4858-4FE4-AC6E-B0DEC37E42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0076" y="488950"/>
            <a:ext cx="3489325" cy="583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CC8A5F-8CC2-474D-9F89-5110F29E3AE4}"/>
              </a:ext>
            </a:extLst>
          </p:cNvPr>
          <p:cNvSpPr>
            <a:spLocks noGrp="1"/>
          </p:cNvSpPr>
          <p:nvPr>
            <p:ph idx="1"/>
          </p:nvPr>
        </p:nvSpPr>
        <p:spPr>
          <a:xfrm>
            <a:off x="1981200" y="990601"/>
            <a:ext cx="4343400" cy="4983163"/>
          </a:xfrm>
        </p:spPr>
        <p:txBody>
          <a:bodyPr rtlCol="0">
            <a:normAutofit/>
          </a:bodyPr>
          <a:lstStyle/>
          <a:p>
            <a:pPr marL="0" indent="0">
              <a:buNone/>
              <a:defRPr/>
            </a:pPr>
            <a:r>
              <a:rPr lang="en-US" sz="3000" dirty="0">
                <a:solidFill>
                  <a:schemeClr val="bg1">
                    <a:lumMod val="65000"/>
                    <a:lumOff val="35000"/>
                  </a:schemeClr>
                </a:solidFill>
              </a:rPr>
              <a:t>What arrangements in my bedroom do I have to change to foster better sleep?</a:t>
            </a:r>
          </a:p>
          <a:p>
            <a:pPr marL="0" indent="0">
              <a:buNone/>
              <a:defRPr/>
            </a:pPr>
            <a:r>
              <a:rPr lang="en-US" sz="3000" dirty="0"/>
              <a:t> </a:t>
            </a:r>
          </a:p>
          <a:p>
            <a:pPr marL="0" indent="0">
              <a:buNone/>
              <a:defRPr/>
            </a:pPr>
            <a:r>
              <a:rPr lang="en-US" sz="3000" dirty="0"/>
              <a:t>How can I make a decided choice to put my trust in God and leave my burdens with Him?</a:t>
            </a:r>
          </a:p>
          <a:p>
            <a:pPr>
              <a:defRPr/>
            </a:pPr>
            <a:endParaRPr lang="en-US" sz="3000" dirty="0"/>
          </a:p>
        </p:txBody>
      </p:sp>
      <p:sp>
        <p:nvSpPr>
          <p:cNvPr id="606211" name="Footer Placeholder 3">
            <a:extLst>
              <a:ext uri="{FF2B5EF4-FFF2-40B4-BE49-F238E27FC236}">
                <a16:creationId xmlns:a16="http://schemas.microsoft.com/office/drawing/2014/main" xmlns="" id="{AF19BEB6-0699-4F18-88A1-6E113DB2A65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06212" name="Slide Number Placeholder 4">
            <a:extLst>
              <a:ext uri="{FF2B5EF4-FFF2-40B4-BE49-F238E27FC236}">
                <a16:creationId xmlns:a16="http://schemas.microsoft.com/office/drawing/2014/main" xmlns="" id="{A9BB8C5F-1169-40D2-8513-45CFC6B5508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43</a:t>
            </a:r>
          </a:p>
        </p:txBody>
      </p:sp>
      <p:pic>
        <p:nvPicPr>
          <p:cNvPr id="606213" name="Picture 2" descr="C:\Users\thomasn\Pictures\Thinkstock hmpix4\Thinkstock Nancy\Prayer, Praise\144879972.jpg">
            <a:extLst>
              <a:ext uri="{FF2B5EF4-FFF2-40B4-BE49-F238E27FC236}">
                <a16:creationId xmlns:a16="http://schemas.microsoft.com/office/drawing/2014/main" xmlns="" id="{61D6392A-F219-4D66-BAB6-6ED1EE06D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0076" y="488950"/>
            <a:ext cx="3489325" cy="583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Content Placeholder 2">
            <a:extLst>
              <a:ext uri="{FF2B5EF4-FFF2-40B4-BE49-F238E27FC236}">
                <a16:creationId xmlns:a16="http://schemas.microsoft.com/office/drawing/2014/main" xmlns="" id="{50037E8A-7339-42C3-9B55-4FE75835E707}"/>
              </a:ext>
            </a:extLst>
          </p:cNvPr>
          <p:cNvSpPr>
            <a:spLocks noGrp="1" noChangeArrowheads="1"/>
          </p:cNvSpPr>
          <p:nvPr>
            <p:ph idx="1"/>
          </p:nvPr>
        </p:nvSpPr>
        <p:spPr>
          <a:xfrm>
            <a:off x="1981200" y="1143001"/>
            <a:ext cx="4267200" cy="4525963"/>
          </a:xfrm>
        </p:spPr>
        <p:txBody>
          <a:bodyPr/>
          <a:lstStyle/>
          <a:p>
            <a:pPr marL="0" indent="0">
              <a:buNone/>
            </a:pPr>
            <a:r>
              <a:rPr lang="en-US" altLang="fr-FR" sz="3000"/>
              <a:t>In what ways do I show that I value the rest that the Sabbath offers? </a:t>
            </a:r>
          </a:p>
          <a:p>
            <a:pPr marL="0" indent="0">
              <a:buNone/>
            </a:pPr>
            <a:endParaRPr lang="en-US" altLang="fr-FR" sz="3000"/>
          </a:p>
          <a:p>
            <a:pPr marL="0" indent="0">
              <a:buNone/>
            </a:pPr>
            <a:endParaRPr lang="en-US" altLang="fr-FR" sz="3000"/>
          </a:p>
        </p:txBody>
      </p:sp>
      <p:sp>
        <p:nvSpPr>
          <p:cNvPr id="608259" name="Footer Placeholder 3">
            <a:extLst>
              <a:ext uri="{FF2B5EF4-FFF2-40B4-BE49-F238E27FC236}">
                <a16:creationId xmlns:a16="http://schemas.microsoft.com/office/drawing/2014/main" xmlns="" id="{7260FF95-00CE-43F2-915A-59D67194CDB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08260" name="Slide Number Placeholder 4">
            <a:extLst>
              <a:ext uri="{FF2B5EF4-FFF2-40B4-BE49-F238E27FC236}">
                <a16:creationId xmlns:a16="http://schemas.microsoft.com/office/drawing/2014/main" xmlns="" id="{39A1C79A-AB99-4923-B95A-34CF57607A3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44</a:t>
            </a:r>
          </a:p>
        </p:txBody>
      </p:sp>
      <p:pic>
        <p:nvPicPr>
          <p:cNvPr id="608261" name="Picture 2" descr="C:\Users\thomasn\Downloads\86542529.jpg">
            <a:extLst>
              <a:ext uri="{FF2B5EF4-FFF2-40B4-BE49-F238E27FC236}">
                <a16:creationId xmlns:a16="http://schemas.microsoft.com/office/drawing/2014/main" xmlns="" id="{08BC7E9D-7EB8-4515-AA6F-258FB99D0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07"/>
          <a:stretch>
            <a:fillRect/>
          </a:stretch>
        </p:blipFill>
        <p:spPr bwMode="auto">
          <a:xfrm>
            <a:off x="6981826" y="866776"/>
            <a:ext cx="3533775"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53A6CF-AF14-4BFE-8540-13293EF7A126}"/>
              </a:ext>
            </a:extLst>
          </p:cNvPr>
          <p:cNvSpPr>
            <a:spLocks noGrp="1"/>
          </p:cNvSpPr>
          <p:nvPr>
            <p:ph idx="1"/>
          </p:nvPr>
        </p:nvSpPr>
        <p:spPr>
          <a:xfrm>
            <a:off x="1981200" y="1143001"/>
            <a:ext cx="4267200" cy="4525963"/>
          </a:xfrm>
        </p:spPr>
        <p:txBody>
          <a:bodyPr rtlCol="0">
            <a:normAutofit/>
          </a:bodyPr>
          <a:lstStyle/>
          <a:p>
            <a:pPr marL="0" indent="0">
              <a:buNone/>
              <a:defRPr/>
            </a:pPr>
            <a:r>
              <a:rPr lang="en-US" sz="3000" dirty="0">
                <a:solidFill>
                  <a:schemeClr val="bg1">
                    <a:lumMod val="65000"/>
                    <a:lumOff val="35000"/>
                  </a:schemeClr>
                </a:solidFill>
              </a:rPr>
              <a:t>In what ways do I show that I value the rest that the Sabbath offers? </a:t>
            </a:r>
          </a:p>
          <a:p>
            <a:pPr marL="0" indent="0">
              <a:buNone/>
              <a:defRPr/>
            </a:pPr>
            <a:endParaRPr lang="en-US" sz="3000" dirty="0"/>
          </a:p>
          <a:p>
            <a:pPr marL="0" indent="0">
              <a:buNone/>
              <a:defRPr/>
            </a:pPr>
            <a:endParaRPr lang="en-US" sz="3000" dirty="0"/>
          </a:p>
          <a:p>
            <a:pPr marL="0" indent="0">
              <a:buNone/>
              <a:defRPr/>
            </a:pPr>
            <a:r>
              <a:rPr lang="en-US" sz="3000" dirty="0"/>
              <a:t>Do I use the Sabbath hours to catch up on my sleep debt from a week of bad choices?</a:t>
            </a:r>
          </a:p>
        </p:txBody>
      </p:sp>
      <p:sp>
        <p:nvSpPr>
          <p:cNvPr id="610307" name="Footer Placeholder 3">
            <a:extLst>
              <a:ext uri="{FF2B5EF4-FFF2-40B4-BE49-F238E27FC236}">
                <a16:creationId xmlns:a16="http://schemas.microsoft.com/office/drawing/2014/main" xmlns="" id="{CBFC96AB-3729-4559-BFBA-818B159968C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10308" name="Slide Number Placeholder 4">
            <a:extLst>
              <a:ext uri="{FF2B5EF4-FFF2-40B4-BE49-F238E27FC236}">
                <a16:creationId xmlns:a16="http://schemas.microsoft.com/office/drawing/2014/main" xmlns="" id="{2C2ACBC8-9F38-4473-B44E-901B9CB4E5C1}"/>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45</a:t>
            </a:r>
          </a:p>
        </p:txBody>
      </p:sp>
      <p:pic>
        <p:nvPicPr>
          <p:cNvPr id="610309" name="Picture 2" descr="C:\Users\thomasn\Downloads\86542529.jpg">
            <a:extLst>
              <a:ext uri="{FF2B5EF4-FFF2-40B4-BE49-F238E27FC236}">
                <a16:creationId xmlns:a16="http://schemas.microsoft.com/office/drawing/2014/main" xmlns="" id="{133F2E01-37A4-4050-BD5E-1A10805E93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07"/>
          <a:stretch>
            <a:fillRect/>
          </a:stretch>
        </p:blipFill>
        <p:spPr bwMode="auto">
          <a:xfrm>
            <a:off x="6981826" y="866776"/>
            <a:ext cx="3533775"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Content Placeholder 2">
            <a:extLst>
              <a:ext uri="{FF2B5EF4-FFF2-40B4-BE49-F238E27FC236}">
                <a16:creationId xmlns:a16="http://schemas.microsoft.com/office/drawing/2014/main" xmlns="" id="{9A5A3BFE-53B6-44BA-90B6-5A66E00C5A4B}"/>
              </a:ext>
            </a:extLst>
          </p:cNvPr>
          <p:cNvSpPr>
            <a:spLocks noGrp="1" noChangeArrowheads="1"/>
          </p:cNvSpPr>
          <p:nvPr>
            <p:ph idx="1"/>
          </p:nvPr>
        </p:nvSpPr>
        <p:spPr>
          <a:xfrm>
            <a:off x="1981200" y="838200"/>
            <a:ext cx="4267200" cy="5029200"/>
          </a:xfrm>
        </p:spPr>
        <p:txBody>
          <a:bodyPr/>
          <a:lstStyle/>
          <a:p>
            <a:pPr marL="0" indent="0">
              <a:buNone/>
            </a:pPr>
            <a:r>
              <a:rPr lang="en-US" altLang="fr-FR" sz="3000"/>
              <a:t>Or do I enjoy the same type of rest that God took after Creation—</a:t>
            </a:r>
          </a:p>
          <a:p>
            <a:pPr marL="0" indent="0">
              <a:buNone/>
            </a:pPr>
            <a:endParaRPr lang="en-US" altLang="fr-FR" sz="3000"/>
          </a:p>
          <a:p>
            <a:pPr marL="0" indent="0">
              <a:buNone/>
            </a:pPr>
            <a:endParaRPr lang="en-US" altLang="fr-FR" sz="3000"/>
          </a:p>
          <a:p>
            <a:pPr marL="0" indent="0">
              <a:buNone/>
            </a:pPr>
            <a:endParaRPr lang="en-US" altLang="fr-FR" sz="3000"/>
          </a:p>
        </p:txBody>
      </p:sp>
      <p:sp>
        <p:nvSpPr>
          <p:cNvPr id="612355" name="Footer Placeholder 3">
            <a:extLst>
              <a:ext uri="{FF2B5EF4-FFF2-40B4-BE49-F238E27FC236}">
                <a16:creationId xmlns:a16="http://schemas.microsoft.com/office/drawing/2014/main" xmlns="" id="{82543C06-7C82-40E3-8B9B-DA9BFE32FBA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12356" name="Slide Number Placeholder 4">
            <a:extLst>
              <a:ext uri="{FF2B5EF4-FFF2-40B4-BE49-F238E27FC236}">
                <a16:creationId xmlns:a16="http://schemas.microsoft.com/office/drawing/2014/main" xmlns="" id="{C955EA2A-120A-4D46-BEA9-81E4C77329E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46</a:t>
            </a:r>
          </a:p>
        </p:txBody>
      </p:sp>
      <p:pic>
        <p:nvPicPr>
          <p:cNvPr id="612357" name="Picture 2" descr="C:\Users\thomasn\Downloads\rbrb_2284.jpg">
            <a:extLst>
              <a:ext uri="{FF2B5EF4-FFF2-40B4-BE49-F238E27FC236}">
                <a16:creationId xmlns:a16="http://schemas.microsoft.com/office/drawing/2014/main" xmlns="" id="{21F315E6-9F41-4AD7-A346-6E469DA98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7164" y="990601"/>
            <a:ext cx="4084637"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Content Placeholder 2">
            <a:extLst>
              <a:ext uri="{FF2B5EF4-FFF2-40B4-BE49-F238E27FC236}">
                <a16:creationId xmlns:a16="http://schemas.microsoft.com/office/drawing/2014/main" xmlns="" id="{7EB70608-6C43-4A3A-A169-772BA65576E1}"/>
              </a:ext>
            </a:extLst>
          </p:cNvPr>
          <p:cNvSpPr>
            <a:spLocks noGrp="1" noChangeArrowheads="1"/>
          </p:cNvSpPr>
          <p:nvPr>
            <p:ph idx="1"/>
          </p:nvPr>
        </p:nvSpPr>
        <p:spPr>
          <a:xfrm>
            <a:off x="1981200" y="838200"/>
            <a:ext cx="4267200" cy="5029200"/>
          </a:xfrm>
        </p:spPr>
        <p:txBody>
          <a:bodyPr/>
          <a:lstStyle/>
          <a:p>
            <a:pPr marL="0" indent="0">
              <a:buNone/>
            </a:pPr>
            <a:r>
              <a:rPr lang="en-US" altLang="fr-FR" sz="3000">
                <a:solidFill>
                  <a:srgbClr val="595959"/>
                </a:solidFill>
              </a:rPr>
              <a:t>Or do I enjoy the same type of rest that God took after Creation—</a:t>
            </a:r>
          </a:p>
          <a:p>
            <a:pPr marL="0" indent="0">
              <a:buNone/>
            </a:pPr>
            <a:endParaRPr lang="en-US" altLang="fr-FR" sz="3000"/>
          </a:p>
          <a:p>
            <a:pPr marL="0" indent="0">
              <a:buNone/>
            </a:pPr>
            <a:endParaRPr lang="en-US" altLang="fr-FR" sz="3000"/>
          </a:p>
          <a:p>
            <a:pPr marL="0" indent="0">
              <a:buNone/>
            </a:pPr>
            <a:r>
              <a:rPr lang="en-US" altLang="fr-FR" sz="3000"/>
              <a:t>a rest from work in order to spend time in growing my relationships with God, family, and community?</a:t>
            </a:r>
          </a:p>
          <a:p>
            <a:pPr marL="0" indent="0"/>
            <a:endParaRPr lang="en-US" altLang="fr-FR" sz="3000"/>
          </a:p>
        </p:txBody>
      </p:sp>
      <p:sp>
        <p:nvSpPr>
          <p:cNvPr id="614403" name="Footer Placeholder 3">
            <a:extLst>
              <a:ext uri="{FF2B5EF4-FFF2-40B4-BE49-F238E27FC236}">
                <a16:creationId xmlns:a16="http://schemas.microsoft.com/office/drawing/2014/main" xmlns="" id="{6F69C10C-D13E-4173-9771-38B9558E807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14404" name="Slide Number Placeholder 4">
            <a:extLst>
              <a:ext uri="{FF2B5EF4-FFF2-40B4-BE49-F238E27FC236}">
                <a16:creationId xmlns:a16="http://schemas.microsoft.com/office/drawing/2014/main" xmlns="" id="{6EDC8A66-A63B-40CA-9B50-BC207D5119C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47</a:t>
            </a:r>
          </a:p>
        </p:txBody>
      </p:sp>
      <p:pic>
        <p:nvPicPr>
          <p:cNvPr id="614405" name="Picture 2" descr="C:\Users\thomasn\Downloads\rbrb_2284.jpg">
            <a:extLst>
              <a:ext uri="{FF2B5EF4-FFF2-40B4-BE49-F238E27FC236}">
                <a16:creationId xmlns:a16="http://schemas.microsoft.com/office/drawing/2014/main" xmlns="" id="{3F0F704B-E287-4179-967C-450A46456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7164" y="990601"/>
            <a:ext cx="4084637"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Content Placeholder 2">
            <a:extLst>
              <a:ext uri="{FF2B5EF4-FFF2-40B4-BE49-F238E27FC236}">
                <a16:creationId xmlns:a16="http://schemas.microsoft.com/office/drawing/2014/main" xmlns="" id="{68766CEB-5563-4E42-97B0-C4AF02A674B9}"/>
              </a:ext>
            </a:extLst>
          </p:cNvPr>
          <p:cNvSpPr>
            <a:spLocks noGrp="1" noChangeArrowheads="1"/>
          </p:cNvSpPr>
          <p:nvPr>
            <p:ph idx="1"/>
          </p:nvPr>
        </p:nvSpPr>
        <p:spPr>
          <a:xfrm>
            <a:off x="1981200" y="2362200"/>
            <a:ext cx="3962400" cy="1981200"/>
          </a:xfrm>
        </p:spPr>
        <p:txBody>
          <a:bodyPr/>
          <a:lstStyle/>
          <a:p>
            <a:pPr marL="0" indent="0">
              <a:buNone/>
            </a:pPr>
            <a:r>
              <a:rPr lang="en-US" altLang="fr-FR" sz="3300"/>
              <a:t>Do I use the full vacation time allotted to me? </a:t>
            </a:r>
          </a:p>
        </p:txBody>
      </p:sp>
      <p:sp>
        <p:nvSpPr>
          <p:cNvPr id="616451" name="Footer Placeholder 3">
            <a:extLst>
              <a:ext uri="{FF2B5EF4-FFF2-40B4-BE49-F238E27FC236}">
                <a16:creationId xmlns:a16="http://schemas.microsoft.com/office/drawing/2014/main" xmlns="" id="{9E396BF6-9CEA-4B92-8B39-EAF8D805874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16452" name="Slide Number Placeholder 4">
            <a:extLst>
              <a:ext uri="{FF2B5EF4-FFF2-40B4-BE49-F238E27FC236}">
                <a16:creationId xmlns:a16="http://schemas.microsoft.com/office/drawing/2014/main" xmlns="" id="{3F7327AB-01BA-431C-82BA-BF9DC8A552D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48</a:t>
            </a:r>
          </a:p>
        </p:txBody>
      </p:sp>
      <p:pic>
        <p:nvPicPr>
          <p:cNvPr id="616453" name="Picture 2" descr="G:\For Merle\Chapter 6 - rest\146026224 - man in innertube.jpg">
            <a:extLst>
              <a:ext uri="{FF2B5EF4-FFF2-40B4-BE49-F238E27FC236}">
                <a16:creationId xmlns:a16="http://schemas.microsoft.com/office/drawing/2014/main" xmlns="" id="{DBFAAB1E-058E-4759-9CF8-F5344BFCF7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1" y="685801"/>
            <a:ext cx="4359275" cy="559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Content Placeholder 2">
            <a:extLst>
              <a:ext uri="{FF2B5EF4-FFF2-40B4-BE49-F238E27FC236}">
                <a16:creationId xmlns:a16="http://schemas.microsoft.com/office/drawing/2014/main" xmlns="" id="{8780DBA0-1205-4842-ADA6-78C4F6F0595A}"/>
              </a:ext>
            </a:extLst>
          </p:cNvPr>
          <p:cNvSpPr>
            <a:spLocks noGrp="1" noChangeArrowheads="1"/>
          </p:cNvSpPr>
          <p:nvPr>
            <p:ph idx="1"/>
          </p:nvPr>
        </p:nvSpPr>
        <p:spPr>
          <a:xfrm>
            <a:off x="1981200" y="1524000"/>
            <a:ext cx="4191000" cy="3733800"/>
          </a:xfrm>
        </p:spPr>
        <p:txBody>
          <a:bodyPr/>
          <a:lstStyle/>
          <a:p>
            <a:pPr marL="0" indent="0">
              <a:buNone/>
            </a:pPr>
            <a:r>
              <a:rPr lang="en-US" altLang="fr-FR" sz="3300"/>
              <a:t>How can I best use this time in a balanced way to adequately rejuvenate physically, mentally, emotionally, and spiritually?</a:t>
            </a:r>
          </a:p>
        </p:txBody>
      </p:sp>
      <p:sp>
        <p:nvSpPr>
          <p:cNvPr id="618499" name="Footer Placeholder 3">
            <a:extLst>
              <a:ext uri="{FF2B5EF4-FFF2-40B4-BE49-F238E27FC236}">
                <a16:creationId xmlns:a16="http://schemas.microsoft.com/office/drawing/2014/main" xmlns="" id="{185EC3CB-E2F6-4605-8BE2-0137A99F4B3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18500" name="Slide Number Placeholder 4">
            <a:extLst>
              <a:ext uri="{FF2B5EF4-FFF2-40B4-BE49-F238E27FC236}">
                <a16:creationId xmlns:a16="http://schemas.microsoft.com/office/drawing/2014/main" xmlns="" id="{A1128CB9-B30C-4E79-9246-80F03895EEA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49</a:t>
            </a:r>
          </a:p>
        </p:txBody>
      </p:sp>
      <p:pic>
        <p:nvPicPr>
          <p:cNvPr id="618501" name="Picture 2" descr="G:\For Merle\Chapter 6 - rest\146026224 - man in innertube.jpg">
            <a:extLst>
              <a:ext uri="{FF2B5EF4-FFF2-40B4-BE49-F238E27FC236}">
                <a16:creationId xmlns:a16="http://schemas.microsoft.com/office/drawing/2014/main" xmlns="" id="{282E4684-5C79-42D7-AEA2-992A7C25C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1066801"/>
            <a:ext cx="3749675" cy="48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0546" name="Picture 2" descr="C:\Users\thomasn\Pictures\Thinkstock hmpix4\Thinkstock Nancy\people\92103192.jpg">
            <a:extLst>
              <a:ext uri="{FF2B5EF4-FFF2-40B4-BE49-F238E27FC236}">
                <a16:creationId xmlns:a16="http://schemas.microsoft.com/office/drawing/2014/main" xmlns="" id="{CD8495A8-F71C-4546-B167-1565B6129A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2526" y="0"/>
            <a:ext cx="4435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xmlns="" id="{536CCBD7-FABC-4700-BD11-50140A89C900}"/>
              </a:ext>
            </a:extLst>
          </p:cNvPr>
          <p:cNvSpPr>
            <a:spLocks noGrp="1"/>
          </p:cNvSpPr>
          <p:nvPr>
            <p:ph idx="1"/>
          </p:nvPr>
        </p:nvSpPr>
        <p:spPr>
          <a:xfrm>
            <a:off x="2057400" y="1295401"/>
            <a:ext cx="3810000" cy="4525963"/>
          </a:xfrm>
        </p:spPr>
        <p:txBody>
          <a:bodyPr rtlCol="0">
            <a:normAutofit/>
          </a:bodyPr>
          <a:lstStyle/>
          <a:p>
            <a:pPr marL="0" indent="0">
              <a:buNone/>
              <a:defRPr/>
            </a:pPr>
            <a:r>
              <a:rPr lang="en-US" dirty="0"/>
              <a:t>How can I plan more purposefully to gain the benefits I need to offset the stresses and deficiencies I experience during the rest of the year?</a:t>
            </a:r>
          </a:p>
          <a:p>
            <a:pPr>
              <a:defRPr/>
            </a:pPr>
            <a:endParaRPr lang="en-US" dirty="0"/>
          </a:p>
        </p:txBody>
      </p:sp>
      <p:sp>
        <p:nvSpPr>
          <p:cNvPr id="620548" name="Footer Placeholder 3">
            <a:extLst>
              <a:ext uri="{FF2B5EF4-FFF2-40B4-BE49-F238E27FC236}">
                <a16:creationId xmlns:a16="http://schemas.microsoft.com/office/drawing/2014/main" xmlns="" id="{342F79D6-D230-4C5E-81D6-68CC3CFCF14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r" fontAlgn="base">
              <a:spcBef>
                <a:spcPct val="0"/>
              </a:spcBef>
              <a:spcAft>
                <a:spcPct val="0"/>
              </a:spcAft>
            </a:pPr>
            <a:r>
              <a:rPr lang="en-US" altLang="fr-FR">
                <a:solidFill>
                  <a:srgbClr val="FFFFFF"/>
                </a:solidFill>
                <a:latin typeface="Humanst521 BT" charset="0"/>
                <a:ea typeface="MS PGothic" panose="020B0600070205080204" pitchFamily="34" charset="-128"/>
              </a:rPr>
              <a:t>CELEBRATIONS®</a:t>
            </a:r>
          </a:p>
        </p:txBody>
      </p:sp>
      <p:sp>
        <p:nvSpPr>
          <p:cNvPr id="620549" name="Slide Number Placeholder 4">
            <a:extLst>
              <a:ext uri="{FF2B5EF4-FFF2-40B4-BE49-F238E27FC236}">
                <a16:creationId xmlns:a16="http://schemas.microsoft.com/office/drawing/2014/main" xmlns="" id="{199FA18C-AE56-4D63-BC98-6C3EAD9A72B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pPr algn="l" fontAlgn="base">
              <a:spcBef>
                <a:spcPct val="0"/>
              </a:spcBef>
              <a:spcAft>
                <a:spcPct val="0"/>
              </a:spcAft>
            </a:pPr>
            <a:r>
              <a:rPr lang="en-US" altLang="fr-FR">
                <a:solidFill>
                  <a:srgbClr val="FFFFFF"/>
                </a:solidFill>
                <a:latin typeface="Humanst521 BT" charset="0"/>
                <a:ea typeface="MS PGothic" panose="020B0600070205080204" pitchFamily="34" charset="-128"/>
              </a:rPr>
              <a:t>Rest  50</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3677</Words>
  <Application>Microsoft Macintosh PowerPoint</Application>
  <PresentationFormat>Widescreen</PresentationFormat>
  <Paragraphs>294</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Calibri</vt:lpstr>
      <vt:lpstr>Calibri Light</vt:lpstr>
      <vt:lpstr>Humanst521 BT</vt:lpstr>
      <vt:lpstr>MS PGothic</vt:lpstr>
      <vt:lpstr>Arial</vt:lpstr>
      <vt:lpstr>Thème Office</vt:lpstr>
      <vt:lpstr>Celebrating rest</vt:lpstr>
      <vt:lpstr>Fatigue:  A health problem</vt:lpstr>
      <vt:lpstr>Tired people become inefficient</vt:lpstr>
      <vt:lpstr>PowerPoint Presentation</vt:lpstr>
      <vt:lpstr>Sleep deprivation</vt:lpstr>
      <vt:lpstr>Decision making from the frontal lobe</vt:lpstr>
      <vt:lpstr>Sleep debt</vt:lpstr>
      <vt:lpstr>Sleep debt can alter metabolic state</vt:lpstr>
      <vt:lpstr>Sleep deprivation leads to  decreased performance</vt:lpstr>
      <vt:lpstr>How much sleep do we need?</vt:lpstr>
      <vt:lpstr>Students often study most of the night</vt:lpstr>
      <vt:lpstr>PowerPoint Presentation</vt:lpstr>
      <vt:lpstr>Rapid-eye-movement sleep</vt:lpstr>
      <vt:lpstr>Both types of sleep are necessary</vt:lpstr>
      <vt:lpstr>Steps to getting to sleep</vt:lpstr>
      <vt:lpstr>Exercise every day</vt:lpstr>
      <vt:lpstr>PowerPoint Presentation</vt:lpstr>
      <vt:lpstr>PowerPoint Presentation</vt:lpstr>
      <vt:lpstr>See your personal  physician if you suspect a sleep disorder</vt:lpstr>
      <vt:lpstr>Put your trust in God</vt:lpstr>
      <vt:lpstr>Winston Churchill  </vt:lpstr>
      <vt:lpstr>Weekly and annual rest</vt:lpstr>
      <vt:lpstr>Rest instituted by God</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Celebrating rest</dc:title>
  <dc:creator>Vieira Muzola</dc:creator>
  <cp:lastModifiedBy>Microsoft Office User</cp:lastModifiedBy>
  <cp:revision>1</cp:revision>
  <dcterms:created xsi:type="dcterms:W3CDTF">2020-04-03T10:59:47Z</dcterms:created>
  <dcterms:modified xsi:type="dcterms:W3CDTF">2022-05-15T13:52:36Z</dcterms:modified>
</cp:coreProperties>
</file>