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364" r:id="rId2"/>
    <p:sldId id="320" r:id="rId3"/>
    <p:sldId id="259" r:id="rId4"/>
    <p:sldId id="321" r:id="rId5"/>
    <p:sldId id="322" r:id="rId6"/>
    <p:sldId id="323" r:id="rId7"/>
    <p:sldId id="324" r:id="rId8"/>
    <p:sldId id="325" r:id="rId9"/>
    <p:sldId id="326" r:id="rId10"/>
    <p:sldId id="327" r:id="rId11"/>
    <p:sldId id="328" r:id="rId12"/>
    <p:sldId id="329" r:id="rId13"/>
    <p:sldId id="330" r:id="rId14"/>
    <p:sldId id="331" r:id="rId15"/>
    <p:sldId id="332" r:id="rId16"/>
    <p:sldId id="333" r:id="rId17"/>
    <p:sldId id="334" r:id="rId18"/>
    <p:sldId id="335" r:id="rId19"/>
    <p:sldId id="336" r:id="rId20"/>
    <p:sldId id="337" r:id="rId21"/>
    <p:sldId id="338" r:id="rId22"/>
    <p:sldId id="339" r:id="rId23"/>
    <p:sldId id="340" r:id="rId24"/>
    <p:sldId id="341" r:id="rId25"/>
    <p:sldId id="342" r:id="rId26"/>
    <p:sldId id="343" r:id="rId27"/>
    <p:sldId id="344" r:id="rId28"/>
    <p:sldId id="345" r:id="rId29"/>
    <p:sldId id="346" r:id="rId30"/>
    <p:sldId id="347" r:id="rId31"/>
    <p:sldId id="348" r:id="rId32"/>
    <p:sldId id="349" r:id="rId33"/>
    <p:sldId id="309" r:id="rId34"/>
    <p:sldId id="350" r:id="rId35"/>
    <p:sldId id="351" r:id="rId36"/>
    <p:sldId id="352" r:id="rId37"/>
    <p:sldId id="353" r:id="rId38"/>
    <p:sldId id="354" r:id="rId39"/>
    <p:sldId id="355" r:id="rId40"/>
    <p:sldId id="356" r:id="rId41"/>
    <p:sldId id="357" r:id="rId42"/>
    <p:sldId id="358" r:id="rId43"/>
    <p:sldId id="359" r:id="rId44"/>
    <p:sldId id="360" r:id="rId45"/>
    <p:sldId id="295" r:id="rId46"/>
    <p:sldId id="296" r:id="rId47"/>
    <p:sldId id="363" r:id="rId4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314" autoAdjust="0"/>
    <p:restoredTop sz="95288"/>
  </p:normalViewPr>
  <p:slideViewPr>
    <p:cSldViewPr snapToGrid="0">
      <p:cViewPr varScale="1">
        <p:scale>
          <a:sx n="85" d="100"/>
          <a:sy n="85" d="100"/>
        </p:scale>
        <p:origin x="200" y="3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BE"/>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FDFD08-FAF3-4AA7-8A52-11DAF0433F0A}" type="datetimeFigureOut">
              <a:rPr lang="fr-BE" smtClean="0"/>
              <a:t>8/10/23</a:t>
            </a:fld>
            <a:endParaRPr lang="fr-BE"/>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BE"/>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BE"/>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403DCE-797E-4628-A14E-0206540C8E31}" type="slidenum">
              <a:rPr lang="fr-BE" smtClean="0"/>
              <a:t>‹#›</a:t>
            </a:fld>
            <a:endParaRPr lang="fr-BE"/>
          </a:p>
        </p:txBody>
      </p:sp>
    </p:spTree>
    <p:extLst>
      <p:ext uri="{BB962C8B-B14F-4D97-AF65-F5344CB8AC3E}">
        <p14:creationId xmlns:p14="http://schemas.microsoft.com/office/powerpoint/2010/main" val="11696441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Slide Image Placeholder 1">
            <a:extLst>
              <a:ext uri="{FF2B5EF4-FFF2-40B4-BE49-F238E27FC236}">
                <a16:creationId xmlns:a16="http://schemas.microsoft.com/office/drawing/2014/main" xmlns="" id="{F9228B06-C99C-4B30-A888-E73550AA55A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4147" name="Notes Placeholder 2">
            <a:extLst>
              <a:ext uri="{FF2B5EF4-FFF2-40B4-BE49-F238E27FC236}">
                <a16:creationId xmlns:a16="http://schemas.microsoft.com/office/drawing/2014/main" xmlns="" id="{C01ADE86-DD40-453C-A484-63AF2E2E01F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solidFill>
                  <a:srgbClr val="000000"/>
                </a:solidFill>
              </a:rPr>
              <a:t>At age 91 Grace was still active playing tennis, lifting weights, and walking. Fifty-one years before, however, at the age of 40, her condition had been very different. Grace</a:t>
            </a:r>
            <a:r>
              <a:rPr lang="en-US" altLang="en-US">
                <a:solidFill>
                  <a:srgbClr val="000000"/>
                </a:solidFill>
              </a:rPr>
              <a:t>’</a:t>
            </a:r>
            <a:r>
              <a:rPr lang="en-US" altLang="fr-FR">
                <a:solidFill>
                  <a:srgbClr val="000000"/>
                </a:solidFill>
              </a:rPr>
              <a:t>s spine was badly injured during a ski accident that occurred at the time, and as the years passed her back pain intensified. Her physician told her that he couldn</a:t>
            </a:r>
            <a:r>
              <a:rPr lang="en-US" altLang="en-US">
                <a:solidFill>
                  <a:srgbClr val="000000"/>
                </a:solidFill>
              </a:rPr>
              <a:t>’</a:t>
            </a:r>
            <a:r>
              <a:rPr lang="en-US" altLang="fr-FR">
                <a:solidFill>
                  <a:srgbClr val="000000"/>
                </a:solidFill>
              </a:rPr>
              <a:t>t do much to help her because she was </a:t>
            </a:r>
            <a:r>
              <a:rPr lang="en-US" altLang="en-US">
                <a:solidFill>
                  <a:srgbClr val="000000"/>
                </a:solidFill>
              </a:rPr>
              <a:t>“</a:t>
            </a:r>
            <a:r>
              <a:rPr lang="en-US" altLang="fr-FR">
                <a:solidFill>
                  <a:srgbClr val="000000"/>
                </a:solidFill>
              </a:rPr>
              <a:t>too old.</a:t>
            </a:r>
            <a:r>
              <a:rPr lang="en-US" altLang="en-US">
                <a:solidFill>
                  <a:srgbClr val="000000"/>
                </a:solidFill>
              </a:rPr>
              <a:t>”</a:t>
            </a:r>
            <a:r>
              <a:rPr lang="en-US" altLang="fr-FR">
                <a:solidFill>
                  <a:srgbClr val="000000"/>
                </a:solidFill>
              </a:rPr>
              <a:t> Grace later was diagnosed with emphysema and had difficulty breathing. She tired easily and at one point feared that she would never be able to climb stairs again. The doctor offered her no hope of improvement. </a:t>
            </a:r>
          </a:p>
          <a:p>
            <a:pPr eaLnBrk="1" hangingPunct="1">
              <a:spcBef>
                <a:spcPct val="0"/>
              </a:spcBef>
            </a:pPr>
            <a:endParaRPr lang="en-US" altLang="fr-FR"/>
          </a:p>
        </p:txBody>
      </p:sp>
      <p:sp>
        <p:nvSpPr>
          <p:cNvPr id="134148" name="Slide Number Placeholder 3">
            <a:extLst>
              <a:ext uri="{FF2B5EF4-FFF2-40B4-BE49-F238E27FC236}">
                <a16:creationId xmlns:a16="http://schemas.microsoft.com/office/drawing/2014/main" xmlns="" id="{58597E2A-72C5-4A74-A756-D2D5E8B7C83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875541A8-B869-42F0-B56B-57C56A9791CE}" type="slidenum">
              <a:rPr lang="en-US" altLang="fr-FR">
                <a:latin typeface="Calibri" panose="020F0502020204030204" pitchFamily="34" charset="0"/>
                <a:ea typeface="MS PGothic" panose="020B0600070205080204" pitchFamily="34" charset="-128"/>
              </a:rPr>
              <a:pPr/>
              <a:t>2</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581361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a:extLst>
              <a:ext uri="{FF2B5EF4-FFF2-40B4-BE49-F238E27FC236}">
                <a16:creationId xmlns:a16="http://schemas.microsoft.com/office/drawing/2014/main" xmlns="" id="{2DA957DD-655A-480B-94B0-5C023473811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5" name="Notes Placeholder 2">
            <a:extLst>
              <a:ext uri="{FF2B5EF4-FFF2-40B4-BE49-F238E27FC236}">
                <a16:creationId xmlns:a16="http://schemas.microsoft.com/office/drawing/2014/main" xmlns="" id="{AB97897A-574E-4795-84C1-1B044D8201B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solidFill>
                  <a:srgbClr val="000000"/>
                </a:solidFill>
              </a:rPr>
              <a:t>Grace, however, had a strong will to recover and decided to try an exercise program offered at a local medical center. For six weeks she worked out three times a week, two to three hours a day. She lifted weights, walked on the treadmill, rode the stationary bicycle, and did breathing exercises. Even when she was in pain and didn</a:t>
            </a:r>
            <a:r>
              <a:rPr lang="en-US" altLang="en-US">
                <a:solidFill>
                  <a:srgbClr val="000000"/>
                </a:solidFill>
              </a:rPr>
              <a:t>’</a:t>
            </a:r>
            <a:r>
              <a:rPr lang="en-US" altLang="fr-FR">
                <a:solidFill>
                  <a:srgbClr val="000000"/>
                </a:solidFill>
              </a:rPr>
              <a:t>t feel like doing anything, she didn</a:t>
            </a:r>
            <a:r>
              <a:rPr lang="en-US" altLang="en-US">
                <a:solidFill>
                  <a:srgbClr val="000000"/>
                </a:solidFill>
              </a:rPr>
              <a:t>’</a:t>
            </a:r>
            <a:r>
              <a:rPr lang="en-US" altLang="fr-FR">
                <a:solidFill>
                  <a:srgbClr val="000000"/>
                </a:solidFill>
              </a:rPr>
              <a:t>t quit. Eventually, her breathing improved and the back pain disappeared. She was able to walk reasonable distances—and had energy to spare! Her doctor told her that he had never seen such progress in anyone her age. Grace attributes her health improvement to exercise.¹ </a:t>
            </a:r>
          </a:p>
          <a:p>
            <a:pPr eaLnBrk="1" hangingPunct="1">
              <a:spcBef>
                <a:spcPct val="0"/>
              </a:spcBef>
            </a:pPr>
            <a:endParaRPr lang="en-US" altLang="fr-FR">
              <a:solidFill>
                <a:srgbClr val="000000"/>
              </a:solidFill>
            </a:endParaRPr>
          </a:p>
          <a:p>
            <a:pPr eaLnBrk="1" hangingPunct="1">
              <a:spcBef>
                <a:spcPct val="0"/>
              </a:spcBef>
            </a:pPr>
            <a:endParaRPr lang="en-US" altLang="fr-FR"/>
          </a:p>
        </p:txBody>
      </p:sp>
      <p:sp>
        <p:nvSpPr>
          <p:cNvPr id="136196" name="Slide Number Placeholder 3">
            <a:extLst>
              <a:ext uri="{FF2B5EF4-FFF2-40B4-BE49-F238E27FC236}">
                <a16:creationId xmlns:a16="http://schemas.microsoft.com/office/drawing/2014/main" xmlns="" id="{990446DD-A5F7-46C8-AF27-0E07A3193FD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8A623EBE-F5BA-4FC9-A7C4-0345880C8C5A}" type="slidenum">
              <a:rPr lang="en-US" altLang="fr-FR">
                <a:latin typeface="Calibri" panose="020F0502020204030204" pitchFamily="34" charset="0"/>
                <a:ea typeface="MS PGothic" panose="020B0600070205080204" pitchFamily="34" charset="-128"/>
              </a:rPr>
              <a:pPr/>
              <a:t>3</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9910398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Slide Image Placeholder 1">
            <a:extLst>
              <a:ext uri="{FF2B5EF4-FFF2-40B4-BE49-F238E27FC236}">
                <a16:creationId xmlns:a16="http://schemas.microsoft.com/office/drawing/2014/main" xmlns="" id="{6854FA23-F530-4F7B-B0A4-F104069931B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8243" name="Notes Placeholder 2">
            <a:extLst>
              <a:ext uri="{FF2B5EF4-FFF2-40B4-BE49-F238E27FC236}">
                <a16:creationId xmlns:a16="http://schemas.microsoft.com/office/drawing/2014/main" xmlns="" id="{2C742311-BD9C-4A7B-9E59-E9656DEC172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solidFill>
                  <a:srgbClr val="000000"/>
                </a:solidFill>
              </a:rPr>
              <a:t>Exercise is a form of physical activity that is planned, structured, repetitive, and performed with the goal of improving health and fitness. So although all exercise is physical activity, not all physical activity is exercise. </a:t>
            </a:r>
          </a:p>
          <a:p>
            <a:pPr eaLnBrk="1" hangingPunct="1">
              <a:spcBef>
                <a:spcPct val="0"/>
              </a:spcBef>
            </a:pPr>
            <a:endParaRPr lang="en-US" altLang="fr-FR">
              <a:solidFill>
                <a:srgbClr val="000000"/>
              </a:solidFill>
            </a:endParaRPr>
          </a:p>
          <a:p>
            <a:pPr eaLnBrk="1" hangingPunct="1">
              <a:spcBef>
                <a:spcPct val="0"/>
              </a:spcBef>
            </a:pPr>
            <a:endParaRPr lang="en-US" altLang="fr-FR"/>
          </a:p>
        </p:txBody>
      </p:sp>
      <p:sp>
        <p:nvSpPr>
          <p:cNvPr id="138244" name="Slide Number Placeholder 3">
            <a:extLst>
              <a:ext uri="{FF2B5EF4-FFF2-40B4-BE49-F238E27FC236}">
                <a16:creationId xmlns:a16="http://schemas.microsoft.com/office/drawing/2014/main" xmlns="" id="{B4658DAD-48C0-4EAF-8AAF-479489D9F1A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F47D7979-459B-4C60-B2BB-E8574EEF432E}" type="slidenum">
              <a:rPr lang="en-US" altLang="fr-FR">
                <a:latin typeface="Calibri" panose="020F0502020204030204" pitchFamily="34" charset="0"/>
                <a:ea typeface="MS PGothic" panose="020B0600070205080204" pitchFamily="34" charset="-128"/>
              </a:rPr>
              <a:pPr/>
              <a:t>4</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8782736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Slide Image Placeholder 1">
            <a:extLst>
              <a:ext uri="{FF2B5EF4-FFF2-40B4-BE49-F238E27FC236}">
                <a16:creationId xmlns:a16="http://schemas.microsoft.com/office/drawing/2014/main" xmlns="" id="{4ADB5D3B-8CFF-4EC1-8F83-B034188E847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0291" name="Notes Placeholder 2">
            <a:extLst>
              <a:ext uri="{FF2B5EF4-FFF2-40B4-BE49-F238E27FC236}">
                <a16:creationId xmlns:a16="http://schemas.microsoft.com/office/drawing/2014/main" xmlns="" id="{01837CA4-CEC1-4739-9C70-6E6192F4E80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solidFill>
                  <a:srgbClr val="000000"/>
                </a:solidFill>
              </a:rPr>
              <a:t>Studies show that people who are physically active for approximately seven hours a week have a 40-percent lower risk of dying prematurely than those who are active for fewer than 30 minutes a week. There</a:t>
            </a:r>
            <a:r>
              <a:rPr lang="en-US" altLang="en-US">
                <a:solidFill>
                  <a:srgbClr val="000000"/>
                </a:solidFill>
              </a:rPr>
              <a:t>’</a:t>
            </a:r>
            <a:r>
              <a:rPr lang="en-US" altLang="fr-FR">
                <a:solidFill>
                  <a:srgbClr val="000000"/>
                </a:solidFill>
              </a:rPr>
              <a:t>s even substantially lower risk of premature death when people do two and a half hours of at least moderate-intensity aerobic physical activity a week.</a:t>
            </a:r>
          </a:p>
          <a:p>
            <a:pPr eaLnBrk="1" hangingPunct="1">
              <a:spcBef>
                <a:spcPct val="0"/>
              </a:spcBef>
            </a:pPr>
            <a:r>
              <a:rPr lang="en-US" altLang="fr-FR">
                <a:solidFill>
                  <a:srgbClr val="000000"/>
                </a:solidFill>
              </a:rPr>
              <a:t>Heart disease and stroke are two of the leading causes of death worldwide. Studies show that a significant reduction in the risk of cardiovascular disease occurs at activity levels equivalent to two and a half hours a week of moderate-intensity physical activity. The evidence is strong that greater amounts of physical activity up to one hour per day result in further reductions in risk of cardiovascular disease.</a:t>
            </a:r>
          </a:p>
          <a:p>
            <a:pPr eaLnBrk="1" hangingPunct="1">
              <a:spcBef>
                <a:spcPct val="0"/>
              </a:spcBef>
            </a:pPr>
            <a:endParaRPr lang="en-US" altLang="fr-FR"/>
          </a:p>
        </p:txBody>
      </p:sp>
      <p:sp>
        <p:nvSpPr>
          <p:cNvPr id="140292" name="Slide Number Placeholder 3">
            <a:extLst>
              <a:ext uri="{FF2B5EF4-FFF2-40B4-BE49-F238E27FC236}">
                <a16:creationId xmlns:a16="http://schemas.microsoft.com/office/drawing/2014/main" xmlns="" id="{84CBCE56-2EB8-485A-A63C-8330846E88F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72912F32-9CF4-442F-96EB-AA75691418E2}" type="slidenum">
              <a:rPr lang="en-US" altLang="fr-FR">
                <a:latin typeface="Calibri" panose="020F0502020204030204" pitchFamily="34" charset="0"/>
                <a:ea typeface="MS PGothic" panose="020B0600070205080204" pitchFamily="34" charset="-128"/>
              </a:rPr>
              <a:pPr/>
              <a:t>5</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9877061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Slide Image Placeholder 1">
            <a:extLst>
              <a:ext uri="{FF2B5EF4-FFF2-40B4-BE49-F238E27FC236}">
                <a16:creationId xmlns:a16="http://schemas.microsoft.com/office/drawing/2014/main" xmlns="" id="{C9E0B635-E3EE-4678-BA8F-72ACF825431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2339" name="Notes Placeholder 2">
            <a:extLst>
              <a:ext uri="{FF2B5EF4-FFF2-40B4-BE49-F238E27FC236}">
                <a16:creationId xmlns:a16="http://schemas.microsoft.com/office/drawing/2014/main" xmlns="" id="{53B8EE88-E6E7-4E1A-B0F0-BF057A2EDF5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Physical activity up to 1 hour /day results in further risk reduction of cardiovascular disease </a:t>
            </a:r>
          </a:p>
        </p:txBody>
      </p:sp>
      <p:sp>
        <p:nvSpPr>
          <p:cNvPr id="142340" name="Slide Number Placeholder 3">
            <a:extLst>
              <a:ext uri="{FF2B5EF4-FFF2-40B4-BE49-F238E27FC236}">
                <a16:creationId xmlns:a16="http://schemas.microsoft.com/office/drawing/2014/main" xmlns="" id="{3B8E58E0-7BE3-4A8A-963C-2E2ED3D3FE1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DAF6E95F-5AD1-488C-92DB-C9AF3B1EBA92}" type="slidenum">
              <a:rPr lang="en-US" altLang="fr-FR">
                <a:latin typeface="Calibri" panose="020F0502020204030204" pitchFamily="34" charset="0"/>
                <a:ea typeface="MS PGothic" panose="020B0600070205080204" pitchFamily="34" charset="-128"/>
              </a:rPr>
              <a:pPr/>
              <a:t>6</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2924134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Slide Image Placeholder 1">
            <a:extLst>
              <a:ext uri="{FF2B5EF4-FFF2-40B4-BE49-F238E27FC236}">
                <a16:creationId xmlns:a16="http://schemas.microsoft.com/office/drawing/2014/main" xmlns="" id="{0C60F3BE-83EC-41A3-A0D6-3B80DB32D6B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4387" name="Notes Placeholder 2">
            <a:extLst>
              <a:ext uri="{FF2B5EF4-FFF2-40B4-BE49-F238E27FC236}">
                <a16:creationId xmlns:a16="http://schemas.microsoft.com/office/drawing/2014/main" xmlns="" id="{94BD4EFF-8223-40E7-A6B5-CEEB4B05D5E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solidFill>
                  <a:srgbClr val="000000"/>
                </a:solidFill>
              </a:rPr>
              <a:t>The decline in bone density during aging can be slowed with regular physical activity beginning at one and a half hours a week and continuing up to five hours a week. Research studies of physical activity to prevent hip fracture show that participating in two to five hours of physical activity per week of at least moderate intensity is associated with reduced risk.</a:t>
            </a:r>
          </a:p>
          <a:p>
            <a:pPr eaLnBrk="1" hangingPunct="1">
              <a:spcBef>
                <a:spcPct val="0"/>
              </a:spcBef>
            </a:pPr>
            <a:endParaRPr lang="en-US" altLang="fr-FR">
              <a:solidFill>
                <a:srgbClr val="000000"/>
              </a:solidFill>
            </a:endParaRPr>
          </a:p>
          <a:p>
            <a:pPr eaLnBrk="1" hangingPunct="1">
              <a:spcBef>
                <a:spcPct val="0"/>
              </a:spcBef>
            </a:pPr>
            <a:endParaRPr lang="en-US" altLang="fr-FR"/>
          </a:p>
        </p:txBody>
      </p:sp>
      <p:sp>
        <p:nvSpPr>
          <p:cNvPr id="144388" name="Slide Number Placeholder 3">
            <a:extLst>
              <a:ext uri="{FF2B5EF4-FFF2-40B4-BE49-F238E27FC236}">
                <a16:creationId xmlns:a16="http://schemas.microsoft.com/office/drawing/2014/main" xmlns="" id="{6075C312-C477-4687-B585-1528AE259A2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97E7E7CE-03F9-4562-9B6F-78A3835E5968}" type="slidenum">
              <a:rPr lang="en-US" altLang="fr-FR">
                <a:latin typeface="Calibri" panose="020F0502020204030204" pitchFamily="34" charset="0"/>
                <a:ea typeface="MS PGothic" panose="020B0600070205080204" pitchFamily="34" charset="-128"/>
              </a:rPr>
              <a:pPr/>
              <a:t>7</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7942925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Slide Image Placeholder 1">
            <a:extLst>
              <a:ext uri="{FF2B5EF4-FFF2-40B4-BE49-F238E27FC236}">
                <a16:creationId xmlns:a16="http://schemas.microsoft.com/office/drawing/2014/main" xmlns="" id="{460E40AB-D3D8-49A3-9A0E-E5E9B3D2E47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6435" name="Notes Placeholder 2">
            <a:extLst>
              <a:ext uri="{FF2B5EF4-FFF2-40B4-BE49-F238E27FC236}">
                <a16:creationId xmlns:a16="http://schemas.microsoft.com/office/drawing/2014/main" xmlns="" id="{BE55F334-F967-4DE1-BBEB-EC76599288B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solidFill>
                  <a:srgbClr val="000000"/>
                </a:solidFill>
              </a:rPr>
              <a:t>Metabolic Syndrome is a condition in which people have a combination of high blood pressure, a large waistline (abdominal obesity), an adverse blood lipid profile (low levels of high-density lipoprotein [HDL] cholesterol, raised triglycerides), and impaired glucose tolerance. Studies have shown that people with metabolic syndrome respond to persistent, regular physical activity; a restrictive diet; and appropriate medications.³ Other studies show that those who regularly engage in at least two to two and a half hours a week of moderate-intensity aerobic activity have a lower risk of developing type 2 diabetes than do inactive people.</a:t>
            </a:r>
          </a:p>
          <a:p>
            <a:pPr eaLnBrk="1" hangingPunct="1">
              <a:spcBef>
                <a:spcPct val="0"/>
              </a:spcBef>
            </a:pPr>
            <a:endParaRPr lang="en-US" altLang="fr-FR"/>
          </a:p>
        </p:txBody>
      </p:sp>
      <p:sp>
        <p:nvSpPr>
          <p:cNvPr id="146436" name="Slide Number Placeholder 3">
            <a:extLst>
              <a:ext uri="{FF2B5EF4-FFF2-40B4-BE49-F238E27FC236}">
                <a16:creationId xmlns:a16="http://schemas.microsoft.com/office/drawing/2014/main" xmlns="" id="{CE81BC50-C90D-4224-98F7-230B64D9B8D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F0321A71-FD82-4AFC-B12E-76EB00F711EA}" type="slidenum">
              <a:rPr lang="en-US" altLang="fr-FR">
                <a:latin typeface="Calibri" panose="020F0502020204030204" pitchFamily="34" charset="0"/>
                <a:ea typeface="MS PGothic" panose="020B0600070205080204" pitchFamily="34" charset="-128"/>
              </a:rPr>
              <a:pPr/>
              <a:t>8</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2097349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Slide Image Placeholder 1">
            <a:extLst>
              <a:ext uri="{FF2B5EF4-FFF2-40B4-BE49-F238E27FC236}">
                <a16:creationId xmlns:a16="http://schemas.microsoft.com/office/drawing/2014/main" xmlns="" id="{111D7A52-049B-422F-A913-A0303330185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8483" name="Notes Placeholder 2">
            <a:extLst>
              <a:ext uri="{FF2B5EF4-FFF2-40B4-BE49-F238E27FC236}">
                <a16:creationId xmlns:a16="http://schemas.microsoft.com/office/drawing/2014/main" xmlns="" id="{8ADD2633-3C34-4A12-B45D-EB98620438F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solidFill>
                  <a:srgbClr val="000000"/>
                </a:solidFill>
              </a:rPr>
              <a:t>Overweight and obesity occur when calories ingested through food and beverages are more than calories used. Research shows that within the space of a year it</a:t>
            </a:r>
            <a:r>
              <a:rPr lang="en-US" altLang="en-US">
                <a:solidFill>
                  <a:srgbClr val="000000"/>
                </a:solidFill>
              </a:rPr>
              <a:t>’</a:t>
            </a:r>
            <a:r>
              <a:rPr lang="en-US" altLang="fr-FR">
                <a:solidFill>
                  <a:srgbClr val="000000"/>
                </a:solidFill>
              </a:rPr>
              <a:t>s possible to achieve weight stability through two and a half to five hours per week of walking at a pace of about four miles per hour. Such physical activity is a critical factor in determining whether a person can maintain a healthy body weight, lose excess body weight, or maintain successful weight. </a:t>
            </a:r>
          </a:p>
          <a:p>
            <a:pPr eaLnBrk="1" hangingPunct="1">
              <a:spcBef>
                <a:spcPct val="0"/>
              </a:spcBef>
            </a:pPr>
            <a:endParaRPr lang="en-US" altLang="fr-FR"/>
          </a:p>
        </p:txBody>
      </p:sp>
      <p:sp>
        <p:nvSpPr>
          <p:cNvPr id="148484" name="Slide Number Placeholder 3">
            <a:extLst>
              <a:ext uri="{FF2B5EF4-FFF2-40B4-BE49-F238E27FC236}">
                <a16:creationId xmlns:a16="http://schemas.microsoft.com/office/drawing/2014/main" xmlns="" id="{E6B235D1-5F77-4AA6-8915-55E7C60C00E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389A5B8B-9E86-481C-9F1A-4A535708061D}" type="slidenum">
              <a:rPr lang="en-US" altLang="fr-FR">
                <a:latin typeface="Calibri" panose="020F0502020204030204" pitchFamily="34" charset="0"/>
                <a:ea typeface="MS PGothic" panose="020B0600070205080204" pitchFamily="34" charset="-128"/>
              </a:rPr>
              <a:pPr/>
              <a:t>9</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4342906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Slide Image Placeholder 1">
            <a:extLst>
              <a:ext uri="{FF2B5EF4-FFF2-40B4-BE49-F238E27FC236}">
                <a16:creationId xmlns:a16="http://schemas.microsoft.com/office/drawing/2014/main" xmlns="" id="{ABDE080D-3BBF-48C9-AED4-9CFF20D5CAA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0531" name="Notes Placeholder 2">
            <a:extLst>
              <a:ext uri="{FF2B5EF4-FFF2-40B4-BE49-F238E27FC236}">
                <a16:creationId xmlns:a16="http://schemas.microsoft.com/office/drawing/2014/main" xmlns="" id="{7E128CCF-8383-43F9-A91D-50BAE402EFE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Health benefits of physical activity far outweigh the risk of adverse events for almost everyone. Adults with chronic disabilities should consult their health-care provider about the types and amounts of activity appropriate for them. As long as the activity is within one</a:t>
            </a:r>
            <a:r>
              <a:rPr lang="en-US" altLang="en-US"/>
              <a:t>’</a:t>
            </a:r>
            <a:r>
              <a:rPr lang="en-US" altLang="fr-FR"/>
              <a:t>s ability, it should be safe. In other words, if you want to postpone your funeral, exercise regularly!</a:t>
            </a:r>
          </a:p>
          <a:p>
            <a:pPr eaLnBrk="1" hangingPunct="1">
              <a:spcBef>
                <a:spcPct val="0"/>
              </a:spcBef>
            </a:pPr>
            <a:endParaRPr lang="en-US" altLang="fr-FR"/>
          </a:p>
        </p:txBody>
      </p:sp>
      <p:sp>
        <p:nvSpPr>
          <p:cNvPr id="150532" name="Slide Number Placeholder 3">
            <a:extLst>
              <a:ext uri="{FF2B5EF4-FFF2-40B4-BE49-F238E27FC236}">
                <a16:creationId xmlns:a16="http://schemas.microsoft.com/office/drawing/2014/main" xmlns="" id="{85C95A49-6413-4D42-9A9E-289E76B86C6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E48EA1DE-30F8-49AB-A8E5-AAE758641C3C}" type="slidenum">
              <a:rPr lang="en-US" altLang="fr-FR">
                <a:latin typeface="Calibri" panose="020F0502020204030204" pitchFamily="34" charset="0"/>
                <a:ea typeface="MS PGothic" panose="020B0600070205080204" pitchFamily="34" charset="-128"/>
              </a:rPr>
              <a:pPr/>
              <a:t>10</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7249161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Slide Image Placeholder 1">
            <a:extLst>
              <a:ext uri="{FF2B5EF4-FFF2-40B4-BE49-F238E27FC236}">
                <a16:creationId xmlns:a16="http://schemas.microsoft.com/office/drawing/2014/main" xmlns="" id="{47538634-C39A-4587-B8CE-3FDED064B08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2579" name="Notes Placeholder 2">
            <a:extLst>
              <a:ext uri="{FF2B5EF4-FFF2-40B4-BE49-F238E27FC236}">
                <a16:creationId xmlns:a16="http://schemas.microsoft.com/office/drawing/2014/main" xmlns="" id="{5D7917FE-0D7B-4324-B003-6D431BD9361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solidFill>
                  <a:srgbClr val="000000"/>
                </a:solidFill>
              </a:rPr>
              <a:t>Physical exercises are generally grouped into three types⁴ and have different effects on the body:</a:t>
            </a:r>
          </a:p>
          <a:p>
            <a:pPr eaLnBrk="1" hangingPunct="1">
              <a:spcBef>
                <a:spcPct val="0"/>
              </a:spcBef>
              <a:buFont typeface="Calibri" panose="020F0502020204030204" pitchFamily="34" charset="0"/>
              <a:buAutoNum type="arabicPeriod"/>
            </a:pPr>
            <a:r>
              <a:rPr lang="en-US" altLang="fr-FR">
                <a:solidFill>
                  <a:srgbClr val="000000"/>
                </a:solidFill>
              </a:rPr>
              <a:t>Flexibility exercises, such as stretching, improve the range of motion of muscles and joints.⁵</a:t>
            </a:r>
          </a:p>
          <a:p>
            <a:pPr eaLnBrk="1" hangingPunct="1">
              <a:spcBef>
                <a:spcPct val="0"/>
              </a:spcBef>
              <a:buFont typeface="Calibri" panose="020F0502020204030204" pitchFamily="34" charset="0"/>
              <a:buAutoNum type="arabicPeriod"/>
            </a:pPr>
            <a:r>
              <a:rPr lang="en-US" altLang="fr-FR">
                <a:solidFill>
                  <a:srgbClr val="000000"/>
                </a:solidFill>
              </a:rPr>
              <a:t>Aerobic exercises, such as cycling, swimming, walking, skipping rope, rowing, running, hiking, or playing tennis, focus on increasing cardiovascular endurance;⁶ however, weight-bearing aerobic exercise, such as walking, climbing, and jogging, increases bone density.</a:t>
            </a:r>
          </a:p>
          <a:p>
            <a:pPr eaLnBrk="1" hangingPunct="1">
              <a:spcBef>
                <a:spcPct val="0"/>
              </a:spcBef>
              <a:buFont typeface="Calibri" panose="020F0502020204030204" pitchFamily="34" charset="0"/>
              <a:buAutoNum type="arabicPeriod"/>
            </a:pPr>
            <a:r>
              <a:rPr lang="en-US" altLang="fr-FR">
                <a:solidFill>
                  <a:srgbClr val="000000"/>
                </a:solidFill>
              </a:rPr>
              <a:t>Resistance exercises, such as weight training, increase muscle strength⁷ and lower or prevent bone loss associated with menopause.⁸ </a:t>
            </a:r>
          </a:p>
          <a:p>
            <a:pPr eaLnBrk="1" hangingPunct="1">
              <a:spcBef>
                <a:spcPct val="0"/>
              </a:spcBef>
              <a:buFont typeface="Calibri" panose="020F0502020204030204" pitchFamily="34" charset="0"/>
              <a:buAutoNum type="arabicPeriod"/>
            </a:pPr>
            <a:endParaRPr lang="en-US" altLang="fr-FR">
              <a:solidFill>
                <a:srgbClr val="000000"/>
              </a:solidFill>
            </a:endParaRPr>
          </a:p>
          <a:p>
            <a:pPr eaLnBrk="1" hangingPunct="1">
              <a:spcBef>
                <a:spcPct val="0"/>
              </a:spcBef>
            </a:pPr>
            <a:endParaRPr lang="en-US" altLang="fr-FR"/>
          </a:p>
        </p:txBody>
      </p:sp>
      <p:sp>
        <p:nvSpPr>
          <p:cNvPr id="152580" name="Slide Number Placeholder 3">
            <a:extLst>
              <a:ext uri="{FF2B5EF4-FFF2-40B4-BE49-F238E27FC236}">
                <a16:creationId xmlns:a16="http://schemas.microsoft.com/office/drawing/2014/main" xmlns="" id="{87986210-47EB-4414-AF6C-40B58078A96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D78FD981-5FB8-4714-942C-58E14C88A97A}" type="slidenum">
              <a:rPr lang="en-US" altLang="fr-FR">
                <a:latin typeface="Calibri" panose="020F0502020204030204" pitchFamily="34" charset="0"/>
                <a:ea typeface="MS PGothic" panose="020B0600070205080204" pitchFamily="34" charset="-128"/>
              </a:rPr>
              <a:pPr/>
              <a:t>11</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4443119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Slide Image Placeholder 1">
            <a:extLst>
              <a:ext uri="{FF2B5EF4-FFF2-40B4-BE49-F238E27FC236}">
                <a16:creationId xmlns:a16="http://schemas.microsoft.com/office/drawing/2014/main" xmlns="" id="{17A483CA-32DE-4622-9146-72F71496962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4627" name="Notes Placeholder 2">
            <a:extLst>
              <a:ext uri="{FF2B5EF4-FFF2-40B4-BE49-F238E27FC236}">
                <a16:creationId xmlns:a16="http://schemas.microsoft.com/office/drawing/2014/main" xmlns="" id="{95F076A6-5D55-476E-86A5-D5C9099CA63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solidFill>
                  <a:srgbClr val="000000"/>
                </a:solidFill>
              </a:rPr>
              <a:t>The 2008 PAGA Advisory Committee report provides the basis for dividing the amount of weekly aerobic physical activity for adults into four levels: </a:t>
            </a:r>
          </a:p>
          <a:p>
            <a:pPr eaLnBrk="1" hangingPunct="1">
              <a:spcBef>
                <a:spcPct val="0"/>
              </a:spcBef>
            </a:pPr>
            <a:r>
              <a:rPr lang="en-US" altLang="fr-FR">
                <a:solidFill>
                  <a:srgbClr val="000000"/>
                </a:solidFill>
              </a:rPr>
              <a:t>1.  Inactive—no additional activity beyond baseline (basic routine activities) </a:t>
            </a:r>
            <a:endParaRPr lang="en-US" altLang="fr-FR"/>
          </a:p>
        </p:txBody>
      </p:sp>
      <p:sp>
        <p:nvSpPr>
          <p:cNvPr id="154628" name="Slide Number Placeholder 3">
            <a:extLst>
              <a:ext uri="{FF2B5EF4-FFF2-40B4-BE49-F238E27FC236}">
                <a16:creationId xmlns:a16="http://schemas.microsoft.com/office/drawing/2014/main" xmlns="" id="{F529D801-26D1-484F-9747-44EFEE2AA6D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C649DA81-A2B3-4D18-BBDD-E66786387C9A}" type="slidenum">
              <a:rPr lang="en-US" altLang="fr-FR">
                <a:latin typeface="Calibri" panose="020F0502020204030204" pitchFamily="34" charset="0"/>
                <a:ea typeface="MS PGothic" panose="020B0600070205080204" pitchFamily="34" charset="-128"/>
              </a:rPr>
              <a:pPr/>
              <a:t>12</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531628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Slide Image Placeholder 1">
            <a:extLst>
              <a:ext uri="{FF2B5EF4-FFF2-40B4-BE49-F238E27FC236}">
                <a16:creationId xmlns:a16="http://schemas.microsoft.com/office/drawing/2014/main" xmlns="" id="{D4EE1AED-6D7A-475A-A534-9308E85056E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6675" name="Notes Placeholder 2">
            <a:extLst>
              <a:ext uri="{FF2B5EF4-FFF2-40B4-BE49-F238E27FC236}">
                <a16:creationId xmlns:a16="http://schemas.microsoft.com/office/drawing/2014/main" xmlns="" id="{182E4259-37B6-4390-85E3-EDCBC249601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28600" indent="-228600" eaLnBrk="1" hangingPunct="1">
              <a:spcBef>
                <a:spcPct val="0"/>
              </a:spcBef>
              <a:buFont typeface="Calibri" panose="020F0502020204030204" pitchFamily="34" charset="0"/>
              <a:buAutoNum type="arabicPeriod" startAt="2"/>
            </a:pPr>
            <a:r>
              <a:rPr lang="en-US" altLang="fr-FR">
                <a:solidFill>
                  <a:srgbClr val="000000"/>
                </a:solidFill>
              </a:rPr>
              <a:t>Low—some exercise, up to 150 minutes a week</a:t>
            </a:r>
          </a:p>
          <a:p>
            <a:pPr marL="228600" indent="-228600" eaLnBrk="1" hangingPunct="1">
              <a:spcBef>
                <a:spcPct val="0"/>
              </a:spcBef>
              <a:buFont typeface="Calibri" panose="020F0502020204030204" pitchFamily="34" charset="0"/>
              <a:buAutoNum type="arabicPeriod" startAt="2"/>
            </a:pPr>
            <a:r>
              <a:rPr lang="en-US" altLang="fr-FR">
                <a:solidFill>
                  <a:srgbClr val="000000"/>
                </a:solidFill>
              </a:rPr>
              <a:t>Medium—exercise 150 to 300 minutes a week </a:t>
            </a:r>
          </a:p>
        </p:txBody>
      </p:sp>
      <p:sp>
        <p:nvSpPr>
          <p:cNvPr id="156676" name="Slide Number Placeholder 3">
            <a:extLst>
              <a:ext uri="{FF2B5EF4-FFF2-40B4-BE49-F238E27FC236}">
                <a16:creationId xmlns:a16="http://schemas.microsoft.com/office/drawing/2014/main" xmlns="" id="{3099F4C3-AF72-4141-8F69-DEEA32EABDF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3254209B-2BED-4B3E-8391-ACCCA30EF80C}" type="slidenum">
              <a:rPr lang="en-US" altLang="fr-FR">
                <a:latin typeface="Calibri" panose="020F0502020204030204" pitchFamily="34" charset="0"/>
                <a:ea typeface="MS PGothic" panose="020B0600070205080204" pitchFamily="34" charset="-128"/>
              </a:rPr>
              <a:pPr/>
              <a:t>13</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8257268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Slide Image Placeholder 1">
            <a:extLst>
              <a:ext uri="{FF2B5EF4-FFF2-40B4-BE49-F238E27FC236}">
                <a16:creationId xmlns:a16="http://schemas.microsoft.com/office/drawing/2014/main" xmlns="" id="{9CA3D1BA-4C57-4CB6-B8F0-9F8EB3979F2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8723" name="Notes Placeholder 2">
            <a:extLst>
              <a:ext uri="{FF2B5EF4-FFF2-40B4-BE49-F238E27FC236}">
                <a16:creationId xmlns:a16="http://schemas.microsoft.com/office/drawing/2014/main" xmlns="" id="{63CB5634-109A-4787-BBC6-1C95574CFFB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solidFill>
                  <a:srgbClr val="000000"/>
                </a:solidFill>
              </a:rPr>
              <a:t>4.  High—exercise more than 300 minutes a week</a:t>
            </a:r>
            <a:endParaRPr lang="en-US" altLang="fr-FR"/>
          </a:p>
          <a:p>
            <a:pPr eaLnBrk="1" hangingPunct="1">
              <a:spcBef>
                <a:spcPct val="0"/>
              </a:spcBef>
            </a:pPr>
            <a:endParaRPr lang="en-US" altLang="fr-FR"/>
          </a:p>
        </p:txBody>
      </p:sp>
      <p:sp>
        <p:nvSpPr>
          <p:cNvPr id="158724" name="Slide Number Placeholder 3">
            <a:extLst>
              <a:ext uri="{FF2B5EF4-FFF2-40B4-BE49-F238E27FC236}">
                <a16:creationId xmlns:a16="http://schemas.microsoft.com/office/drawing/2014/main" xmlns="" id="{B9FE7093-43C2-44C2-AE63-B3D2A12ECB0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A441A9F9-9E56-458C-A9B2-5076CB3F991C}" type="slidenum">
              <a:rPr lang="en-US" altLang="fr-FR">
                <a:latin typeface="Calibri" panose="020F0502020204030204" pitchFamily="34" charset="0"/>
                <a:ea typeface="MS PGothic" panose="020B0600070205080204" pitchFamily="34" charset="-128"/>
              </a:rPr>
              <a:pPr/>
              <a:t>14</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7693044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Slide Image Placeholder 1">
            <a:extLst>
              <a:ext uri="{FF2B5EF4-FFF2-40B4-BE49-F238E27FC236}">
                <a16:creationId xmlns:a16="http://schemas.microsoft.com/office/drawing/2014/main" xmlns="" id="{CE9B259A-EE47-4DEB-9F34-6632B2803E6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0771" name="Notes Placeholder 2">
            <a:extLst>
              <a:ext uri="{FF2B5EF4-FFF2-40B4-BE49-F238E27FC236}">
                <a16:creationId xmlns:a16="http://schemas.microsoft.com/office/drawing/2014/main" xmlns="" id="{FF9CCC0A-A924-4BE3-B4F1-2622E9862D1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solidFill>
                  <a:srgbClr val="000000"/>
                </a:solidFill>
              </a:rPr>
              <a:t>These categories provide a </a:t>
            </a:r>
            <a:r>
              <a:rPr lang="en-US" altLang="fr-FR" b="1">
                <a:solidFill>
                  <a:srgbClr val="000000"/>
                </a:solidFill>
              </a:rPr>
              <a:t>rule of thumb </a:t>
            </a:r>
            <a:r>
              <a:rPr lang="en-US" altLang="fr-FR">
                <a:solidFill>
                  <a:srgbClr val="000000"/>
                </a:solidFill>
              </a:rPr>
              <a:t>for how the total amount of physical activity is related to health benefits. Low amounts of activity provide some benefit; medium amounts provide substantial benefit; and high amounts provide even greater benefit. If a person has not been exercising regularly, it</a:t>
            </a:r>
            <a:r>
              <a:rPr lang="en-US" altLang="en-US">
                <a:solidFill>
                  <a:srgbClr val="000000"/>
                </a:solidFill>
              </a:rPr>
              <a:t>’</a:t>
            </a:r>
            <a:r>
              <a:rPr lang="en-US" altLang="fr-FR">
                <a:solidFill>
                  <a:srgbClr val="000000"/>
                </a:solidFill>
              </a:rPr>
              <a:t>s important to obtain health clearance from a physician before embarking on such a program.</a:t>
            </a:r>
          </a:p>
          <a:p>
            <a:pPr eaLnBrk="1" hangingPunct="1">
              <a:spcBef>
                <a:spcPct val="0"/>
              </a:spcBef>
            </a:pPr>
            <a:endParaRPr lang="en-US" altLang="fr-FR"/>
          </a:p>
        </p:txBody>
      </p:sp>
      <p:sp>
        <p:nvSpPr>
          <p:cNvPr id="160772" name="Slide Number Placeholder 3">
            <a:extLst>
              <a:ext uri="{FF2B5EF4-FFF2-40B4-BE49-F238E27FC236}">
                <a16:creationId xmlns:a16="http://schemas.microsoft.com/office/drawing/2014/main" xmlns="" id="{B037A4EF-8CC9-41A4-A003-83CD544B1C7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A805F46C-D8F4-4F0D-BE17-0C458A93B05D}" type="slidenum">
              <a:rPr lang="en-US" altLang="fr-FR">
                <a:latin typeface="Calibri" panose="020F0502020204030204" pitchFamily="34" charset="0"/>
                <a:ea typeface="MS PGothic" panose="020B0600070205080204" pitchFamily="34" charset="-128"/>
              </a:rPr>
              <a:pPr/>
              <a:t>15</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9989943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Slide Image Placeholder 1">
            <a:extLst>
              <a:ext uri="{FF2B5EF4-FFF2-40B4-BE49-F238E27FC236}">
                <a16:creationId xmlns:a16="http://schemas.microsoft.com/office/drawing/2014/main" xmlns="" id="{EB012637-83D8-47A3-A5CD-60780B01BB2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2819" name="Notes Placeholder 2">
            <a:extLst>
              <a:ext uri="{FF2B5EF4-FFF2-40B4-BE49-F238E27FC236}">
                <a16:creationId xmlns:a16="http://schemas.microsoft.com/office/drawing/2014/main" xmlns="" id="{79ED71A9-6BE8-4624-A276-836805BC137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b="1">
                <a:solidFill>
                  <a:srgbClr val="000000"/>
                </a:solidFill>
              </a:rPr>
              <a:t>How do we know the intensity of our exercise? </a:t>
            </a:r>
            <a:r>
              <a:rPr lang="en-US" altLang="fr-FR">
                <a:solidFill>
                  <a:srgbClr val="000000"/>
                </a:solidFill>
              </a:rPr>
              <a:t>As a rule of thumb, a person doing moderate-intensity aerobic activity can maintain a comfortable conversation during the activity. A person doing vigorous-intensity activity cannot say more than a few words without pausing for a breath.</a:t>
            </a:r>
          </a:p>
          <a:p>
            <a:pPr eaLnBrk="1" hangingPunct="1">
              <a:spcBef>
                <a:spcPct val="0"/>
              </a:spcBef>
            </a:pPr>
            <a:r>
              <a:rPr lang="en-US" altLang="fr-FR">
                <a:solidFill>
                  <a:srgbClr val="000000"/>
                </a:solidFill>
              </a:rPr>
              <a:t>Health benefits have not yet been proved for activities such as stretching, warming up, or cooling down, but they often are used in physical activity programs.</a:t>
            </a:r>
          </a:p>
          <a:p>
            <a:pPr eaLnBrk="1" hangingPunct="1">
              <a:spcBef>
                <a:spcPct val="0"/>
              </a:spcBef>
            </a:pPr>
            <a:endParaRPr lang="en-US" altLang="fr-FR"/>
          </a:p>
        </p:txBody>
      </p:sp>
      <p:sp>
        <p:nvSpPr>
          <p:cNvPr id="162820" name="Slide Number Placeholder 3">
            <a:extLst>
              <a:ext uri="{FF2B5EF4-FFF2-40B4-BE49-F238E27FC236}">
                <a16:creationId xmlns:a16="http://schemas.microsoft.com/office/drawing/2014/main" xmlns="" id="{08AB9105-DD59-4045-97D3-DDA6B9F27A9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426DFE55-7E58-498C-B301-A6D87FFD0639}" type="slidenum">
              <a:rPr lang="en-US" altLang="fr-FR">
                <a:latin typeface="Calibri" panose="020F0502020204030204" pitchFamily="34" charset="0"/>
                <a:ea typeface="MS PGothic" panose="020B0600070205080204" pitchFamily="34" charset="-128"/>
              </a:rPr>
              <a:pPr/>
              <a:t>16</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9689223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Slide Image Placeholder 1">
            <a:extLst>
              <a:ext uri="{FF2B5EF4-FFF2-40B4-BE49-F238E27FC236}">
                <a16:creationId xmlns:a16="http://schemas.microsoft.com/office/drawing/2014/main" xmlns="" id="{86D09277-E842-46DE-90C1-DD0B798F362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4867" name="Notes Placeholder 2">
            <a:extLst>
              <a:ext uri="{FF2B5EF4-FFF2-40B4-BE49-F238E27FC236}">
                <a16:creationId xmlns:a16="http://schemas.microsoft.com/office/drawing/2014/main" xmlns="" id="{D7EB2EAE-998C-439C-A7F1-B9CD37298A6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solidFill>
                  <a:srgbClr val="000000"/>
                </a:solidFill>
              </a:rPr>
              <a:t>Although physical activity has many health benefits, injuries and other adverse events do sometimes occur. The most common injuries affect the musculoskeletal system (bones, joints, muscles, ligaments, and tendons). Others problems, such as overheating and dehydration, may occur during activity. The good news is that scientific evidence strongly shows that appropriate physical activity is safe for almost everyone, and that the health benefits of physical activity far outweigh the risks.</a:t>
            </a:r>
          </a:p>
          <a:p>
            <a:pPr eaLnBrk="1" hangingPunct="1">
              <a:spcBef>
                <a:spcPct val="0"/>
              </a:spcBef>
            </a:pPr>
            <a:endParaRPr lang="en-US" altLang="fr-FR"/>
          </a:p>
        </p:txBody>
      </p:sp>
      <p:sp>
        <p:nvSpPr>
          <p:cNvPr id="164868" name="Slide Number Placeholder 3">
            <a:extLst>
              <a:ext uri="{FF2B5EF4-FFF2-40B4-BE49-F238E27FC236}">
                <a16:creationId xmlns:a16="http://schemas.microsoft.com/office/drawing/2014/main" xmlns="" id="{1B7A8631-B12E-42A1-BE57-D78FB874A3F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6699957C-E0C8-4EAA-ABEE-7D54E18D3CA5}" type="slidenum">
              <a:rPr lang="en-US" altLang="fr-FR">
                <a:latin typeface="Calibri" panose="020F0502020204030204" pitchFamily="34" charset="0"/>
                <a:ea typeface="MS PGothic" panose="020B0600070205080204" pitchFamily="34" charset="-128"/>
              </a:rPr>
              <a:pPr/>
              <a:t>17</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2217138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Slide Image Placeholder 1">
            <a:extLst>
              <a:ext uri="{FF2B5EF4-FFF2-40B4-BE49-F238E27FC236}">
                <a16:creationId xmlns:a16="http://schemas.microsoft.com/office/drawing/2014/main" xmlns="" id="{17317F21-715A-4939-A474-EF84D4A4C08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6915" name="Notes Placeholder 2">
            <a:extLst>
              <a:ext uri="{FF2B5EF4-FFF2-40B4-BE49-F238E27FC236}">
                <a16:creationId xmlns:a16="http://schemas.microsoft.com/office/drawing/2014/main" xmlns="" id="{A0162BC4-F875-4273-A0B7-663242B0CDB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solidFill>
                  <a:srgbClr val="000000"/>
                </a:solidFill>
              </a:rPr>
              <a:t>The current Physical Activity Guidelines for Americans encourage a person to accumulate at least two and a half hours a week in moderate-intensity physical activity, such as brisk walking. Dr. Kenneth Cooper, of Aerobics fame, promotes brisk walking rather than running or jogging. Walking appeals to many because it can be done almost any time or place. It</a:t>
            </a:r>
            <a:r>
              <a:rPr lang="en-US" altLang="en-US">
                <a:solidFill>
                  <a:srgbClr val="000000"/>
                </a:solidFill>
              </a:rPr>
              <a:t>’</a:t>
            </a:r>
            <a:r>
              <a:rPr lang="en-US" altLang="fr-FR">
                <a:solidFill>
                  <a:srgbClr val="000000"/>
                </a:solidFill>
              </a:rPr>
              <a:t>s fun, convenient, inexpensive, and can be enjoyed alone or with friends. It requires no special equipment. Comfortable walking shoes and clothing are all that is needed. Brisk walking results in minimal injuries while exercising most muscles and systems of the body. It stimulates the release of endorphins, which elevate the mood and improve outlook on life. </a:t>
            </a:r>
          </a:p>
          <a:p>
            <a:pPr eaLnBrk="1" hangingPunct="1">
              <a:spcBef>
                <a:spcPct val="0"/>
              </a:spcBef>
            </a:pPr>
            <a:endParaRPr lang="en-US" altLang="fr-FR"/>
          </a:p>
        </p:txBody>
      </p:sp>
      <p:sp>
        <p:nvSpPr>
          <p:cNvPr id="166916" name="Slide Number Placeholder 3">
            <a:extLst>
              <a:ext uri="{FF2B5EF4-FFF2-40B4-BE49-F238E27FC236}">
                <a16:creationId xmlns:a16="http://schemas.microsoft.com/office/drawing/2014/main" xmlns="" id="{99BE2D9E-0952-43AB-883E-DA1BE8F3358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A73FFAB4-A55C-4D98-9C83-63DEDA2BE30F}" type="slidenum">
              <a:rPr lang="en-US" altLang="fr-FR">
                <a:latin typeface="Calibri" panose="020F0502020204030204" pitchFamily="34" charset="0"/>
                <a:ea typeface="MS PGothic" panose="020B0600070205080204" pitchFamily="34" charset="-128"/>
              </a:rPr>
              <a:pPr/>
              <a:t>18</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9346601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Slide Image Placeholder 1">
            <a:extLst>
              <a:ext uri="{FF2B5EF4-FFF2-40B4-BE49-F238E27FC236}">
                <a16:creationId xmlns:a16="http://schemas.microsoft.com/office/drawing/2014/main" xmlns="" id="{502610D1-AE08-4D65-AFE9-6D1B733EB84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8963" name="Notes Placeholder 2">
            <a:extLst>
              <a:ext uri="{FF2B5EF4-FFF2-40B4-BE49-F238E27FC236}">
                <a16:creationId xmlns:a16="http://schemas.microsoft.com/office/drawing/2014/main" xmlns="" id="{4F7A6C04-A6BA-4EBE-964E-6CC78D84F2A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solidFill>
                  <a:srgbClr val="000000"/>
                </a:solidFill>
              </a:rPr>
              <a:t>More than 150 years ago Ellen G. White said, </a:t>
            </a:r>
            <a:r>
              <a:rPr lang="en-US" altLang="en-US">
                <a:solidFill>
                  <a:srgbClr val="000000"/>
                </a:solidFill>
              </a:rPr>
              <a:t>“</a:t>
            </a:r>
            <a:r>
              <a:rPr lang="en-US" altLang="fr-FR">
                <a:solidFill>
                  <a:srgbClr val="000000"/>
                </a:solidFill>
              </a:rPr>
              <a:t>Walking, in all cases where it is possible, is the best exercise, because in walking, all the muscles are brought into action.</a:t>
            </a:r>
            <a:r>
              <a:rPr lang="en-US" altLang="en-US">
                <a:solidFill>
                  <a:srgbClr val="000000"/>
                </a:solidFill>
              </a:rPr>
              <a:t>”</a:t>
            </a:r>
            <a:r>
              <a:rPr lang="en-US" altLang="fr-FR">
                <a:solidFill>
                  <a:srgbClr val="000000"/>
                </a:solidFill>
              </a:rPr>
              <a:t>⁹</a:t>
            </a:r>
          </a:p>
          <a:p>
            <a:pPr eaLnBrk="1" hangingPunct="1">
              <a:spcBef>
                <a:spcPct val="0"/>
              </a:spcBef>
            </a:pPr>
            <a:endParaRPr lang="en-US" altLang="fr-FR"/>
          </a:p>
        </p:txBody>
      </p:sp>
      <p:sp>
        <p:nvSpPr>
          <p:cNvPr id="168964" name="Slide Number Placeholder 3">
            <a:extLst>
              <a:ext uri="{FF2B5EF4-FFF2-40B4-BE49-F238E27FC236}">
                <a16:creationId xmlns:a16="http://schemas.microsoft.com/office/drawing/2014/main" xmlns="" id="{45633417-926C-401B-A52D-08015081F82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F4FB8EE0-E3DE-458C-B5FC-96D2353B1588}" type="slidenum">
              <a:rPr lang="en-US" altLang="fr-FR">
                <a:latin typeface="Calibri" panose="020F0502020204030204" pitchFamily="34" charset="0"/>
                <a:ea typeface="MS PGothic" panose="020B0600070205080204" pitchFamily="34" charset="-128"/>
              </a:rPr>
              <a:pPr/>
              <a:t>19</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8803460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Slide Image Placeholder 1">
            <a:extLst>
              <a:ext uri="{FF2B5EF4-FFF2-40B4-BE49-F238E27FC236}">
                <a16:creationId xmlns:a16="http://schemas.microsoft.com/office/drawing/2014/main" xmlns="" id="{56191B59-8582-463C-9BA7-1D4177B07BB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1011" name="Notes Placeholder 2">
            <a:extLst>
              <a:ext uri="{FF2B5EF4-FFF2-40B4-BE49-F238E27FC236}">
                <a16:creationId xmlns:a16="http://schemas.microsoft.com/office/drawing/2014/main" xmlns="" id="{C5D36BC3-C5A5-4D8E-9AF0-106A699C4EA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solidFill>
                  <a:srgbClr val="000000"/>
                </a:solidFill>
              </a:rPr>
              <a:t>While exercising one should wear lightweight garments that offer maximum freedom of movement and are appropriate to climatic conditions. </a:t>
            </a:r>
          </a:p>
          <a:p>
            <a:pPr eaLnBrk="1" hangingPunct="1">
              <a:spcBef>
                <a:spcPct val="0"/>
              </a:spcBef>
            </a:pPr>
            <a:endParaRPr lang="en-US" altLang="fr-FR">
              <a:solidFill>
                <a:srgbClr val="000000"/>
              </a:solidFill>
            </a:endParaRPr>
          </a:p>
          <a:p>
            <a:pPr eaLnBrk="1" hangingPunct="1">
              <a:spcBef>
                <a:spcPct val="0"/>
              </a:spcBef>
            </a:pPr>
            <a:endParaRPr lang="en-US" altLang="fr-FR"/>
          </a:p>
        </p:txBody>
      </p:sp>
      <p:sp>
        <p:nvSpPr>
          <p:cNvPr id="171012" name="Slide Number Placeholder 3">
            <a:extLst>
              <a:ext uri="{FF2B5EF4-FFF2-40B4-BE49-F238E27FC236}">
                <a16:creationId xmlns:a16="http://schemas.microsoft.com/office/drawing/2014/main" xmlns="" id="{1910E45D-F3A5-483A-993F-DDC4C20BFA5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DA8FB07F-F8E4-49F5-A0DB-C58D1EEB0898}" type="slidenum">
              <a:rPr lang="en-US" altLang="fr-FR">
                <a:latin typeface="Calibri" panose="020F0502020204030204" pitchFamily="34" charset="0"/>
                <a:ea typeface="MS PGothic" panose="020B0600070205080204" pitchFamily="34" charset="-128"/>
              </a:rPr>
              <a:pPr/>
              <a:t>20</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4118269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Slide Image Placeholder 1">
            <a:extLst>
              <a:ext uri="{FF2B5EF4-FFF2-40B4-BE49-F238E27FC236}">
                <a16:creationId xmlns:a16="http://schemas.microsoft.com/office/drawing/2014/main" xmlns="" id="{E2E0B194-7E96-457C-9D4F-5AAB69CB767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3059" name="Notes Placeholder 2">
            <a:extLst>
              <a:ext uri="{FF2B5EF4-FFF2-40B4-BE49-F238E27FC236}">
                <a16:creationId xmlns:a16="http://schemas.microsoft.com/office/drawing/2014/main" xmlns="" id="{CDE2CB75-E10C-47FC-AA45-68BE85FC5A9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solidFill>
                  <a:srgbClr val="000000"/>
                </a:solidFill>
              </a:rPr>
              <a:t>When exercising in an urban area, use brightly colored garments and reflector materials for safety.</a:t>
            </a:r>
          </a:p>
          <a:p>
            <a:pPr eaLnBrk="1" hangingPunct="1">
              <a:spcBef>
                <a:spcPct val="0"/>
              </a:spcBef>
            </a:pPr>
            <a:endParaRPr lang="en-US" altLang="fr-FR">
              <a:solidFill>
                <a:srgbClr val="000000"/>
              </a:solidFill>
            </a:endParaRPr>
          </a:p>
          <a:p>
            <a:pPr eaLnBrk="1" hangingPunct="1">
              <a:spcBef>
                <a:spcPct val="0"/>
              </a:spcBef>
            </a:pPr>
            <a:endParaRPr lang="en-US" altLang="fr-FR">
              <a:solidFill>
                <a:srgbClr val="000000"/>
              </a:solidFill>
            </a:endParaRPr>
          </a:p>
          <a:p>
            <a:pPr eaLnBrk="1" hangingPunct="1">
              <a:spcBef>
                <a:spcPct val="0"/>
              </a:spcBef>
            </a:pPr>
            <a:endParaRPr lang="en-US" altLang="fr-FR">
              <a:solidFill>
                <a:srgbClr val="000000"/>
              </a:solidFill>
            </a:endParaRPr>
          </a:p>
          <a:p>
            <a:pPr eaLnBrk="1" hangingPunct="1">
              <a:spcBef>
                <a:spcPct val="0"/>
              </a:spcBef>
            </a:pPr>
            <a:endParaRPr lang="en-US" altLang="fr-FR"/>
          </a:p>
        </p:txBody>
      </p:sp>
      <p:sp>
        <p:nvSpPr>
          <p:cNvPr id="173060" name="Slide Number Placeholder 3">
            <a:extLst>
              <a:ext uri="{FF2B5EF4-FFF2-40B4-BE49-F238E27FC236}">
                <a16:creationId xmlns:a16="http://schemas.microsoft.com/office/drawing/2014/main" xmlns="" id="{35138171-596D-4778-AE6E-65EABBFB034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DE7B3FDC-12AA-4E8B-99FA-6FAF178BAC44}" type="slidenum">
              <a:rPr lang="en-US" altLang="fr-FR">
                <a:latin typeface="Calibri" panose="020F0502020204030204" pitchFamily="34" charset="0"/>
                <a:ea typeface="MS PGothic" panose="020B0600070205080204" pitchFamily="34" charset="-128"/>
              </a:rPr>
              <a:pPr/>
              <a:t>21</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925326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a:extLst>
              <a:ext uri="{FF2B5EF4-FFF2-40B4-BE49-F238E27FC236}">
                <a16:creationId xmlns:a16="http://schemas.microsoft.com/office/drawing/2014/main" xmlns="" id="{3ED89E2C-C375-4CCA-BA81-1F9828304A9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5107" name="Notes Placeholder 2">
            <a:extLst>
              <a:ext uri="{FF2B5EF4-FFF2-40B4-BE49-F238E27FC236}">
                <a16:creationId xmlns:a16="http://schemas.microsoft.com/office/drawing/2014/main" xmlns="" id="{9AB0AFE1-656F-493E-BAFE-5C0B6761257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solidFill>
                  <a:srgbClr val="000000"/>
                </a:solidFill>
              </a:rPr>
              <a:t>Exercise generates heat, so it</a:t>
            </a:r>
            <a:r>
              <a:rPr lang="en-US" altLang="en-US">
                <a:solidFill>
                  <a:srgbClr val="000000"/>
                </a:solidFill>
              </a:rPr>
              <a:t>’</a:t>
            </a:r>
            <a:r>
              <a:rPr lang="en-US" altLang="fr-FR">
                <a:solidFill>
                  <a:srgbClr val="000000"/>
                </a:solidFill>
              </a:rPr>
              <a:t>s better to dress in layers that can be removed as soon as one starts perspiring. If it</a:t>
            </a:r>
            <a:r>
              <a:rPr lang="en-US" altLang="en-US">
                <a:solidFill>
                  <a:srgbClr val="000000"/>
                </a:solidFill>
              </a:rPr>
              <a:t>’</a:t>
            </a:r>
            <a:r>
              <a:rPr lang="en-US" altLang="fr-FR">
                <a:solidFill>
                  <a:srgbClr val="000000"/>
                </a:solidFill>
              </a:rPr>
              <a:t>s very cold, consider wearing a face mask or scarf to warm the air before it enters the lungs. A hat or headband will protect the ears, which are vulnerable to frostbite.</a:t>
            </a:r>
          </a:p>
          <a:p>
            <a:pPr eaLnBrk="1" hangingPunct="1">
              <a:spcBef>
                <a:spcPct val="0"/>
              </a:spcBef>
            </a:pPr>
            <a:endParaRPr lang="en-US" altLang="fr-FR">
              <a:solidFill>
                <a:srgbClr val="000000"/>
              </a:solidFill>
            </a:endParaRPr>
          </a:p>
          <a:p>
            <a:pPr eaLnBrk="1" hangingPunct="1">
              <a:spcBef>
                <a:spcPct val="0"/>
              </a:spcBef>
            </a:pPr>
            <a:endParaRPr lang="en-US" altLang="fr-FR"/>
          </a:p>
        </p:txBody>
      </p:sp>
      <p:sp>
        <p:nvSpPr>
          <p:cNvPr id="175108" name="Slide Number Placeholder 3">
            <a:extLst>
              <a:ext uri="{FF2B5EF4-FFF2-40B4-BE49-F238E27FC236}">
                <a16:creationId xmlns:a16="http://schemas.microsoft.com/office/drawing/2014/main" xmlns="" id="{25F7C975-5CC9-44E9-8626-E97196417D2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52E5D539-915D-46F9-89F9-EDCEF9315BBC}" type="slidenum">
              <a:rPr lang="en-US" altLang="fr-FR">
                <a:latin typeface="Calibri" panose="020F0502020204030204" pitchFamily="34" charset="0"/>
                <a:ea typeface="MS PGothic" panose="020B0600070205080204" pitchFamily="34" charset="-128"/>
              </a:rPr>
              <a:pPr/>
              <a:t>22</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7629243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Slide Image Placeholder 1">
            <a:extLst>
              <a:ext uri="{FF2B5EF4-FFF2-40B4-BE49-F238E27FC236}">
                <a16:creationId xmlns:a16="http://schemas.microsoft.com/office/drawing/2014/main" xmlns="" id="{08E199E7-3095-42C9-89CD-91C24710971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7155" name="Notes Placeholder 2">
            <a:extLst>
              <a:ext uri="{FF2B5EF4-FFF2-40B4-BE49-F238E27FC236}">
                <a16:creationId xmlns:a16="http://schemas.microsoft.com/office/drawing/2014/main" xmlns="" id="{A3123BEE-23A4-476C-A288-F73D0D8B044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solidFill>
                  <a:srgbClr val="000000"/>
                </a:solidFill>
              </a:rPr>
              <a:t>It</a:t>
            </a:r>
            <a:r>
              <a:rPr lang="en-US" altLang="en-US">
                <a:solidFill>
                  <a:srgbClr val="000000"/>
                </a:solidFill>
              </a:rPr>
              <a:t>’</a:t>
            </a:r>
            <a:r>
              <a:rPr lang="en-US" altLang="fr-FR">
                <a:solidFill>
                  <a:srgbClr val="000000"/>
                </a:solidFill>
              </a:rPr>
              <a:t>s vital to wear protective gear, such as helmets, wrist guards, and knee guards, when engaging in physical activities that carry risk of injury, including bicycling, skateboarding, and rollerblading. </a:t>
            </a:r>
          </a:p>
          <a:p>
            <a:pPr eaLnBrk="1" hangingPunct="1">
              <a:spcBef>
                <a:spcPct val="0"/>
              </a:spcBef>
            </a:pPr>
            <a:endParaRPr lang="en-US" altLang="fr-FR">
              <a:solidFill>
                <a:srgbClr val="000000"/>
              </a:solidFill>
            </a:endParaRPr>
          </a:p>
          <a:p>
            <a:pPr eaLnBrk="1" hangingPunct="1">
              <a:spcBef>
                <a:spcPct val="0"/>
              </a:spcBef>
            </a:pPr>
            <a:endParaRPr lang="en-US" altLang="fr-FR"/>
          </a:p>
          <a:p>
            <a:pPr eaLnBrk="1" hangingPunct="1">
              <a:spcBef>
                <a:spcPct val="0"/>
              </a:spcBef>
            </a:pPr>
            <a:endParaRPr lang="en-US" altLang="fr-FR"/>
          </a:p>
        </p:txBody>
      </p:sp>
      <p:sp>
        <p:nvSpPr>
          <p:cNvPr id="177156" name="Slide Number Placeholder 3">
            <a:extLst>
              <a:ext uri="{FF2B5EF4-FFF2-40B4-BE49-F238E27FC236}">
                <a16:creationId xmlns:a16="http://schemas.microsoft.com/office/drawing/2014/main" xmlns="" id="{F470B940-0589-42A7-9732-F6CED02669F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08AB4AE8-FE55-49E5-8E62-94CFCDD22C7E}" type="slidenum">
              <a:rPr lang="en-US" altLang="fr-FR">
                <a:latin typeface="Calibri" panose="020F0502020204030204" pitchFamily="34" charset="0"/>
                <a:ea typeface="MS PGothic" panose="020B0600070205080204" pitchFamily="34" charset="-128"/>
              </a:rPr>
              <a:pPr/>
              <a:t>23</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20796117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Slide Image Placeholder 1">
            <a:extLst>
              <a:ext uri="{FF2B5EF4-FFF2-40B4-BE49-F238E27FC236}">
                <a16:creationId xmlns:a16="http://schemas.microsoft.com/office/drawing/2014/main" xmlns="" id="{3598C55B-9E9F-4697-A7A3-F16D4CBEAC5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9203" name="Notes Placeholder 2">
            <a:extLst>
              <a:ext uri="{FF2B5EF4-FFF2-40B4-BE49-F238E27FC236}">
                <a16:creationId xmlns:a16="http://schemas.microsoft.com/office/drawing/2014/main" xmlns="" id="{34E177E7-93AF-46BF-BFCB-EFACC422581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solidFill>
                  <a:srgbClr val="000000"/>
                </a:solidFill>
              </a:rPr>
              <a:t>Feet bear the weight of the whole body, therefore it</a:t>
            </a:r>
            <a:r>
              <a:rPr lang="en-US" altLang="en-US">
                <a:solidFill>
                  <a:srgbClr val="000000"/>
                </a:solidFill>
              </a:rPr>
              <a:t>’</a:t>
            </a:r>
            <a:r>
              <a:rPr lang="en-US" altLang="fr-FR">
                <a:solidFill>
                  <a:srgbClr val="000000"/>
                </a:solidFill>
              </a:rPr>
              <a:t>s important that shoes be comfortable, well-fitting, and supportive. Look for athletic shoes with absorbent cushioning, appropriate arch support, a solid and snug heel cup, flexibility, breathability, and good lacing so you can adjust tightness without pinching your feet. </a:t>
            </a:r>
          </a:p>
          <a:p>
            <a:pPr eaLnBrk="1" hangingPunct="1">
              <a:spcBef>
                <a:spcPct val="0"/>
              </a:spcBef>
            </a:pPr>
            <a:endParaRPr lang="en-US" altLang="fr-FR"/>
          </a:p>
        </p:txBody>
      </p:sp>
      <p:sp>
        <p:nvSpPr>
          <p:cNvPr id="179204" name="Slide Number Placeholder 3">
            <a:extLst>
              <a:ext uri="{FF2B5EF4-FFF2-40B4-BE49-F238E27FC236}">
                <a16:creationId xmlns:a16="http://schemas.microsoft.com/office/drawing/2014/main" xmlns="" id="{213CC161-2AE6-41F2-B34E-218E9554337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2504946E-A7FB-4EA1-8450-A4E6FCF63719}" type="slidenum">
              <a:rPr lang="en-US" altLang="fr-FR">
                <a:latin typeface="Calibri" panose="020F0502020204030204" pitchFamily="34" charset="0"/>
                <a:ea typeface="MS PGothic" panose="020B0600070205080204" pitchFamily="34" charset="-128"/>
              </a:rPr>
              <a:pPr/>
              <a:t>24</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0926372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Slide Image Placeholder 1">
            <a:extLst>
              <a:ext uri="{FF2B5EF4-FFF2-40B4-BE49-F238E27FC236}">
                <a16:creationId xmlns:a16="http://schemas.microsoft.com/office/drawing/2014/main" xmlns="" id="{AE7EEB62-704D-444C-8B6A-C1E7EA9CF3F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1251" name="Notes Placeholder 2">
            <a:extLst>
              <a:ext uri="{FF2B5EF4-FFF2-40B4-BE49-F238E27FC236}">
                <a16:creationId xmlns:a16="http://schemas.microsoft.com/office/drawing/2014/main" xmlns="" id="{D74DE0EC-73A7-4D21-BFFF-DDC159851AD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As regular aerobic exercise helps us live better, so it is with the exercise of faith. We can trust God to lead our lives according to His loving prescription for health. </a:t>
            </a:r>
          </a:p>
          <a:p>
            <a:pPr eaLnBrk="1" hangingPunct="1">
              <a:spcBef>
                <a:spcPct val="0"/>
              </a:spcBef>
            </a:pPr>
            <a:r>
              <a:rPr lang="en-US" altLang="fr-FR"/>
              <a:t>He gives power to the weak, and to those who have no might He increases strength. Even the youths shall faint and be weary, and the young men shall utterly fall, but those who wait on the Lord shall renew their strength; they shall mount up with wings like eagles, they shall run and not be weary, they shall walk and not faint (Isa. 40:29-31, NKJV).</a:t>
            </a:r>
          </a:p>
          <a:p>
            <a:pPr eaLnBrk="1" hangingPunct="1">
              <a:spcBef>
                <a:spcPct val="0"/>
              </a:spcBef>
            </a:pPr>
            <a:endParaRPr lang="en-US" altLang="fr-FR"/>
          </a:p>
        </p:txBody>
      </p:sp>
      <p:sp>
        <p:nvSpPr>
          <p:cNvPr id="181252" name="Slide Number Placeholder 3">
            <a:extLst>
              <a:ext uri="{FF2B5EF4-FFF2-40B4-BE49-F238E27FC236}">
                <a16:creationId xmlns:a16="http://schemas.microsoft.com/office/drawing/2014/main" xmlns="" id="{33A3B36E-0439-469A-B4B1-4CE696AD22F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85C26F48-6C1F-499B-B8CE-5E20997790C8}" type="slidenum">
              <a:rPr lang="en-US" altLang="fr-FR">
                <a:latin typeface="Calibri" panose="020F0502020204030204" pitchFamily="34" charset="0"/>
                <a:ea typeface="MS PGothic" panose="020B0600070205080204" pitchFamily="34" charset="-128"/>
              </a:rPr>
              <a:pPr/>
              <a:t>25</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01501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Slide Image Placeholder 1">
            <a:extLst>
              <a:ext uri="{FF2B5EF4-FFF2-40B4-BE49-F238E27FC236}">
                <a16:creationId xmlns:a16="http://schemas.microsoft.com/office/drawing/2014/main" xmlns="" id="{CA5F3B3A-CBAE-4F14-A88B-6A85E92E7BF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3299" name="Notes Placeholder 2">
            <a:extLst>
              <a:ext uri="{FF2B5EF4-FFF2-40B4-BE49-F238E27FC236}">
                <a16:creationId xmlns:a16="http://schemas.microsoft.com/office/drawing/2014/main" xmlns="" id="{B28A69A7-A5B8-46CA-A630-E920F5F4C4F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b="1">
                <a:solidFill>
                  <a:schemeClr val="bg1"/>
                </a:solidFill>
              </a:rPr>
              <a:t>LIFE APPLICATION</a:t>
            </a:r>
            <a:br>
              <a:rPr lang="en-US" altLang="fr-FR" b="1">
                <a:solidFill>
                  <a:schemeClr val="bg1"/>
                </a:solidFill>
              </a:rPr>
            </a:br>
            <a:r>
              <a:rPr lang="en-US" altLang="fr-FR" b="1">
                <a:solidFill>
                  <a:schemeClr val="bg1"/>
                </a:solidFill>
              </a:rPr>
              <a:t>QUESTIONS</a:t>
            </a:r>
            <a:endParaRPr lang="en-US" altLang="fr-FR"/>
          </a:p>
        </p:txBody>
      </p:sp>
      <p:sp>
        <p:nvSpPr>
          <p:cNvPr id="183300" name="Slide Number Placeholder 3">
            <a:extLst>
              <a:ext uri="{FF2B5EF4-FFF2-40B4-BE49-F238E27FC236}">
                <a16:creationId xmlns:a16="http://schemas.microsoft.com/office/drawing/2014/main" xmlns="" id="{5FB01E61-F255-47C4-BD26-FFA5BF1E67F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B1668AE1-F91C-4244-9F3F-E00AD0485D82}" type="slidenum">
              <a:rPr lang="en-US" altLang="fr-FR">
                <a:latin typeface="Calibri" panose="020F0502020204030204" pitchFamily="34" charset="0"/>
                <a:ea typeface="MS PGothic" panose="020B0600070205080204" pitchFamily="34" charset="-128"/>
              </a:rPr>
              <a:pPr/>
              <a:t>26</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4042596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Slide Image Placeholder 1">
            <a:extLst>
              <a:ext uri="{FF2B5EF4-FFF2-40B4-BE49-F238E27FC236}">
                <a16:creationId xmlns:a16="http://schemas.microsoft.com/office/drawing/2014/main" xmlns="" id="{F089F6E3-3D37-4A36-B4FB-7B7658FC64B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5347" name="Notes Placeholder 2">
            <a:extLst>
              <a:ext uri="{FF2B5EF4-FFF2-40B4-BE49-F238E27FC236}">
                <a16:creationId xmlns:a16="http://schemas.microsoft.com/office/drawing/2014/main" xmlns="" id="{0756DF58-8FD2-4DDC-B62D-4FC906E79C3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What are the most attractive benefits of regular exercise? </a:t>
            </a:r>
          </a:p>
        </p:txBody>
      </p:sp>
      <p:sp>
        <p:nvSpPr>
          <p:cNvPr id="185348" name="Slide Number Placeholder 3">
            <a:extLst>
              <a:ext uri="{FF2B5EF4-FFF2-40B4-BE49-F238E27FC236}">
                <a16:creationId xmlns:a16="http://schemas.microsoft.com/office/drawing/2014/main" xmlns="" id="{897A4A72-40F4-4684-8305-EBD93F0BD73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F6981206-61B2-4ED5-AF0A-7D4103720545}" type="slidenum">
              <a:rPr lang="en-US" altLang="fr-FR">
                <a:latin typeface="Calibri" panose="020F0502020204030204" pitchFamily="34" charset="0"/>
                <a:ea typeface="MS PGothic" panose="020B0600070205080204" pitchFamily="34" charset="-128"/>
              </a:rPr>
              <a:pPr/>
              <a:t>27</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6167346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Slide Image Placeholder 1">
            <a:extLst>
              <a:ext uri="{FF2B5EF4-FFF2-40B4-BE49-F238E27FC236}">
                <a16:creationId xmlns:a16="http://schemas.microsoft.com/office/drawing/2014/main" xmlns="" id="{3DE8D326-BC32-4B42-9277-98D40412260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7395" name="Notes Placeholder 2">
            <a:extLst>
              <a:ext uri="{FF2B5EF4-FFF2-40B4-BE49-F238E27FC236}">
                <a16:creationId xmlns:a16="http://schemas.microsoft.com/office/drawing/2014/main" xmlns="" id="{AC81F54A-E291-4EBF-96A5-71FA95CB041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How can I live longer with better cognitive function and lower my risk of getting cancer, cardiovascular disease, or diabetes? </a:t>
            </a:r>
          </a:p>
        </p:txBody>
      </p:sp>
      <p:sp>
        <p:nvSpPr>
          <p:cNvPr id="187396" name="Slide Number Placeholder 3">
            <a:extLst>
              <a:ext uri="{FF2B5EF4-FFF2-40B4-BE49-F238E27FC236}">
                <a16:creationId xmlns:a16="http://schemas.microsoft.com/office/drawing/2014/main" xmlns="" id="{F94D086F-1168-4F4F-AFAE-18683044F54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5836309B-D172-476B-B638-F07E295D5BCC}" type="slidenum">
              <a:rPr lang="en-US" altLang="fr-FR">
                <a:latin typeface="Calibri" panose="020F0502020204030204" pitchFamily="34" charset="0"/>
                <a:ea typeface="MS PGothic" panose="020B0600070205080204" pitchFamily="34" charset="-128"/>
              </a:rPr>
              <a:pPr/>
              <a:t>28</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6077745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Slide Image Placeholder 1">
            <a:extLst>
              <a:ext uri="{FF2B5EF4-FFF2-40B4-BE49-F238E27FC236}">
                <a16:creationId xmlns:a16="http://schemas.microsoft.com/office/drawing/2014/main" xmlns="" id="{41E32C79-7E15-43FB-A212-1DD5D52C8F7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9443" name="Notes Placeholder 2">
            <a:extLst>
              <a:ext uri="{FF2B5EF4-FFF2-40B4-BE49-F238E27FC236}">
                <a16:creationId xmlns:a16="http://schemas.microsoft.com/office/drawing/2014/main" xmlns="" id="{5A6F1850-5101-4B3F-B299-488E7D1283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How does exercise offer better quality of life, less depression, ease of movement, and optimum body mass?</a:t>
            </a:r>
          </a:p>
          <a:p>
            <a:pPr eaLnBrk="1" hangingPunct="1">
              <a:spcBef>
                <a:spcPct val="0"/>
              </a:spcBef>
            </a:pPr>
            <a:endParaRPr lang="en-US" altLang="fr-FR"/>
          </a:p>
        </p:txBody>
      </p:sp>
      <p:sp>
        <p:nvSpPr>
          <p:cNvPr id="189444" name="Slide Number Placeholder 3">
            <a:extLst>
              <a:ext uri="{FF2B5EF4-FFF2-40B4-BE49-F238E27FC236}">
                <a16:creationId xmlns:a16="http://schemas.microsoft.com/office/drawing/2014/main" xmlns="" id="{549546F6-CB0D-4884-A4FB-CB09CA76095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7157F21D-EEBA-48AD-B318-715A66FBA74A}" type="slidenum">
              <a:rPr lang="en-US" altLang="fr-FR">
                <a:latin typeface="Calibri" panose="020F0502020204030204" pitchFamily="34" charset="0"/>
                <a:ea typeface="MS PGothic" panose="020B0600070205080204" pitchFamily="34" charset="-128"/>
              </a:rPr>
              <a:pPr/>
              <a:t>29</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783742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Slide Image Placeholder 1">
            <a:extLst>
              <a:ext uri="{FF2B5EF4-FFF2-40B4-BE49-F238E27FC236}">
                <a16:creationId xmlns:a16="http://schemas.microsoft.com/office/drawing/2014/main" xmlns="" id="{54658DE1-C18C-4711-8084-9A6C0D0C7FF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1491" name="Notes Placeholder 2">
            <a:extLst>
              <a:ext uri="{FF2B5EF4-FFF2-40B4-BE49-F238E27FC236}">
                <a16:creationId xmlns:a16="http://schemas.microsoft.com/office/drawing/2014/main" xmlns="" id="{59977627-3EBB-48C1-A798-980C4C33CAB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As I look at my family history are there benefits of exercise that could prevent the adverse history being repeated in my life? </a:t>
            </a:r>
          </a:p>
        </p:txBody>
      </p:sp>
      <p:sp>
        <p:nvSpPr>
          <p:cNvPr id="191492" name="Slide Number Placeholder 3">
            <a:extLst>
              <a:ext uri="{FF2B5EF4-FFF2-40B4-BE49-F238E27FC236}">
                <a16:creationId xmlns:a16="http://schemas.microsoft.com/office/drawing/2014/main" xmlns="" id="{3418B781-9517-4272-AC2F-1B3521BC464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D49CE002-69C6-4B57-A099-8ED3347A0E50}" type="slidenum">
              <a:rPr lang="en-US" altLang="fr-FR">
                <a:latin typeface="Calibri" panose="020F0502020204030204" pitchFamily="34" charset="0"/>
                <a:ea typeface="MS PGothic" panose="020B0600070205080204" pitchFamily="34" charset="-128"/>
              </a:rPr>
              <a:pPr/>
              <a:t>30</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5501018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Slide Image Placeholder 1">
            <a:extLst>
              <a:ext uri="{FF2B5EF4-FFF2-40B4-BE49-F238E27FC236}">
                <a16:creationId xmlns:a16="http://schemas.microsoft.com/office/drawing/2014/main" xmlns="" id="{281050A9-61B9-4627-AA21-05B52CACB1B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3539" name="Notes Placeholder 2">
            <a:extLst>
              <a:ext uri="{FF2B5EF4-FFF2-40B4-BE49-F238E27FC236}">
                <a16:creationId xmlns:a16="http://schemas.microsoft.com/office/drawing/2014/main" xmlns="" id="{29126182-6CA7-48F7-B231-218E1CCE8A4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Am I going to make the choice to exercise with these goals as motivating factors?</a:t>
            </a:r>
          </a:p>
          <a:p>
            <a:pPr eaLnBrk="1" hangingPunct="1">
              <a:spcBef>
                <a:spcPct val="0"/>
              </a:spcBef>
            </a:pPr>
            <a:endParaRPr lang="en-US" altLang="fr-FR"/>
          </a:p>
        </p:txBody>
      </p:sp>
      <p:sp>
        <p:nvSpPr>
          <p:cNvPr id="193540" name="Slide Number Placeholder 3">
            <a:extLst>
              <a:ext uri="{FF2B5EF4-FFF2-40B4-BE49-F238E27FC236}">
                <a16:creationId xmlns:a16="http://schemas.microsoft.com/office/drawing/2014/main" xmlns="" id="{66CDA96E-8B81-4A46-83CF-68EBFCE42CB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48C4E354-B409-48D9-9BB9-A87C8E85E330}" type="slidenum">
              <a:rPr lang="en-US" altLang="fr-FR">
                <a:latin typeface="Calibri" panose="020F0502020204030204" pitchFamily="34" charset="0"/>
                <a:ea typeface="MS PGothic" panose="020B0600070205080204" pitchFamily="34" charset="-128"/>
              </a:rPr>
              <a:pPr/>
              <a:t>31</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7527043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Slide Image Placeholder 1">
            <a:extLst>
              <a:ext uri="{FF2B5EF4-FFF2-40B4-BE49-F238E27FC236}">
                <a16:creationId xmlns:a16="http://schemas.microsoft.com/office/drawing/2014/main" xmlns="" id="{D4E31A37-A280-44D7-86BE-7E2B09F8FD1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5587" name="Notes Placeholder 2">
            <a:extLst>
              <a:ext uri="{FF2B5EF4-FFF2-40B4-BE49-F238E27FC236}">
                <a16:creationId xmlns:a16="http://schemas.microsoft.com/office/drawing/2014/main" xmlns="" id="{50621B1D-2118-411A-ABD3-4325A097844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sz="3000">
                <a:solidFill>
                  <a:srgbClr val="FFFFFF"/>
                </a:solidFill>
                <a:latin typeface="Humanst521 BT" charset="0"/>
              </a:rPr>
              <a:t>How much exercise am I currently getting per week? </a:t>
            </a:r>
            <a:endParaRPr lang="en-US" altLang="fr-FR"/>
          </a:p>
        </p:txBody>
      </p:sp>
      <p:sp>
        <p:nvSpPr>
          <p:cNvPr id="195588" name="Slide Number Placeholder 3">
            <a:extLst>
              <a:ext uri="{FF2B5EF4-FFF2-40B4-BE49-F238E27FC236}">
                <a16:creationId xmlns:a16="http://schemas.microsoft.com/office/drawing/2014/main" xmlns="" id="{02F8E335-F20C-4FC2-AE5A-87A08FE1FC9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F63D1319-0442-4D4F-B25C-0EC6B2CD6B59}" type="slidenum">
              <a:rPr lang="en-US" altLang="fr-FR">
                <a:latin typeface="Calibri" panose="020F0502020204030204" pitchFamily="34" charset="0"/>
                <a:ea typeface="MS PGothic" panose="020B0600070205080204" pitchFamily="34" charset="-128"/>
              </a:rPr>
              <a:pPr/>
              <a:t>32</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8726668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Slide Image Placeholder 1">
            <a:extLst>
              <a:ext uri="{FF2B5EF4-FFF2-40B4-BE49-F238E27FC236}">
                <a16:creationId xmlns:a16="http://schemas.microsoft.com/office/drawing/2014/main" xmlns="" id="{58320887-145C-4645-A549-341F141E27A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7635" name="Notes Placeholder 2">
            <a:extLst>
              <a:ext uri="{FF2B5EF4-FFF2-40B4-BE49-F238E27FC236}">
                <a16:creationId xmlns:a16="http://schemas.microsoft.com/office/drawing/2014/main" xmlns="" id="{5B3B4036-4196-4222-9991-A6F73E69570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sz="3000">
                <a:solidFill>
                  <a:srgbClr val="FFFFFF"/>
                </a:solidFill>
                <a:latin typeface="Humanst521 BT" charset="0"/>
              </a:rPr>
              <a:t>What level of exercise am I achieving? </a:t>
            </a:r>
            <a:endParaRPr lang="en-US" altLang="fr-FR"/>
          </a:p>
        </p:txBody>
      </p:sp>
      <p:sp>
        <p:nvSpPr>
          <p:cNvPr id="197636" name="Slide Number Placeholder 3">
            <a:extLst>
              <a:ext uri="{FF2B5EF4-FFF2-40B4-BE49-F238E27FC236}">
                <a16:creationId xmlns:a16="http://schemas.microsoft.com/office/drawing/2014/main" xmlns="" id="{C82E13E6-ED7E-4EAA-AF0A-8EA5507ED87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445E1CD1-5B3E-4E8C-B7B9-83AF30D47647}" type="slidenum">
              <a:rPr lang="en-US" altLang="fr-FR">
                <a:latin typeface="Calibri" panose="020F0502020204030204" pitchFamily="34" charset="0"/>
                <a:ea typeface="MS PGothic" panose="020B0600070205080204" pitchFamily="34" charset="-128"/>
              </a:rPr>
              <a:pPr/>
              <a:t>33</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6123531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Slide Image Placeholder 1">
            <a:extLst>
              <a:ext uri="{FF2B5EF4-FFF2-40B4-BE49-F238E27FC236}">
                <a16:creationId xmlns:a16="http://schemas.microsoft.com/office/drawing/2014/main" xmlns="" id="{205B0436-2FDB-45AE-9362-7282F17FE31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9683" name="Notes Placeholder 2">
            <a:extLst>
              <a:ext uri="{FF2B5EF4-FFF2-40B4-BE49-F238E27FC236}">
                <a16:creationId xmlns:a16="http://schemas.microsoft.com/office/drawing/2014/main" xmlns="" id="{4E13C0B0-DD70-4CAE-BF91-E0F3725282C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sz="3000">
                <a:solidFill>
                  <a:srgbClr val="FFFFFF"/>
                </a:solidFill>
                <a:latin typeface="Humanst521 BT" charset="0"/>
              </a:rPr>
              <a:t>Do I need to choose to exercise for longer periods each day, or can I increase the level of activity?</a:t>
            </a:r>
            <a:endParaRPr lang="en-US" altLang="fr-FR"/>
          </a:p>
        </p:txBody>
      </p:sp>
      <p:sp>
        <p:nvSpPr>
          <p:cNvPr id="199684" name="Slide Number Placeholder 3">
            <a:extLst>
              <a:ext uri="{FF2B5EF4-FFF2-40B4-BE49-F238E27FC236}">
                <a16:creationId xmlns:a16="http://schemas.microsoft.com/office/drawing/2014/main" xmlns="" id="{DE493F4B-D238-44AF-B78E-BC252DFD313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C8E93638-5CCC-4BDB-8648-32CC31059457}" type="slidenum">
              <a:rPr lang="en-US" altLang="fr-FR">
                <a:latin typeface="Calibri" panose="020F0502020204030204" pitchFamily="34" charset="0"/>
                <a:ea typeface="MS PGothic" panose="020B0600070205080204" pitchFamily="34" charset="-128"/>
              </a:rPr>
              <a:pPr/>
              <a:t>34</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1869949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Slide Image Placeholder 1">
            <a:extLst>
              <a:ext uri="{FF2B5EF4-FFF2-40B4-BE49-F238E27FC236}">
                <a16:creationId xmlns:a16="http://schemas.microsoft.com/office/drawing/2014/main" xmlns="" id="{6972F1A8-EEB6-423E-B121-D523319899B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1731" name="Notes Placeholder 2">
            <a:extLst>
              <a:ext uri="{FF2B5EF4-FFF2-40B4-BE49-F238E27FC236}">
                <a16:creationId xmlns:a16="http://schemas.microsoft.com/office/drawing/2014/main" xmlns="" id="{CEB671FB-5AE8-4FE3-A813-04CF740DC7C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sz="3000">
                <a:solidFill>
                  <a:srgbClr val="FFFFFF"/>
                </a:solidFill>
                <a:latin typeface="Humanst521 BT" charset="0"/>
              </a:rPr>
              <a:t>What activity can I do along with exercises such as walking to maximize my use of time? </a:t>
            </a:r>
            <a:endParaRPr lang="en-US" altLang="fr-FR"/>
          </a:p>
        </p:txBody>
      </p:sp>
      <p:sp>
        <p:nvSpPr>
          <p:cNvPr id="201732" name="Slide Number Placeholder 3">
            <a:extLst>
              <a:ext uri="{FF2B5EF4-FFF2-40B4-BE49-F238E27FC236}">
                <a16:creationId xmlns:a16="http://schemas.microsoft.com/office/drawing/2014/main" xmlns="" id="{ABB5E574-C1AF-4A95-B8F6-9A01F39F096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548C95E2-7020-46FF-B801-9A1286EEFC01}" type="slidenum">
              <a:rPr lang="en-US" altLang="fr-FR">
                <a:latin typeface="Calibri" panose="020F0502020204030204" pitchFamily="34" charset="0"/>
                <a:ea typeface="MS PGothic" panose="020B0600070205080204" pitchFamily="34" charset="-128"/>
              </a:rPr>
              <a:pPr/>
              <a:t>35</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45009935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Slide Image Placeholder 1">
            <a:extLst>
              <a:ext uri="{FF2B5EF4-FFF2-40B4-BE49-F238E27FC236}">
                <a16:creationId xmlns:a16="http://schemas.microsoft.com/office/drawing/2014/main" xmlns="" id="{3CC97FAD-DFEF-4E33-95B3-02A4F9A8D77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3779" name="Notes Placeholder 2">
            <a:extLst>
              <a:ext uri="{FF2B5EF4-FFF2-40B4-BE49-F238E27FC236}">
                <a16:creationId xmlns:a16="http://schemas.microsoft.com/office/drawing/2014/main" xmlns="" id="{B7D1A78E-3F8E-44A1-AB02-73EDE228836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sz="3000">
                <a:solidFill>
                  <a:srgbClr val="FFFFFF"/>
                </a:solidFill>
                <a:latin typeface="Humanst521 BT" charset="0"/>
              </a:rPr>
              <a:t>Should I use the time for personal growth, possibly spiritual, by listening to an audio version of the Bible or devotional books? </a:t>
            </a:r>
            <a:endParaRPr lang="en-US" altLang="fr-FR"/>
          </a:p>
        </p:txBody>
      </p:sp>
      <p:sp>
        <p:nvSpPr>
          <p:cNvPr id="203780" name="Slide Number Placeholder 3">
            <a:extLst>
              <a:ext uri="{FF2B5EF4-FFF2-40B4-BE49-F238E27FC236}">
                <a16:creationId xmlns:a16="http://schemas.microsoft.com/office/drawing/2014/main" xmlns="" id="{F8C13026-8B3F-4CBB-8F1A-FB048164ED0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19839483-C867-4B8D-9152-F794DD8154EC}" type="slidenum">
              <a:rPr lang="en-US" altLang="fr-FR">
                <a:latin typeface="Calibri" panose="020F0502020204030204" pitchFamily="34" charset="0"/>
                <a:ea typeface="MS PGothic" panose="020B0600070205080204" pitchFamily="34" charset="-128"/>
              </a:rPr>
              <a:pPr/>
              <a:t>36</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3696784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Slide Image Placeholder 1">
            <a:extLst>
              <a:ext uri="{FF2B5EF4-FFF2-40B4-BE49-F238E27FC236}">
                <a16:creationId xmlns:a16="http://schemas.microsoft.com/office/drawing/2014/main" xmlns="" id="{347E1D36-6D53-4602-8498-9431977FF20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5827" name="Notes Placeholder 2">
            <a:extLst>
              <a:ext uri="{FF2B5EF4-FFF2-40B4-BE49-F238E27FC236}">
                <a16:creationId xmlns:a16="http://schemas.microsoft.com/office/drawing/2014/main" xmlns="" id="{76C3D1C9-FC29-4BD4-A8AD-F18B989D29B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20000"/>
              </a:spcBef>
            </a:pPr>
            <a:r>
              <a:rPr lang="en-US" altLang="fr-FR" sz="3000">
                <a:solidFill>
                  <a:srgbClr val="FFFFFF"/>
                </a:solidFill>
                <a:latin typeface="Humanst521 BT" charset="0"/>
              </a:rPr>
              <a:t>What benefits would come from exercising with friends? </a:t>
            </a:r>
            <a:endParaRPr lang="en-US" altLang="fr-FR"/>
          </a:p>
        </p:txBody>
      </p:sp>
      <p:sp>
        <p:nvSpPr>
          <p:cNvPr id="205828" name="Slide Number Placeholder 3">
            <a:extLst>
              <a:ext uri="{FF2B5EF4-FFF2-40B4-BE49-F238E27FC236}">
                <a16:creationId xmlns:a16="http://schemas.microsoft.com/office/drawing/2014/main" xmlns="" id="{8909FA1E-1E74-4B48-80B8-BEDD3DB59A8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3E74C1F9-3BCB-4ABC-BF4B-2234BB6130A3}" type="slidenum">
              <a:rPr lang="en-US" altLang="fr-FR">
                <a:latin typeface="Calibri" panose="020F0502020204030204" pitchFamily="34" charset="0"/>
                <a:ea typeface="MS PGothic" panose="020B0600070205080204" pitchFamily="34" charset="-128"/>
              </a:rPr>
              <a:pPr/>
              <a:t>37</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9295881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Slide Image Placeholder 1">
            <a:extLst>
              <a:ext uri="{FF2B5EF4-FFF2-40B4-BE49-F238E27FC236}">
                <a16:creationId xmlns:a16="http://schemas.microsoft.com/office/drawing/2014/main" xmlns="" id="{3DD240D7-93BF-4C46-ACF6-3D3D11DD1DF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7875" name="Notes Placeholder 2">
            <a:extLst>
              <a:ext uri="{FF2B5EF4-FFF2-40B4-BE49-F238E27FC236}">
                <a16:creationId xmlns:a16="http://schemas.microsoft.com/office/drawing/2014/main" xmlns="" id="{A17A82D0-F807-465F-8993-9DE23594E42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20000"/>
              </a:spcBef>
            </a:pPr>
            <a:r>
              <a:rPr lang="en-US" altLang="fr-FR" sz="3000">
                <a:solidFill>
                  <a:srgbClr val="FFFFFF"/>
                </a:solidFill>
                <a:latin typeface="Humanst521 BT" charset="0"/>
              </a:rPr>
              <a:t>Would I be able to maintain some long-distance relationships by talking on the phone while doing moderate-intensity aerobic exercise?</a:t>
            </a:r>
          </a:p>
          <a:p>
            <a:pPr eaLnBrk="1" hangingPunct="1">
              <a:spcBef>
                <a:spcPct val="0"/>
              </a:spcBef>
            </a:pPr>
            <a:endParaRPr lang="en-US" altLang="fr-FR"/>
          </a:p>
        </p:txBody>
      </p:sp>
      <p:sp>
        <p:nvSpPr>
          <p:cNvPr id="207876" name="Slide Number Placeholder 3">
            <a:extLst>
              <a:ext uri="{FF2B5EF4-FFF2-40B4-BE49-F238E27FC236}">
                <a16:creationId xmlns:a16="http://schemas.microsoft.com/office/drawing/2014/main" xmlns="" id="{3BEC4AEF-6DF4-40D5-8A22-8DE241E8B21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4FE4A34E-905C-4622-8C81-06C66BF6C218}" type="slidenum">
              <a:rPr lang="en-US" altLang="fr-FR">
                <a:latin typeface="Calibri" panose="020F0502020204030204" pitchFamily="34" charset="0"/>
                <a:ea typeface="MS PGothic" panose="020B0600070205080204" pitchFamily="34" charset="-128"/>
              </a:rPr>
              <a:pPr/>
              <a:t>38</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840096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Slide Image Placeholder 1">
            <a:extLst>
              <a:ext uri="{FF2B5EF4-FFF2-40B4-BE49-F238E27FC236}">
                <a16:creationId xmlns:a16="http://schemas.microsoft.com/office/drawing/2014/main" xmlns="" id="{F5382796-3AEB-4BFD-B4AC-6767568CDCE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9923" name="Notes Placeholder 2">
            <a:extLst>
              <a:ext uri="{FF2B5EF4-FFF2-40B4-BE49-F238E27FC236}">
                <a16:creationId xmlns:a16="http://schemas.microsoft.com/office/drawing/2014/main" xmlns="" id="{66834239-B604-43CD-B4E8-84E67EDB640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sz="3200">
                <a:solidFill>
                  <a:srgbClr val="FFFFFF"/>
                </a:solidFill>
                <a:latin typeface="Humanst521 BT" charset="0"/>
              </a:rPr>
              <a:t>How can I become better motivated to exercise regularly? </a:t>
            </a:r>
            <a:endParaRPr lang="en-US" altLang="fr-FR"/>
          </a:p>
        </p:txBody>
      </p:sp>
      <p:sp>
        <p:nvSpPr>
          <p:cNvPr id="209924" name="Slide Number Placeholder 3">
            <a:extLst>
              <a:ext uri="{FF2B5EF4-FFF2-40B4-BE49-F238E27FC236}">
                <a16:creationId xmlns:a16="http://schemas.microsoft.com/office/drawing/2014/main" xmlns="" id="{EE4BB2A0-1394-4571-AB62-0841E16DF8F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F527431C-56A5-41E8-B70D-E52235B9BEAE}" type="slidenum">
              <a:rPr lang="en-US" altLang="fr-FR">
                <a:latin typeface="Calibri" panose="020F0502020204030204" pitchFamily="34" charset="0"/>
                <a:ea typeface="MS PGothic" panose="020B0600070205080204" pitchFamily="34" charset="-128"/>
              </a:rPr>
              <a:pPr/>
              <a:t>39</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21389829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Slide Image Placeholder 1">
            <a:extLst>
              <a:ext uri="{FF2B5EF4-FFF2-40B4-BE49-F238E27FC236}">
                <a16:creationId xmlns:a16="http://schemas.microsoft.com/office/drawing/2014/main" xmlns="" id="{3CDA5C04-0509-4DB7-80D8-72EEAE9B74D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1971" name="Notes Placeholder 2">
            <a:extLst>
              <a:ext uri="{FF2B5EF4-FFF2-40B4-BE49-F238E27FC236}">
                <a16:creationId xmlns:a16="http://schemas.microsoft.com/office/drawing/2014/main" xmlns="" id="{DDD7E5B6-3C92-4AAE-A657-ED985031E55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sz="3200">
                <a:solidFill>
                  <a:srgbClr val="FFFFFF"/>
                </a:solidFill>
                <a:latin typeface="Humanst521 BT" charset="0"/>
              </a:rPr>
              <a:t>What types of exercise achieve flexibility, cardiovascular fitness, and improved bone health? </a:t>
            </a:r>
            <a:endParaRPr lang="en-US" altLang="fr-FR"/>
          </a:p>
        </p:txBody>
      </p:sp>
      <p:sp>
        <p:nvSpPr>
          <p:cNvPr id="211972" name="Slide Number Placeholder 3">
            <a:extLst>
              <a:ext uri="{FF2B5EF4-FFF2-40B4-BE49-F238E27FC236}">
                <a16:creationId xmlns:a16="http://schemas.microsoft.com/office/drawing/2014/main" xmlns="" id="{446D53C0-53F1-4CD9-B3AD-5D7DFED4A68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798995CC-DD7C-4265-A37E-01937E7D6B0F}" type="slidenum">
              <a:rPr lang="en-US" altLang="fr-FR">
                <a:latin typeface="Calibri" panose="020F0502020204030204" pitchFamily="34" charset="0"/>
                <a:ea typeface="MS PGothic" panose="020B0600070205080204" pitchFamily="34" charset="-128"/>
              </a:rPr>
              <a:pPr/>
              <a:t>40</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78109882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Slide Image Placeholder 1">
            <a:extLst>
              <a:ext uri="{FF2B5EF4-FFF2-40B4-BE49-F238E27FC236}">
                <a16:creationId xmlns:a16="http://schemas.microsoft.com/office/drawing/2014/main" xmlns="" id="{7F9DF546-833A-49BF-BAB1-5D06EE8B987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4019" name="Notes Placeholder 2">
            <a:extLst>
              <a:ext uri="{FF2B5EF4-FFF2-40B4-BE49-F238E27FC236}">
                <a16:creationId xmlns:a16="http://schemas.microsoft.com/office/drawing/2014/main" xmlns="" id="{A98FAA23-637C-4515-A84F-1296DCA0F21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Which of the three types will I start today? </a:t>
            </a:r>
          </a:p>
          <a:p>
            <a:pPr eaLnBrk="1" hangingPunct="1">
              <a:spcBef>
                <a:spcPct val="0"/>
              </a:spcBef>
            </a:pPr>
            <a:r>
              <a:rPr lang="en-US" altLang="fr-FR"/>
              <a:t>When will I include the next type of exercise?</a:t>
            </a:r>
          </a:p>
          <a:p>
            <a:pPr eaLnBrk="1" hangingPunct="1">
              <a:spcBef>
                <a:spcPct val="0"/>
              </a:spcBef>
            </a:pPr>
            <a:endParaRPr lang="en-US" altLang="fr-FR"/>
          </a:p>
          <a:p>
            <a:pPr eaLnBrk="1" hangingPunct="1">
              <a:spcBef>
                <a:spcPct val="0"/>
              </a:spcBef>
            </a:pPr>
            <a:endParaRPr lang="en-US" altLang="fr-FR"/>
          </a:p>
        </p:txBody>
      </p:sp>
      <p:sp>
        <p:nvSpPr>
          <p:cNvPr id="214020" name="Slide Number Placeholder 3">
            <a:extLst>
              <a:ext uri="{FF2B5EF4-FFF2-40B4-BE49-F238E27FC236}">
                <a16:creationId xmlns:a16="http://schemas.microsoft.com/office/drawing/2014/main" xmlns="" id="{B7FBBEFF-B21D-4EA0-B461-7907A475C2B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1A2DB634-F9A3-4B41-9072-64B879FADB03}" type="slidenum">
              <a:rPr lang="en-US" altLang="fr-FR">
                <a:latin typeface="Calibri" panose="020F0502020204030204" pitchFamily="34" charset="0"/>
                <a:ea typeface="MS PGothic" panose="020B0600070205080204" pitchFamily="34" charset="-128"/>
              </a:rPr>
              <a:pPr/>
              <a:t>41</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98732328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Slide Image Placeholder 1">
            <a:extLst>
              <a:ext uri="{FF2B5EF4-FFF2-40B4-BE49-F238E27FC236}">
                <a16:creationId xmlns:a16="http://schemas.microsoft.com/office/drawing/2014/main" xmlns="" id="{AB4BA399-9335-4727-B659-F6F49EE9EE7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6067" name="Notes Placeholder 2">
            <a:extLst>
              <a:ext uri="{FF2B5EF4-FFF2-40B4-BE49-F238E27FC236}">
                <a16:creationId xmlns:a16="http://schemas.microsoft.com/office/drawing/2014/main" xmlns="" id="{FF67FD2B-C912-4D33-A497-7F947756FA7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20000"/>
              </a:spcBef>
            </a:pPr>
            <a:r>
              <a:rPr lang="en-US" altLang="fr-FR" sz="3200">
                <a:solidFill>
                  <a:srgbClr val="FFFFFF"/>
                </a:solidFill>
                <a:latin typeface="Humanst521 BT" charset="0"/>
              </a:rPr>
              <a:t>The children of Margaret</a:t>
            </a:r>
            <a:r>
              <a:rPr lang="en-US" altLang="en-US" sz="3200">
                <a:solidFill>
                  <a:srgbClr val="FFFFFF"/>
                </a:solidFill>
                <a:latin typeface="Humanst521 BT" charset="0"/>
              </a:rPr>
              <a:t>’</a:t>
            </a:r>
            <a:r>
              <a:rPr lang="en-US" altLang="fr-FR" sz="3200">
                <a:solidFill>
                  <a:srgbClr val="FFFFFF"/>
                </a:solidFill>
                <a:latin typeface="Humanst521 BT" charset="0"/>
              </a:rPr>
              <a:t>s neighbor have a problem with their weight, and Margaret is worried that they are at risk for diabetes. She wants to give them a gift at Christmas. </a:t>
            </a:r>
            <a:endParaRPr lang="en-US" altLang="fr-FR"/>
          </a:p>
        </p:txBody>
      </p:sp>
      <p:sp>
        <p:nvSpPr>
          <p:cNvPr id="216068" name="Slide Number Placeholder 3">
            <a:extLst>
              <a:ext uri="{FF2B5EF4-FFF2-40B4-BE49-F238E27FC236}">
                <a16:creationId xmlns:a16="http://schemas.microsoft.com/office/drawing/2014/main" xmlns="" id="{0F393DD4-9C43-4E73-8C20-502E7945962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A3E1404B-A2BB-4967-9DA9-59F8420A6D2D}" type="slidenum">
              <a:rPr lang="en-US" altLang="fr-FR">
                <a:latin typeface="Calibri" panose="020F0502020204030204" pitchFamily="34" charset="0"/>
                <a:ea typeface="MS PGothic" panose="020B0600070205080204" pitchFamily="34" charset="-128"/>
              </a:rPr>
              <a:pPr/>
              <a:t>42</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21321317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Slide Image Placeholder 1">
            <a:extLst>
              <a:ext uri="{FF2B5EF4-FFF2-40B4-BE49-F238E27FC236}">
                <a16:creationId xmlns:a16="http://schemas.microsoft.com/office/drawing/2014/main" xmlns="" id="{AFFC4CF9-C8C4-41B2-AA20-5860A4D04D5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8115" name="Notes Placeholder 2">
            <a:extLst>
              <a:ext uri="{FF2B5EF4-FFF2-40B4-BE49-F238E27FC236}">
                <a16:creationId xmlns:a16="http://schemas.microsoft.com/office/drawing/2014/main" xmlns="" id="{D37342FA-1197-4F76-B5D9-B3E6ACDF31D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solidFill>
                  <a:srgbClr val="FFFFFF"/>
                </a:solidFill>
                <a:latin typeface="Humanst521 BT" charset="0"/>
              </a:rPr>
              <a:t>What should she get that would make exercise fun for them?</a:t>
            </a:r>
          </a:p>
          <a:p>
            <a:pPr eaLnBrk="1" hangingPunct="1">
              <a:spcBef>
                <a:spcPct val="0"/>
              </a:spcBef>
            </a:pPr>
            <a:endParaRPr lang="en-US" altLang="fr-FR"/>
          </a:p>
        </p:txBody>
      </p:sp>
      <p:sp>
        <p:nvSpPr>
          <p:cNvPr id="218116" name="Slide Number Placeholder 3">
            <a:extLst>
              <a:ext uri="{FF2B5EF4-FFF2-40B4-BE49-F238E27FC236}">
                <a16:creationId xmlns:a16="http://schemas.microsoft.com/office/drawing/2014/main" xmlns="" id="{6587EBA3-84DE-4C69-9C25-BD30D128D8E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2ED14FDF-D3C2-4F5B-9E0A-01E57FF6D753}" type="slidenum">
              <a:rPr lang="en-US" altLang="fr-FR">
                <a:latin typeface="Calibri" panose="020F0502020204030204" pitchFamily="34" charset="0"/>
                <a:ea typeface="MS PGothic" panose="020B0600070205080204" pitchFamily="34" charset="-128"/>
              </a:rPr>
              <a:pPr/>
              <a:t>43</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56827535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Slide Image Placeholder 1">
            <a:extLst>
              <a:ext uri="{FF2B5EF4-FFF2-40B4-BE49-F238E27FC236}">
                <a16:creationId xmlns:a16="http://schemas.microsoft.com/office/drawing/2014/main" xmlns="" id="{DD3F4733-86A7-49E4-918B-42C65EC6577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0163" name="Notes Placeholder 2">
            <a:extLst>
              <a:ext uri="{FF2B5EF4-FFF2-40B4-BE49-F238E27FC236}">
                <a16:creationId xmlns:a16="http://schemas.microsoft.com/office/drawing/2014/main" xmlns="" id="{90025E05-D863-4805-A7B3-65567BA6005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solidFill>
                  <a:srgbClr val="FFFFFF"/>
                </a:solidFill>
              </a:rPr>
              <a:t>Do I have a spouse who needs to be encouraged to exercise? </a:t>
            </a:r>
          </a:p>
          <a:p>
            <a:pPr eaLnBrk="1" hangingPunct="1">
              <a:spcBef>
                <a:spcPct val="0"/>
              </a:spcBef>
            </a:pPr>
            <a:r>
              <a:rPr lang="en-US" altLang="fr-FR">
                <a:solidFill>
                  <a:srgbClr val="FFFFFF"/>
                </a:solidFill>
              </a:rPr>
              <a:t>Can we make time to walk together, thereby adding more bonding time to our marriage as well?</a:t>
            </a:r>
          </a:p>
          <a:p>
            <a:pPr eaLnBrk="1" hangingPunct="1">
              <a:spcBef>
                <a:spcPct val="0"/>
              </a:spcBef>
            </a:pPr>
            <a:endParaRPr lang="en-US" altLang="fr-FR"/>
          </a:p>
        </p:txBody>
      </p:sp>
      <p:sp>
        <p:nvSpPr>
          <p:cNvPr id="220164" name="Slide Number Placeholder 3">
            <a:extLst>
              <a:ext uri="{FF2B5EF4-FFF2-40B4-BE49-F238E27FC236}">
                <a16:creationId xmlns:a16="http://schemas.microsoft.com/office/drawing/2014/main" xmlns="" id="{40ED93AB-4595-4D80-A2A3-FA58BA1BA8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C7180B64-FE0D-474D-B60E-F727776F1CE2}" type="slidenum">
              <a:rPr lang="en-US" altLang="fr-FR">
                <a:latin typeface="Calibri" panose="020F0502020204030204" pitchFamily="34" charset="0"/>
                <a:ea typeface="MS PGothic" panose="020B0600070205080204" pitchFamily="34" charset="-128"/>
              </a:rPr>
              <a:pPr/>
              <a:t>44</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39949324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Slide Image Placeholder 1">
            <a:extLst>
              <a:ext uri="{FF2B5EF4-FFF2-40B4-BE49-F238E27FC236}">
                <a16:creationId xmlns:a16="http://schemas.microsoft.com/office/drawing/2014/main" xmlns="" id="{ADB2C35F-E5F4-41BE-97B1-A439ED241B4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2211" name="Notes Placeholder 2">
            <a:extLst>
              <a:ext uri="{FF2B5EF4-FFF2-40B4-BE49-F238E27FC236}">
                <a16:creationId xmlns:a16="http://schemas.microsoft.com/office/drawing/2014/main" xmlns="" id="{00308D90-2B83-4B05-AD05-6299A019B01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20000"/>
              </a:spcBef>
            </a:pPr>
            <a:r>
              <a:rPr lang="en-US" altLang="fr-FR" sz="3200">
                <a:solidFill>
                  <a:srgbClr val="FFFFFF"/>
                </a:solidFill>
                <a:latin typeface="Humanst521 BT" charset="0"/>
              </a:rPr>
              <a:t>What is the best clothing and shoes for exercise activities? What will keep me safe in a busy city, at night, or during winter? </a:t>
            </a:r>
          </a:p>
          <a:p>
            <a:pPr eaLnBrk="1" hangingPunct="1">
              <a:spcBef>
                <a:spcPct val="0"/>
              </a:spcBef>
            </a:pPr>
            <a:endParaRPr lang="en-US" altLang="fr-FR"/>
          </a:p>
        </p:txBody>
      </p:sp>
      <p:sp>
        <p:nvSpPr>
          <p:cNvPr id="222212" name="Slide Number Placeholder 3">
            <a:extLst>
              <a:ext uri="{FF2B5EF4-FFF2-40B4-BE49-F238E27FC236}">
                <a16:creationId xmlns:a16="http://schemas.microsoft.com/office/drawing/2014/main" xmlns="" id="{75EA0C90-6C17-44DC-A9AB-4D101E63CCC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1402CBB2-3621-4536-811F-5CA32BAF00BA}" type="slidenum">
              <a:rPr lang="en-US" altLang="fr-FR">
                <a:latin typeface="Calibri" panose="020F0502020204030204" pitchFamily="34" charset="0"/>
                <a:ea typeface="MS PGothic" panose="020B0600070205080204" pitchFamily="34" charset="-128"/>
              </a:rPr>
              <a:pPr/>
              <a:t>45</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56702218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Slide Image Placeholder 1">
            <a:extLst>
              <a:ext uri="{FF2B5EF4-FFF2-40B4-BE49-F238E27FC236}">
                <a16:creationId xmlns:a16="http://schemas.microsoft.com/office/drawing/2014/main" xmlns="" id="{8EEDE2CF-F72B-4256-B2BD-18C87AAF509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4259" name="Notes Placeholder 2">
            <a:extLst>
              <a:ext uri="{FF2B5EF4-FFF2-40B4-BE49-F238E27FC236}">
                <a16:creationId xmlns:a16="http://schemas.microsoft.com/office/drawing/2014/main" xmlns="" id="{B7D22F25-1C6F-43B4-B0BD-07096F19D04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20000"/>
              </a:spcBef>
            </a:pPr>
            <a:r>
              <a:rPr lang="en-US" altLang="fr-FR" sz="3200">
                <a:solidFill>
                  <a:srgbClr val="FFFFFF"/>
                </a:solidFill>
                <a:latin typeface="Humanst521 BT" charset="0"/>
              </a:rPr>
              <a:t>I sometimes find it hard to choose to exercise on a daily basis. How can I obtain spiritual strength to make this a priority in my life?</a:t>
            </a:r>
          </a:p>
          <a:p>
            <a:pPr eaLnBrk="1" hangingPunct="1">
              <a:spcBef>
                <a:spcPct val="0"/>
              </a:spcBef>
            </a:pPr>
            <a:endParaRPr lang="en-US" altLang="fr-FR"/>
          </a:p>
        </p:txBody>
      </p:sp>
      <p:sp>
        <p:nvSpPr>
          <p:cNvPr id="224260" name="Slide Number Placeholder 3">
            <a:extLst>
              <a:ext uri="{FF2B5EF4-FFF2-40B4-BE49-F238E27FC236}">
                <a16:creationId xmlns:a16="http://schemas.microsoft.com/office/drawing/2014/main" xmlns="" id="{92B22AE4-742F-40AF-8AF9-C780F5A0AC3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4B3E87CE-459F-4222-8BAC-C2EAB1231946}" type="slidenum">
              <a:rPr lang="en-US" altLang="fr-FR">
                <a:latin typeface="Calibri" panose="020F0502020204030204" pitchFamily="34" charset="0"/>
                <a:ea typeface="MS PGothic" panose="020B0600070205080204" pitchFamily="34" charset="-128"/>
              </a:rPr>
              <a:pPr/>
              <a:t>46</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81757276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Slide Image Placeholder 1">
            <a:extLst>
              <a:ext uri="{FF2B5EF4-FFF2-40B4-BE49-F238E27FC236}">
                <a16:creationId xmlns:a16="http://schemas.microsoft.com/office/drawing/2014/main" xmlns="" id="{110E240E-4565-4A3E-8C50-9DE50689684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6307" name="Notes Placeholder 2">
            <a:extLst>
              <a:ext uri="{FF2B5EF4-FFF2-40B4-BE49-F238E27FC236}">
                <a16:creationId xmlns:a16="http://schemas.microsoft.com/office/drawing/2014/main" xmlns="" id="{EF07FA33-6401-4BFD-9895-3EFD403A12B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solidFill>
                  <a:srgbClr val="000000"/>
                </a:solidFill>
              </a:rPr>
              <a:t>Li Ming was a retired woman who enjoyed working in her garden. Even the unusual heat wave that hit her region one summer didn</a:t>
            </a:r>
            <a:r>
              <a:rPr lang="en-US" altLang="en-US">
                <a:solidFill>
                  <a:srgbClr val="000000"/>
                </a:solidFill>
              </a:rPr>
              <a:t>’</a:t>
            </a:r>
            <a:r>
              <a:rPr lang="en-US" altLang="fr-FR">
                <a:solidFill>
                  <a:srgbClr val="000000"/>
                </a:solidFill>
              </a:rPr>
              <a:t>t deter her from tending her flowers and other plants. The temperature rose above 100 degrees Fahrenheit, and the humidity teetered at 90 percent. On the third day of these record-breaking temperatures, Li Ming called her daughter, Kim, but Li Ming sounded confused on the phone. Kim became alarmed and rushed to Li Ming</a:t>
            </a:r>
            <a:r>
              <a:rPr lang="en-US" altLang="en-US">
                <a:solidFill>
                  <a:srgbClr val="000000"/>
                </a:solidFill>
              </a:rPr>
              <a:t>’</a:t>
            </a:r>
            <a:r>
              <a:rPr lang="en-US" altLang="fr-FR">
                <a:solidFill>
                  <a:srgbClr val="000000"/>
                </a:solidFill>
              </a:rPr>
              <a:t>s house, where she found her mother lying on the kitchen floor, unconscious. Apparently, Li Ming</a:t>
            </a:r>
            <a:r>
              <a:rPr lang="en-US" altLang="en-US">
                <a:solidFill>
                  <a:srgbClr val="000000"/>
                </a:solidFill>
              </a:rPr>
              <a:t>’</a:t>
            </a:r>
            <a:r>
              <a:rPr lang="en-US" altLang="fr-FR">
                <a:solidFill>
                  <a:srgbClr val="000000"/>
                </a:solidFill>
              </a:rPr>
              <a:t>s large fan wasn</a:t>
            </a:r>
            <a:r>
              <a:rPr lang="en-US" altLang="en-US">
                <a:solidFill>
                  <a:srgbClr val="000000"/>
                </a:solidFill>
              </a:rPr>
              <a:t>’</a:t>
            </a:r>
            <a:r>
              <a:rPr lang="en-US" altLang="fr-FR">
                <a:solidFill>
                  <a:srgbClr val="000000"/>
                </a:solidFill>
              </a:rPr>
              <a:t>t enough to fight the effects of the heat and humidity, and she suffered heat stroke—which can be life threatening.¹ </a:t>
            </a:r>
          </a:p>
          <a:p>
            <a:pPr eaLnBrk="1" hangingPunct="1">
              <a:spcBef>
                <a:spcPct val="0"/>
              </a:spcBef>
            </a:pPr>
            <a:endParaRPr lang="en-US" altLang="fr-FR"/>
          </a:p>
        </p:txBody>
      </p:sp>
      <p:sp>
        <p:nvSpPr>
          <p:cNvPr id="226308" name="Slide Number Placeholder 3">
            <a:extLst>
              <a:ext uri="{FF2B5EF4-FFF2-40B4-BE49-F238E27FC236}">
                <a16:creationId xmlns:a16="http://schemas.microsoft.com/office/drawing/2014/main" xmlns="" id="{F517CC95-CECD-4D8A-B3DC-4ED49112683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63B6DAE3-81E9-4B3D-94A5-5763965EF241}" type="slidenum">
              <a:rPr lang="en-US" altLang="fr-FR">
                <a:latin typeface="Calibri" panose="020F0502020204030204" pitchFamily="34" charset="0"/>
                <a:ea typeface="MS PGothic" panose="020B0600070205080204" pitchFamily="34" charset="-128"/>
              </a:rPr>
              <a:pPr/>
              <a:t>47</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49339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7CE86D70-0B89-47F7-BB7C-C88D4F6C43FE}"/>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BE"/>
          </a:p>
        </p:txBody>
      </p:sp>
      <p:sp>
        <p:nvSpPr>
          <p:cNvPr id="3" name="Sous-titre 2">
            <a:extLst>
              <a:ext uri="{FF2B5EF4-FFF2-40B4-BE49-F238E27FC236}">
                <a16:creationId xmlns:a16="http://schemas.microsoft.com/office/drawing/2014/main" xmlns="" id="{4FEBB8B7-164E-4C24-B4AE-F67E937B07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BE"/>
          </a:p>
        </p:txBody>
      </p:sp>
      <p:sp>
        <p:nvSpPr>
          <p:cNvPr id="4" name="Espace réservé de la date 3">
            <a:extLst>
              <a:ext uri="{FF2B5EF4-FFF2-40B4-BE49-F238E27FC236}">
                <a16:creationId xmlns:a16="http://schemas.microsoft.com/office/drawing/2014/main" xmlns="" id="{FAA1824E-AE8E-42F6-A92A-3E970F3BB2D5}"/>
              </a:ext>
            </a:extLst>
          </p:cNvPr>
          <p:cNvSpPr>
            <a:spLocks noGrp="1"/>
          </p:cNvSpPr>
          <p:nvPr>
            <p:ph type="dt" sz="half" idx="10"/>
          </p:nvPr>
        </p:nvSpPr>
        <p:spPr/>
        <p:txBody>
          <a:bodyPr/>
          <a:lstStyle/>
          <a:p>
            <a:fld id="{4CF41349-B57B-4854-BB29-56A3A9630068}" type="datetimeFigureOut">
              <a:rPr lang="fr-BE" smtClean="0"/>
              <a:t>8/10/23</a:t>
            </a:fld>
            <a:endParaRPr lang="fr-BE"/>
          </a:p>
        </p:txBody>
      </p:sp>
      <p:sp>
        <p:nvSpPr>
          <p:cNvPr id="5" name="Espace réservé du pied de page 4">
            <a:extLst>
              <a:ext uri="{FF2B5EF4-FFF2-40B4-BE49-F238E27FC236}">
                <a16:creationId xmlns:a16="http://schemas.microsoft.com/office/drawing/2014/main" xmlns="" id="{6445543F-A014-492B-B0EB-AEDF6CF3FA96}"/>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xmlns="" id="{1468828A-8E7C-4CAF-8741-481EB437C446}"/>
              </a:ext>
            </a:extLst>
          </p:cNvPr>
          <p:cNvSpPr>
            <a:spLocks noGrp="1"/>
          </p:cNvSpPr>
          <p:nvPr>
            <p:ph type="sldNum" sz="quarter" idx="12"/>
          </p:nvPr>
        </p:nvSpPr>
        <p:spPr/>
        <p:txBody>
          <a:bodyPr/>
          <a:lstStyle/>
          <a:p>
            <a:fld id="{7940CB21-2DF0-4422-9B84-0232388D7C4B}" type="slidenum">
              <a:rPr lang="fr-BE" smtClean="0"/>
              <a:t>‹#›</a:t>
            </a:fld>
            <a:endParaRPr lang="fr-BE"/>
          </a:p>
        </p:txBody>
      </p:sp>
    </p:spTree>
    <p:extLst>
      <p:ext uri="{BB962C8B-B14F-4D97-AF65-F5344CB8AC3E}">
        <p14:creationId xmlns:p14="http://schemas.microsoft.com/office/powerpoint/2010/main" val="34172090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E86627A6-0CF0-4667-8587-AEA97B04F03C}"/>
              </a:ext>
            </a:extLst>
          </p:cNvPr>
          <p:cNvSpPr>
            <a:spLocks noGrp="1"/>
          </p:cNvSpPr>
          <p:nvPr>
            <p:ph type="title"/>
          </p:nvPr>
        </p:nvSpPr>
        <p:spPr/>
        <p:txBody>
          <a:bodyPr/>
          <a:lstStyle/>
          <a:p>
            <a:r>
              <a:rPr lang="fr-FR"/>
              <a:t>Modifiez le style du titre</a:t>
            </a:r>
            <a:endParaRPr lang="fr-BE"/>
          </a:p>
        </p:txBody>
      </p:sp>
      <p:sp>
        <p:nvSpPr>
          <p:cNvPr id="3" name="Espace réservé du contenu 2">
            <a:extLst>
              <a:ext uri="{FF2B5EF4-FFF2-40B4-BE49-F238E27FC236}">
                <a16:creationId xmlns:a16="http://schemas.microsoft.com/office/drawing/2014/main" xmlns="" id="{05146639-A46F-477F-A5B0-AD97E1684411}"/>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xmlns="" id="{6F4E4F34-A5F3-468A-9ED8-A6EA6B831E08}"/>
              </a:ext>
            </a:extLst>
          </p:cNvPr>
          <p:cNvSpPr>
            <a:spLocks noGrp="1"/>
          </p:cNvSpPr>
          <p:nvPr>
            <p:ph type="dt" sz="half" idx="10"/>
          </p:nvPr>
        </p:nvSpPr>
        <p:spPr/>
        <p:txBody>
          <a:bodyPr/>
          <a:lstStyle/>
          <a:p>
            <a:fld id="{4CF41349-B57B-4854-BB29-56A3A9630068}" type="datetimeFigureOut">
              <a:rPr lang="fr-BE" smtClean="0"/>
              <a:t>8/10/23</a:t>
            </a:fld>
            <a:endParaRPr lang="fr-BE"/>
          </a:p>
        </p:txBody>
      </p:sp>
      <p:sp>
        <p:nvSpPr>
          <p:cNvPr id="5" name="Espace réservé du pied de page 4">
            <a:extLst>
              <a:ext uri="{FF2B5EF4-FFF2-40B4-BE49-F238E27FC236}">
                <a16:creationId xmlns:a16="http://schemas.microsoft.com/office/drawing/2014/main" xmlns="" id="{B125BFBC-75E7-4ADB-A344-3914765D0D43}"/>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xmlns="" id="{2ECAB638-34C6-411D-9FAF-E34D546ABB10}"/>
              </a:ext>
            </a:extLst>
          </p:cNvPr>
          <p:cNvSpPr>
            <a:spLocks noGrp="1"/>
          </p:cNvSpPr>
          <p:nvPr>
            <p:ph type="sldNum" sz="quarter" idx="12"/>
          </p:nvPr>
        </p:nvSpPr>
        <p:spPr/>
        <p:txBody>
          <a:bodyPr/>
          <a:lstStyle/>
          <a:p>
            <a:fld id="{7940CB21-2DF0-4422-9B84-0232388D7C4B}" type="slidenum">
              <a:rPr lang="fr-BE" smtClean="0"/>
              <a:t>‹#›</a:t>
            </a:fld>
            <a:endParaRPr lang="fr-BE"/>
          </a:p>
        </p:txBody>
      </p:sp>
    </p:spTree>
    <p:extLst>
      <p:ext uri="{BB962C8B-B14F-4D97-AF65-F5344CB8AC3E}">
        <p14:creationId xmlns:p14="http://schemas.microsoft.com/office/powerpoint/2010/main" val="193022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B15B3521-AF03-4C38-A45F-0E7DD02EAFA7}"/>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BE"/>
          </a:p>
        </p:txBody>
      </p:sp>
      <p:sp>
        <p:nvSpPr>
          <p:cNvPr id="3" name="Espace réservé du texte 2">
            <a:extLst>
              <a:ext uri="{FF2B5EF4-FFF2-40B4-BE49-F238E27FC236}">
                <a16:creationId xmlns:a16="http://schemas.microsoft.com/office/drawing/2014/main" xmlns="" id="{247C8BDE-071A-4F53-A5F7-66FE86CC38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xmlns="" id="{89C62820-6A6C-4D5B-A5C1-6A0B5549E585}"/>
              </a:ext>
            </a:extLst>
          </p:cNvPr>
          <p:cNvSpPr>
            <a:spLocks noGrp="1"/>
          </p:cNvSpPr>
          <p:nvPr>
            <p:ph type="dt" sz="half" idx="10"/>
          </p:nvPr>
        </p:nvSpPr>
        <p:spPr/>
        <p:txBody>
          <a:bodyPr/>
          <a:lstStyle/>
          <a:p>
            <a:fld id="{4CF41349-B57B-4854-BB29-56A3A9630068}" type="datetimeFigureOut">
              <a:rPr lang="fr-BE" smtClean="0"/>
              <a:t>8/10/23</a:t>
            </a:fld>
            <a:endParaRPr lang="fr-BE"/>
          </a:p>
        </p:txBody>
      </p:sp>
      <p:sp>
        <p:nvSpPr>
          <p:cNvPr id="5" name="Espace réservé du pied de page 4">
            <a:extLst>
              <a:ext uri="{FF2B5EF4-FFF2-40B4-BE49-F238E27FC236}">
                <a16:creationId xmlns:a16="http://schemas.microsoft.com/office/drawing/2014/main" xmlns="" id="{3E33FC98-D22C-4E25-8A66-C499B77E39FD}"/>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xmlns="" id="{1D1E3C9E-E3CE-4306-AE41-19CBA53770A0}"/>
              </a:ext>
            </a:extLst>
          </p:cNvPr>
          <p:cNvSpPr>
            <a:spLocks noGrp="1"/>
          </p:cNvSpPr>
          <p:nvPr>
            <p:ph type="sldNum" sz="quarter" idx="12"/>
          </p:nvPr>
        </p:nvSpPr>
        <p:spPr/>
        <p:txBody>
          <a:bodyPr/>
          <a:lstStyle/>
          <a:p>
            <a:fld id="{7940CB21-2DF0-4422-9B84-0232388D7C4B}" type="slidenum">
              <a:rPr lang="fr-BE" smtClean="0"/>
              <a:t>‹#›</a:t>
            </a:fld>
            <a:endParaRPr lang="fr-BE"/>
          </a:p>
        </p:txBody>
      </p:sp>
    </p:spTree>
    <p:extLst>
      <p:ext uri="{BB962C8B-B14F-4D97-AF65-F5344CB8AC3E}">
        <p14:creationId xmlns:p14="http://schemas.microsoft.com/office/powerpoint/2010/main" val="1176988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D6AFA136-F215-4981-9B67-0CB9F49D3FB4}"/>
              </a:ext>
            </a:extLst>
          </p:cNvPr>
          <p:cNvSpPr>
            <a:spLocks noGrp="1"/>
          </p:cNvSpPr>
          <p:nvPr>
            <p:ph type="title"/>
          </p:nvPr>
        </p:nvSpPr>
        <p:spPr/>
        <p:txBody>
          <a:bodyPr/>
          <a:lstStyle/>
          <a:p>
            <a:r>
              <a:rPr lang="fr-FR"/>
              <a:t>Modifiez le style du titre</a:t>
            </a:r>
            <a:endParaRPr lang="fr-BE"/>
          </a:p>
        </p:txBody>
      </p:sp>
      <p:sp>
        <p:nvSpPr>
          <p:cNvPr id="3" name="Espace réservé du contenu 2">
            <a:extLst>
              <a:ext uri="{FF2B5EF4-FFF2-40B4-BE49-F238E27FC236}">
                <a16:creationId xmlns:a16="http://schemas.microsoft.com/office/drawing/2014/main" xmlns="" id="{A19EC13D-0E98-4931-AF08-0F14C2AFE654}"/>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u contenu 3">
            <a:extLst>
              <a:ext uri="{FF2B5EF4-FFF2-40B4-BE49-F238E27FC236}">
                <a16:creationId xmlns:a16="http://schemas.microsoft.com/office/drawing/2014/main" xmlns="" id="{A12C33A6-40CD-42C7-93F9-F46EB04FCDF3}"/>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Espace réservé de la date 4">
            <a:extLst>
              <a:ext uri="{FF2B5EF4-FFF2-40B4-BE49-F238E27FC236}">
                <a16:creationId xmlns:a16="http://schemas.microsoft.com/office/drawing/2014/main" xmlns="" id="{E6C2DF91-B527-4E10-B863-5131911A2A11}"/>
              </a:ext>
            </a:extLst>
          </p:cNvPr>
          <p:cNvSpPr>
            <a:spLocks noGrp="1"/>
          </p:cNvSpPr>
          <p:nvPr>
            <p:ph type="dt" sz="half" idx="10"/>
          </p:nvPr>
        </p:nvSpPr>
        <p:spPr/>
        <p:txBody>
          <a:bodyPr/>
          <a:lstStyle/>
          <a:p>
            <a:fld id="{4CF41349-B57B-4854-BB29-56A3A9630068}" type="datetimeFigureOut">
              <a:rPr lang="fr-BE" smtClean="0"/>
              <a:t>8/10/23</a:t>
            </a:fld>
            <a:endParaRPr lang="fr-BE"/>
          </a:p>
        </p:txBody>
      </p:sp>
      <p:sp>
        <p:nvSpPr>
          <p:cNvPr id="6" name="Espace réservé du pied de page 5">
            <a:extLst>
              <a:ext uri="{FF2B5EF4-FFF2-40B4-BE49-F238E27FC236}">
                <a16:creationId xmlns:a16="http://schemas.microsoft.com/office/drawing/2014/main" xmlns="" id="{09D20FCF-F64D-489D-9426-FB4424526B50}"/>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xmlns="" id="{F7A9D1D5-FF61-4B11-B6E5-6AA3E222CBA1}"/>
              </a:ext>
            </a:extLst>
          </p:cNvPr>
          <p:cNvSpPr>
            <a:spLocks noGrp="1"/>
          </p:cNvSpPr>
          <p:nvPr>
            <p:ph type="sldNum" sz="quarter" idx="12"/>
          </p:nvPr>
        </p:nvSpPr>
        <p:spPr/>
        <p:txBody>
          <a:bodyPr/>
          <a:lstStyle/>
          <a:p>
            <a:fld id="{7940CB21-2DF0-4422-9B84-0232388D7C4B}" type="slidenum">
              <a:rPr lang="fr-BE" smtClean="0"/>
              <a:t>‹#›</a:t>
            </a:fld>
            <a:endParaRPr lang="fr-BE"/>
          </a:p>
        </p:txBody>
      </p:sp>
    </p:spTree>
    <p:extLst>
      <p:ext uri="{BB962C8B-B14F-4D97-AF65-F5344CB8AC3E}">
        <p14:creationId xmlns:p14="http://schemas.microsoft.com/office/powerpoint/2010/main" val="1662538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D3CBC5EC-FC1B-4185-97D2-732B64D19E65}"/>
              </a:ext>
            </a:extLst>
          </p:cNvPr>
          <p:cNvSpPr>
            <a:spLocks noGrp="1"/>
          </p:cNvSpPr>
          <p:nvPr>
            <p:ph type="title"/>
          </p:nvPr>
        </p:nvSpPr>
        <p:spPr>
          <a:xfrm>
            <a:off x="839788" y="365125"/>
            <a:ext cx="10515600" cy="1325563"/>
          </a:xfrm>
        </p:spPr>
        <p:txBody>
          <a:bodyPr/>
          <a:lstStyle/>
          <a:p>
            <a:r>
              <a:rPr lang="fr-FR"/>
              <a:t>Modifiez le style du titre</a:t>
            </a:r>
            <a:endParaRPr lang="fr-BE"/>
          </a:p>
        </p:txBody>
      </p:sp>
      <p:sp>
        <p:nvSpPr>
          <p:cNvPr id="3" name="Espace réservé du texte 2">
            <a:extLst>
              <a:ext uri="{FF2B5EF4-FFF2-40B4-BE49-F238E27FC236}">
                <a16:creationId xmlns:a16="http://schemas.microsoft.com/office/drawing/2014/main" xmlns="" id="{DE702C50-8A77-4FDD-9FD8-982F401A92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xmlns="" id="{E8127049-F534-40CA-89A0-C61A11796224}"/>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Espace réservé du texte 4">
            <a:extLst>
              <a:ext uri="{FF2B5EF4-FFF2-40B4-BE49-F238E27FC236}">
                <a16:creationId xmlns:a16="http://schemas.microsoft.com/office/drawing/2014/main" xmlns="" id="{856B25D3-3A95-4381-A7E8-C214DAC367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xmlns="" id="{D08FCDDF-C31C-422D-8A06-9196DDB12E95}"/>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7" name="Espace réservé de la date 6">
            <a:extLst>
              <a:ext uri="{FF2B5EF4-FFF2-40B4-BE49-F238E27FC236}">
                <a16:creationId xmlns:a16="http://schemas.microsoft.com/office/drawing/2014/main" xmlns="" id="{FCE9D3F3-6BAF-4FA1-B565-A46C3E48CF0B}"/>
              </a:ext>
            </a:extLst>
          </p:cNvPr>
          <p:cNvSpPr>
            <a:spLocks noGrp="1"/>
          </p:cNvSpPr>
          <p:nvPr>
            <p:ph type="dt" sz="half" idx="10"/>
          </p:nvPr>
        </p:nvSpPr>
        <p:spPr/>
        <p:txBody>
          <a:bodyPr/>
          <a:lstStyle/>
          <a:p>
            <a:fld id="{4CF41349-B57B-4854-BB29-56A3A9630068}" type="datetimeFigureOut">
              <a:rPr lang="fr-BE" smtClean="0"/>
              <a:t>8/10/23</a:t>
            </a:fld>
            <a:endParaRPr lang="fr-BE"/>
          </a:p>
        </p:txBody>
      </p:sp>
      <p:sp>
        <p:nvSpPr>
          <p:cNvPr id="8" name="Espace réservé du pied de page 7">
            <a:extLst>
              <a:ext uri="{FF2B5EF4-FFF2-40B4-BE49-F238E27FC236}">
                <a16:creationId xmlns:a16="http://schemas.microsoft.com/office/drawing/2014/main" xmlns="" id="{E266F78B-4E8A-48C4-963C-0EEE39118106}"/>
              </a:ext>
            </a:extLst>
          </p:cNvPr>
          <p:cNvSpPr>
            <a:spLocks noGrp="1"/>
          </p:cNvSpPr>
          <p:nvPr>
            <p:ph type="ftr" sz="quarter" idx="11"/>
          </p:nvPr>
        </p:nvSpPr>
        <p:spPr/>
        <p:txBody>
          <a:bodyPr/>
          <a:lstStyle/>
          <a:p>
            <a:endParaRPr lang="fr-BE"/>
          </a:p>
        </p:txBody>
      </p:sp>
      <p:sp>
        <p:nvSpPr>
          <p:cNvPr id="9" name="Espace réservé du numéro de diapositive 8">
            <a:extLst>
              <a:ext uri="{FF2B5EF4-FFF2-40B4-BE49-F238E27FC236}">
                <a16:creationId xmlns:a16="http://schemas.microsoft.com/office/drawing/2014/main" xmlns="" id="{5BC98C95-237B-4FFF-B925-D57EAC10CA9F}"/>
              </a:ext>
            </a:extLst>
          </p:cNvPr>
          <p:cNvSpPr>
            <a:spLocks noGrp="1"/>
          </p:cNvSpPr>
          <p:nvPr>
            <p:ph type="sldNum" sz="quarter" idx="12"/>
          </p:nvPr>
        </p:nvSpPr>
        <p:spPr/>
        <p:txBody>
          <a:bodyPr/>
          <a:lstStyle/>
          <a:p>
            <a:fld id="{7940CB21-2DF0-4422-9B84-0232388D7C4B}" type="slidenum">
              <a:rPr lang="fr-BE" smtClean="0"/>
              <a:t>‹#›</a:t>
            </a:fld>
            <a:endParaRPr lang="fr-BE"/>
          </a:p>
        </p:txBody>
      </p:sp>
    </p:spTree>
    <p:extLst>
      <p:ext uri="{BB962C8B-B14F-4D97-AF65-F5344CB8AC3E}">
        <p14:creationId xmlns:p14="http://schemas.microsoft.com/office/powerpoint/2010/main" val="187835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8C09F1E1-B7F8-4F4A-85AD-E4FD5BEDBA16}"/>
              </a:ext>
            </a:extLst>
          </p:cNvPr>
          <p:cNvSpPr>
            <a:spLocks noGrp="1"/>
          </p:cNvSpPr>
          <p:nvPr>
            <p:ph type="title"/>
          </p:nvPr>
        </p:nvSpPr>
        <p:spPr/>
        <p:txBody>
          <a:bodyPr/>
          <a:lstStyle/>
          <a:p>
            <a:r>
              <a:rPr lang="fr-FR"/>
              <a:t>Modifiez le style du titre</a:t>
            </a:r>
            <a:endParaRPr lang="fr-BE"/>
          </a:p>
        </p:txBody>
      </p:sp>
      <p:sp>
        <p:nvSpPr>
          <p:cNvPr id="3" name="Espace réservé de la date 2">
            <a:extLst>
              <a:ext uri="{FF2B5EF4-FFF2-40B4-BE49-F238E27FC236}">
                <a16:creationId xmlns:a16="http://schemas.microsoft.com/office/drawing/2014/main" xmlns="" id="{EA39DDD6-4B2A-4881-ACEE-93B8D9AB8EE8}"/>
              </a:ext>
            </a:extLst>
          </p:cNvPr>
          <p:cNvSpPr>
            <a:spLocks noGrp="1"/>
          </p:cNvSpPr>
          <p:nvPr>
            <p:ph type="dt" sz="half" idx="10"/>
          </p:nvPr>
        </p:nvSpPr>
        <p:spPr/>
        <p:txBody>
          <a:bodyPr/>
          <a:lstStyle/>
          <a:p>
            <a:fld id="{4CF41349-B57B-4854-BB29-56A3A9630068}" type="datetimeFigureOut">
              <a:rPr lang="fr-BE" smtClean="0"/>
              <a:t>8/10/23</a:t>
            </a:fld>
            <a:endParaRPr lang="fr-BE"/>
          </a:p>
        </p:txBody>
      </p:sp>
      <p:sp>
        <p:nvSpPr>
          <p:cNvPr id="4" name="Espace réservé du pied de page 3">
            <a:extLst>
              <a:ext uri="{FF2B5EF4-FFF2-40B4-BE49-F238E27FC236}">
                <a16:creationId xmlns:a16="http://schemas.microsoft.com/office/drawing/2014/main" xmlns="" id="{4E5F2BB7-107D-48E9-B72C-4E834CED244A}"/>
              </a:ext>
            </a:extLst>
          </p:cNvPr>
          <p:cNvSpPr>
            <a:spLocks noGrp="1"/>
          </p:cNvSpPr>
          <p:nvPr>
            <p:ph type="ftr" sz="quarter" idx="11"/>
          </p:nvPr>
        </p:nvSpPr>
        <p:spPr/>
        <p:txBody>
          <a:bodyPr/>
          <a:lstStyle/>
          <a:p>
            <a:endParaRPr lang="fr-BE"/>
          </a:p>
        </p:txBody>
      </p:sp>
      <p:sp>
        <p:nvSpPr>
          <p:cNvPr id="5" name="Espace réservé du numéro de diapositive 4">
            <a:extLst>
              <a:ext uri="{FF2B5EF4-FFF2-40B4-BE49-F238E27FC236}">
                <a16:creationId xmlns:a16="http://schemas.microsoft.com/office/drawing/2014/main" xmlns="" id="{C9A24A4E-67FB-4DAC-B332-02CC7D611BA0}"/>
              </a:ext>
            </a:extLst>
          </p:cNvPr>
          <p:cNvSpPr>
            <a:spLocks noGrp="1"/>
          </p:cNvSpPr>
          <p:nvPr>
            <p:ph type="sldNum" sz="quarter" idx="12"/>
          </p:nvPr>
        </p:nvSpPr>
        <p:spPr/>
        <p:txBody>
          <a:bodyPr/>
          <a:lstStyle/>
          <a:p>
            <a:fld id="{7940CB21-2DF0-4422-9B84-0232388D7C4B}" type="slidenum">
              <a:rPr lang="fr-BE" smtClean="0"/>
              <a:t>‹#›</a:t>
            </a:fld>
            <a:endParaRPr lang="fr-BE"/>
          </a:p>
        </p:txBody>
      </p:sp>
    </p:spTree>
    <p:extLst>
      <p:ext uri="{BB962C8B-B14F-4D97-AF65-F5344CB8AC3E}">
        <p14:creationId xmlns:p14="http://schemas.microsoft.com/office/powerpoint/2010/main" val="1546756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xmlns="" id="{A4CB7AE5-3A14-4D03-9A9E-7C12DB3EE614}"/>
              </a:ext>
            </a:extLst>
          </p:cNvPr>
          <p:cNvSpPr>
            <a:spLocks noGrp="1"/>
          </p:cNvSpPr>
          <p:nvPr>
            <p:ph type="dt" sz="half" idx="10"/>
          </p:nvPr>
        </p:nvSpPr>
        <p:spPr/>
        <p:txBody>
          <a:bodyPr/>
          <a:lstStyle/>
          <a:p>
            <a:fld id="{4CF41349-B57B-4854-BB29-56A3A9630068}" type="datetimeFigureOut">
              <a:rPr lang="fr-BE" smtClean="0"/>
              <a:t>8/10/23</a:t>
            </a:fld>
            <a:endParaRPr lang="fr-BE"/>
          </a:p>
        </p:txBody>
      </p:sp>
      <p:sp>
        <p:nvSpPr>
          <p:cNvPr id="3" name="Espace réservé du pied de page 2">
            <a:extLst>
              <a:ext uri="{FF2B5EF4-FFF2-40B4-BE49-F238E27FC236}">
                <a16:creationId xmlns:a16="http://schemas.microsoft.com/office/drawing/2014/main" xmlns="" id="{3BC67103-4CB7-4BF5-86C0-EFF2CC2B7609}"/>
              </a:ext>
            </a:extLst>
          </p:cNvPr>
          <p:cNvSpPr>
            <a:spLocks noGrp="1"/>
          </p:cNvSpPr>
          <p:nvPr>
            <p:ph type="ftr" sz="quarter" idx="11"/>
          </p:nvPr>
        </p:nvSpPr>
        <p:spPr/>
        <p:txBody>
          <a:bodyPr/>
          <a:lstStyle/>
          <a:p>
            <a:endParaRPr lang="fr-BE"/>
          </a:p>
        </p:txBody>
      </p:sp>
      <p:sp>
        <p:nvSpPr>
          <p:cNvPr id="4" name="Espace réservé du numéro de diapositive 3">
            <a:extLst>
              <a:ext uri="{FF2B5EF4-FFF2-40B4-BE49-F238E27FC236}">
                <a16:creationId xmlns:a16="http://schemas.microsoft.com/office/drawing/2014/main" xmlns="" id="{8F235D28-407C-4F34-B079-33D8DA960456}"/>
              </a:ext>
            </a:extLst>
          </p:cNvPr>
          <p:cNvSpPr>
            <a:spLocks noGrp="1"/>
          </p:cNvSpPr>
          <p:nvPr>
            <p:ph type="sldNum" sz="quarter" idx="12"/>
          </p:nvPr>
        </p:nvSpPr>
        <p:spPr/>
        <p:txBody>
          <a:bodyPr/>
          <a:lstStyle/>
          <a:p>
            <a:fld id="{7940CB21-2DF0-4422-9B84-0232388D7C4B}" type="slidenum">
              <a:rPr lang="fr-BE" smtClean="0"/>
              <a:t>‹#›</a:t>
            </a:fld>
            <a:endParaRPr lang="fr-BE"/>
          </a:p>
        </p:txBody>
      </p:sp>
    </p:spTree>
    <p:extLst>
      <p:ext uri="{BB962C8B-B14F-4D97-AF65-F5344CB8AC3E}">
        <p14:creationId xmlns:p14="http://schemas.microsoft.com/office/powerpoint/2010/main" val="2364261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F58EFADD-EEDA-4F9D-A66C-CDAEA5F2135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BE"/>
          </a:p>
        </p:txBody>
      </p:sp>
      <p:sp>
        <p:nvSpPr>
          <p:cNvPr id="3" name="Espace réservé du contenu 2">
            <a:extLst>
              <a:ext uri="{FF2B5EF4-FFF2-40B4-BE49-F238E27FC236}">
                <a16:creationId xmlns:a16="http://schemas.microsoft.com/office/drawing/2014/main" xmlns="" id="{FECFB4D7-10F4-4CE5-A32A-33DCA5C690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u texte 3">
            <a:extLst>
              <a:ext uri="{FF2B5EF4-FFF2-40B4-BE49-F238E27FC236}">
                <a16:creationId xmlns:a16="http://schemas.microsoft.com/office/drawing/2014/main" xmlns="" id="{343B9773-E926-465F-91C1-5DE77F866E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xmlns="" id="{10C2FAF8-21F3-474A-83EF-F4DBCA72D148}"/>
              </a:ext>
            </a:extLst>
          </p:cNvPr>
          <p:cNvSpPr>
            <a:spLocks noGrp="1"/>
          </p:cNvSpPr>
          <p:nvPr>
            <p:ph type="dt" sz="half" idx="10"/>
          </p:nvPr>
        </p:nvSpPr>
        <p:spPr/>
        <p:txBody>
          <a:bodyPr/>
          <a:lstStyle/>
          <a:p>
            <a:fld id="{4CF41349-B57B-4854-BB29-56A3A9630068}" type="datetimeFigureOut">
              <a:rPr lang="fr-BE" smtClean="0"/>
              <a:t>8/10/23</a:t>
            </a:fld>
            <a:endParaRPr lang="fr-BE"/>
          </a:p>
        </p:txBody>
      </p:sp>
      <p:sp>
        <p:nvSpPr>
          <p:cNvPr id="6" name="Espace réservé du pied de page 5">
            <a:extLst>
              <a:ext uri="{FF2B5EF4-FFF2-40B4-BE49-F238E27FC236}">
                <a16:creationId xmlns:a16="http://schemas.microsoft.com/office/drawing/2014/main" xmlns="" id="{B7586F49-828F-4A81-9FCC-B5FDB272FE53}"/>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xmlns="" id="{1F96D751-1412-422B-A117-5B9BB6CBB56B}"/>
              </a:ext>
            </a:extLst>
          </p:cNvPr>
          <p:cNvSpPr>
            <a:spLocks noGrp="1"/>
          </p:cNvSpPr>
          <p:nvPr>
            <p:ph type="sldNum" sz="quarter" idx="12"/>
          </p:nvPr>
        </p:nvSpPr>
        <p:spPr/>
        <p:txBody>
          <a:bodyPr/>
          <a:lstStyle/>
          <a:p>
            <a:fld id="{7940CB21-2DF0-4422-9B84-0232388D7C4B}" type="slidenum">
              <a:rPr lang="fr-BE" smtClean="0"/>
              <a:t>‹#›</a:t>
            </a:fld>
            <a:endParaRPr lang="fr-BE"/>
          </a:p>
        </p:txBody>
      </p:sp>
    </p:spTree>
    <p:extLst>
      <p:ext uri="{BB962C8B-B14F-4D97-AF65-F5344CB8AC3E}">
        <p14:creationId xmlns:p14="http://schemas.microsoft.com/office/powerpoint/2010/main" val="2059459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DCDD5FB1-3D78-42E2-B8FD-F86D5C06372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BE"/>
          </a:p>
        </p:txBody>
      </p:sp>
      <p:sp>
        <p:nvSpPr>
          <p:cNvPr id="3" name="Espace réservé pour une image  2">
            <a:extLst>
              <a:ext uri="{FF2B5EF4-FFF2-40B4-BE49-F238E27FC236}">
                <a16:creationId xmlns:a16="http://schemas.microsoft.com/office/drawing/2014/main" xmlns="" id="{1D7281DC-1A55-4276-A055-682BF9B8EB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BE"/>
          </a:p>
        </p:txBody>
      </p:sp>
      <p:sp>
        <p:nvSpPr>
          <p:cNvPr id="4" name="Espace réservé du texte 3">
            <a:extLst>
              <a:ext uri="{FF2B5EF4-FFF2-40B4-BE49-F238E27FC236}">
                <a16:creationId xmlns:a16="http://schemas.microsoft.com/office/drawing/2014/main" xmlns="" id="{45E697E0-798F-4E27-8A1A-1720AF6E99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xmlns="" id="{96AAE256-9FBA-44F3-95BE-18A38B85DAE8}"/>
              </a:ext>
            </a:extLst>
          </p:cNvPr>
          <p:cNvSpPr>
            <a:spLocks noGrp="1"/>
          </p:cNvSpPr>
          <p:nvPr>
            <p:ph type="dt" sz="half" idx="10"/>
          </p:nvPr>
        </p:nvSpPr>
        <p:spPr/>
        <p:txBody>
          <a:bodyPr/>
          <a:lstStyle/>
          <a:p>
            <a:fld id="{4CF41349-B57B-4854-BB29-56A3A9630068}" type="datetimeFigureOut">
              <a:rPr lang="fr-BE" smtClean="0"/>
              <a:t>8/10/23</a:t>
            </a:fld>
            <a:endParaRPr lang="fr-BE"/>
          </a:p>
        </p:txBody>
      </p:sp>
      <p:sp>
        <p:nvSpPr>
          <p:cNvPr id="6" name="Espace réservé du pied de page 5">
            <a:extLst>
              <a:ext uri="{FF2B5EF4-FFF2-40B4-BE49-F238E27FC236}">
                <a16:creationId xmlns:a16="http://schemas.microsoft.com/office/drawing/2014/main" xmlns="" id="{7A9A6FA7-A02C-4ED9-B693-43E38423311C}"/>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xmlns="" id="{86CE8077-37F3-40C2-91F1-5323481457E8}"/>
              </a:ext>
            </a:extLst>
          </p:cNvPr>
          <p:cNvSpPr>
            <a:spLocks noGrp="1"/>
          </p:cNvSpPr>
          <p:nvPr>
            <p:ph type="sldNum" sz="quarter" idx="12"/>
          </p:nvPr>
        </p:nvSpPr>
        <p:spPr/>
        <p:txBody>
          <a:bodyPr/>
          <a:lstStyle/>
          <a:p>
            <a:fld id="{7940CB21-2DF0-4422-9B84-0232388D7C4B}" type="slidenum">
              <a:rPr lang="fr-BE" smtClean="0"/>
              <a:t>‹#›</a:t>
            </a:fld>
            <a:endParaRPr lang="fr-BE"/>
          </a:p>
        </p:txBody>
      </p:sp>
    </p:spTree>
    <p:extLst>
      <p:ext uri="{BB962C8B-B14F-4D97-AF65-F5344CB8AC3E}">
        <p14:creationId xmlns:p14="http://schemas.microsoft.com/office/powerpoint/2010/main" val="3455944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4ED8B0C5-6F14-4955-9123-82B5B46356A3}"/>
              </a:ext>
            </a:extLst>
          </p:cNvPr>
          <p:cNvSpPr>
            <a:spLocks noGrp="1"/>
          </p:cNvSpPr>
          <p:nvPr>
            <p:ph type="title"/>
          </p:nvPr>
        </p:nvSpPr>
        <p:spPr/>
        <p:txBody>
          <a:bodyPr/>
          <a:lstStyle/>
          <a:p>
            <a:r>
              <a:rPr lang="fr-FR"/>
              <a:t>Modifiez le style du titre</a:t>
            </a:r>
            <a:endParaRPr lang="fr-BE"/>
          </a:p>
        </p:txBody>
      </p:sp>
      <p:sp>
        <p:nvSpPr>
          <p:cNvPr id="3" name="Espace réservé du texte vertical 2">
            <a:extLst>
              <a:ext uri="{FF2B5EF4-FFF2-40B4-BE49-F238E27FC236}">
                <a16:creationId xmlns:a16="http://schemas.microsoft.com/office/drawing/2014/main" xmlns="" id="{00B3E0E2-4CE0-4839-89D2-1F7C21B38EA4}"/>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xmlns="" id="{0E138B00-CB62-4351-AC57-13B999C42649}"/>
              </a:ext>
            </a:extLst>
          </p:cNvPr>
          <p:cNvSpPr>
            <a:spLocks noGrp="1"/>
          </p:cNvSpPr>
          <p:nvPr>
            <p:ph type="dt" sz="half" idx="10"/>
          </p:nvPr>
        </p:nvSpPr>
        <p:spPr/>
        <p:txBody>
          <a:bodyPr/>
          <a:lstStyle/>
          <a:p>
            <a:fld id="{4CF41349-B57B-4854-BB29-56A3A9630068}" type="datetimeFigureOut">
              <a:rPr lang="fr-BE" smtClean="0"/>
              <a:t>8/10/23</a:t>
            </a:fld>
            <a:endParaRPr lang="fr-BE"/>
          </a:p>
        </p:txBody>
      </p:sp>
      <p:sp>
        <p:nvSpPr>
          <p:cNvPr id="5" name="Espace réservé du pied de page 4">
            <a:extLst>
              <a:ext uri="{FF2B5EF4-FFF2-40B4-BE49-F238E27FC236}">
                <a16:creationId xmlns:a16="http://schemas.microsoft.com/office/drawing/2014/main" xmlns="" id="{BDA55367-7D20-49A2-B0FF-2DB152949A0A}"/>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xmlns="" id="{43C998F7-D491-4694-9E2D-1920F9D0A250}"/>
              </a:ext>
            </a:extLst>
          </p:cNvPr>
          <p:cNvSpPr>
            <a:spLocks noGrp="1"/>
          </p:cNvSpPr>
          <p:nvPr>
            <p:ph type="sldNum" sz="quarter" idx="12"/>
          </p:nvPr>
        </p:nvSpPr>
        <p:spPr/>
        <p:txBody>
          <a:bodyPr/>
          <a:lstStyle/>
          <a:p>
            <a:fld id="{7940CB21-2DF0-4422-9B84-0232388D7C4B}" type="slidenum">
              <a:rPr lang="fr-BE" smtClean="0"/>
              <a:t>‹#›</a:t>
            </a:fld>
            <a:endParaRPr lang="fr-BE"/>
          </a:p>
        </p:txBody>
      </p:sp>
    </p:spTree>
    <p:extLst>
      <p:ext uri="{BB962C8B-B14F-4D97-AF65-F5344CB8AC3E}">
        <p14:creationId xmlns:p14="http://schemas.microsoft.com/office/powerpoint/2010/main" val="1453932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xmlns="" id="{03DEEC5E-4580-472F-B06B-B6A18885286C}"/>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BE"/>
          </a:p>
        </p:txBody>
      </p:sp>
      <p:sp>
        <p:nvSpPr>
          <p:cNvPr id="3" name="Espace réservé du texte vertical 2">
            <a:extLst>
              <a:ext uri="{FF2B5EF4-FFF2-40B4-BE49-F238E27FC236}">
                <a16:creationId xmlns:a16="http://schemas.microsoft.com/office/drawing/2014/main" xmlns="" id="{FFFE5AE1-D5E0-4E12-9F3D-8A342542A636}"/>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xmlns="" id="{99FE75CA-B6D5-4DEB-BC54-D1C51EE06497}"/>
              </a:ext>
            </a:extLst>
          </p:cNvPr>
          <p:cNvSpPr>
            <a:spLocks noGrp="1"/>
          </p:cNvSpPr>
          <p:nvPr>
            <p:ph type="dt" sz="half" idx="10"/>
          </p:nvPr>
        </p:nvSpPr>
        <p:spPr/>
        <p:txBody>
          <a:bodyPr/>
          <a:lstStyle/>
          <a:p>
            <a:fld id="{4CF41349-B57B-4854-BB29-56A3A9630068}" type="datetimeFigureOut">
              <a:rPr lang="fr-BE" smtClean="0"/>
              <a:t>8/10/23</a:t>
            </a:fld>
            <a:endParaRPr lang="fr-BE"/>
          </a:p>
        </p:txBody>
      </p:sp>
      <p:sp>
        <p:nvSpPr>
          <p:cNvPr id="5" name="Espace réservé du pied de page 4">
            <a:extLst>
              <a:ext uri="{FF2B5EF4-FFF2-40B4-BE49-F238E27FC236}">
                <a16:creationId xmlns:a16="http://schemas.microsoft.com/office/drawing/2014/main" xmlns="" id="{9E69882D-C412-4B7D-9CF4-BDAD758C8260}"/>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xmlns="" id="{9DABDEE2-DED4-4D9C-A958-874228C35CAA}"/>
              </a:ext>
            </a:extLst>
          </p:cNvPr>
          <p:cNvSpPr>
            <a:spLocks noGrp="1"/>
          </p:cNvSpPr>
          <p:nvPr>
            <p:ph type="sldNum" sz="quarter" idx="12"/>
          </p:nvPr>
        </p:nvSpPr>
        <p:spPr/>
        <p:txBody>
          <a:bodyPr/>
          <a:lstStyle/>
          <a:p>
            <a:fld id="{7940CB21-2DF0-4422-9B84-0232388D7C4B}" type="slidenum">
              <a:rPr lang="fr-BE" smtClean="0"/>
              <a:t>‹#›</a:t>
            </a:fld>
            <a:endParaRPr lang="fr-BE"/>
          </a:p>
        </p:txBody>
      </p:sp>
    </p:spTree>
    <p:extLst>
      <p:ext uri="{BB962C8B-B14F-4D97-AF65-F5344CB8AC3E}">
        <p14:creationId xmlns:p14="http://schemas.microsoft.com/office/powerpoint/2010/main" val="23514317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600"/>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p:cNvSpPr>
            <a:spLocks noGrp="1"/>
          </p:cNvSpPr>
          <p:nvPr>
            <p:ph type="body" sz="quarter" idx="13"/>
          </p:nvPr>
        </p:nvSpPr>
        <p:spPr>
          <a:xfrm>
            <a:off x="10769600" y="6371230"/>
            <a:ext cx="2235200" cy="486770"/>
          </a:xfrm>
        </p:spPr>
        <p:txBody>
          <a:bodyPr>
            <a:normAutofit/>
          </a:bodyPr>
          <a:lstStyle>
            <a:lvl1pPr marL="0" indent="0">
              <a:buNone/>
              <a:defRPr sz="1200"/>
            </a:lvl1pPr>
            <a:lvl2pPr marL="457200" indent="0">
              <a:buNone/>
              <a:defRPr sz="1200"/>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p:txBody>
      </p:sp>
      <p:sp>
        <p:nvSpPr>
          <p:cNvPr id="5" name="Footer Placeholder 4">
            <a:extLst>
              <a:ext uri="{FF2B5EF4-FFF2-40B4-BE49-F238E27FC236}">
                <a16:creationId xmlns:a16="http://schemas.microsoft.com/office/drawing/2014/main" xmlns="" id="{0CC6FA80-1AA1-4B91-9069-0D576546AF34}"/>
              </a:ext>
            </a:extLst>
          </p:cNvPr>
          <p:cNvSpPr>
            <a:spLocks noGrp="1"/>
          </p:cNvSpPr>
          <p:nvPr>
            <p:ph type="ftr" sz="quarter" idx="14"/>
          </p:nvPr>
        </p:nvSpPr>
        <p:spPr/>
        <p:txBody>
          <a:bodyPr/>
          <a:lstStyle>
            <a:lvl1pPr>
              <a:defRPr>
                <a:latin typeface="Humanst521 BT" charset="0"/>
              </a:defRPr>
            </a:lvl1pPr>
          </a:lstStyle>
          <a:p>
            <a:pPr>
              <a:defRPr/>
            </a:pPr>
            <a:r>
              <a:rPr lang="en-US"/>
              <a:t>CELEBRATIONS®</a:t>
            </a:r>
          </a:p>
        </p:txBody>
      </p:sp>
    </p:spTree>
    <p:extLst>
      <p:ext uri="{BB962C8B-B14F-4D97-AF65-F5344CB8AC3E}">
        <p14:creationId xmlns:p14="http://schemas.microsoft.com/office/powerpoint/2010/main" val="1519653272"/>
      </p:ext>
    </p:extLst>
  </p:cSld>
  <p:clrMapOvr>
    <a:masterClrMapping/>
  </p:clrMapOvr>
  <p:transition spd="slow">
    <p:random/>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xmlns="" id="{72D7F22C-0DFC-4E2B-8F33-3C079F5C27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BE"/>
          </a:p>
        </p:txBody>
      </p:sp>
      <p:sp>
        <p:nvSpPr>
          <p:cNvPr id="3" name="Espace réservé du texte 2">
            <a:extLst>
              <a:ext uri="{FF2B5EF4-FFF2-40B4-BE49-F238E27FC236}">
                <a16:creationId xmlns:a16="http://schemas.microsoft.com/office/drawing/2014/main" xmlns="" id="{02087FAD-93B0-4D0A-B2B8-38593F75AC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xmlns="" id="{FCF66FDE-EF50-4622-9173-478B07CAF1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F41349-B57B-4854-BB29-56A3A9630068}" type="datetimeFigureOut">
              <a:rPr lang="fr-BE" smtClean="0"/>
              <a:t>8/10/23</a:t>
            </a:fld>
            <a:endParaRPr lang="fr-BE"/>
          </a:p>
        </p:txBody>
      </p:sp>
      <p:sp>
        <p:nvSpPr>
          <p:cNvPr id="5" name="Espace réservé du pied de page 4">
            <a:extLst>
              <a:ext uri="{FF2B5EF4-FFF2-40B4-BE49-F238E27FC236}">
                <a16:creationId xmlns:a16="http://schemas.microsoft.com/office/drawing/2014/main" xmlns="" id="{DD18DAAE-0BB2-43F5-862A-5D32249CF4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BE"/>
          </a:p>
        </p:txBody>
      </p:sp>
      <p:sp>
        <p:nvSpPr>
          <p:cNvPr id="6" name="Espace réservé du numéro de diapositive 5">
            <a:extLst>
              <a:ext uri="{FF2B5EF4-FFF2-40B4-BE49-F238E27FC236}">
                <a16:creationId xmlns:a16="http://schemas.microsoft.com/office/drawing/2014/main" xmlns="" id="{657A3DCE-C763-4A3D-BDAE-542124B870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40CB21-2DF0-4422-9B84-0232388D7C4B}" type="slidenum">
              <a:rPr lang="fr-BE" smtClean="0"/>
              <a:t>‹#›</a:t>
            </a:fld>
            <a:endParaRPr lang="fr-BE"/>
          </a:p>
        </p:txBody>
      </p:sp>
    </p:spTree>
    <p:extLst>
      <p:ext uri="{BB962C8B-B14F-4D97-AF65-F5344CB8AC3E}">
        <p14:creationId xmlns:p14="http://schemas.microsoft.com/office/powerpoint/2010/main" val="25769466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4" Type="http://schemas.openxmlformats.org/officeDocument/2006/relationships/image" Target="../media/image7.jpeg"/><Relationship Id="rId5" Type="http://schemas.openxmlformats.org/officeDocument/2006/relationships/image" Target="../media/image8.jpeg"/><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jpeg"/></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4" Type="http://schemas.openxmlformats.org/officeDocument/2006/relationships/image" Target="../media/image13.jpeg"/><Relationship Id="rId5" Type="http://schemas.openxmlformats.org/officeDocument/2006/relationships/image" Target="../media/image14.jpeg"/><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5.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6.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7.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9.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0.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1.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5.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6.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9.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0.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0.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0.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1.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2.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3.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3.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3.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4.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5.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6.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7.jpe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8.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39.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40.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41.jpe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42.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43.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4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45.jpe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 Id="rId3" Type="http://schemas.openxmlformats.org/officeDocument/2006/relationships/image" Target="../media/image4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D16EF333-BABE-486F-A653-331F0157C87E}"/>
              </a:ext>
            </a:extLst>
          </p:cNvPr>
          <p:cNvSpPr>
            <a:spLocks noGrp="1"/>
          </p:cNvSpPr>
          <p:nvPr>
            <p:ph type="ctrTitle"/>
          </p:nvPr>
        </p:nvSpPr>
        <p:spPr/>
        <p:txBody>
          <a:bodyPr>
            <a:normAutofit/>
          </a:bodyPr>
          <a:lstStyle/>
          <a:p>
            <a:r>
              <a:rPr lang="fr-FR" sz="6600" dirty="0"/>
              <a:t>EXERCISES</a:t>
            </a:r>
            <a:endParaRPr lang="fr-BE" sz="6600" dirty="0"/>
          </a:p>
        </p:txBody>
      </p:sp>
      <p:sp>
        <p:nvSpPr>
          <p:cNvPr id="3" name="Sous-titre 2">
            <a:extLst>
              <a:ext uri="{FF2B5EF4-FFF2-40B4-BE49-F238E27FC236}">
                <a16:creationId xmlns:a16="http://schemas.microsoft.com/office/drawing/2014/main" xmlns="" id="{0AA06511-AF32-42F1-8D6C-31FB027D0404}"/>
              </a:ext>
            </a:extLst>
          </p:cNvPr>
          <p:cNvSpPr>
            <a:spLocks noGrp="1"/>
          </p:cNvSpPr>
          <p:nvPr>
            <p:ph type="subTitle" idx="1"/>
          </p:nvPr>
        </p:nvSpPr>
        <p:spPr/>
        <p:txBody>
          <a:bodyPr>
            <a:normAutofit lnSpcReduction="10000"/>
          </a:bodyPr>
          <a:lstStyle/>
          <a:p>
            <a:endParaRPr lang="fr-FR" sz="5400" dirty="0"/>
          </a:p>
          <a:p>
            <a:r>
              <a:rPr lang="fr-FR" sz="5400" dirty="0" err="1"/>
              <a:t>Chapiter</a:t>
            </a:r>
            <a:r>
              <a:rPr lang="fr-FR" sz="5400" dirty="0"/>
              <a:t> 2</a:t>
            </a:r>
            <a:endParaRPr lang="fr-BE" sz="5400" dirty="0"/>
          </a:p>
        </p:txBody>
      </p:sp>
    </p:spTree>
    <p:extLst>
      <p:ext uri="{BB962C8B-B14F-4D97-AF65-F5344CB8AC3E}">
        <p14:creationId xmlns:p14="http://schemas.microsoft.com/office/powerpoint/2010/main" val="1378175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Title 1">
            <a:extLst>
              <a:ext uri="{FF2B5EF4-FFF2-40B4-BE49-F238E27FC236}">
                <a16:creationId xmlns:a16="http://schemas.microsoft.com/office/drawing/2014/main" xmlns="" id="{1B7BDE47-D02D-4317-A515-883A118AF86D}"/>
              </a:ext>
            </a:extLst>
          </p:cNvPr>
          <p:cNvSpPr>
            <a:spLocks noGrp="1" noChangeArrowheads="1"/>
          </p:cNvSpPr>
          <p:nvPr>
            <p:ph type="title"/>
          </p:nvPr>
        </p:nvSpPr>
        <p:spPr>
          <a:xfrm>
            <a:off x="1981200" y="30480"/>
            <a:ext cx="8229600" cy="1143000"/>
          </a:xfrm>
        </p:spPr>
        <p:txBody>
          <a:bodyPr/>
          <a:lstStyle/>
          <a:p>
            <a:pPr eaLnBrk="1" hangingPunct="1"/>
            <a:r>
              <a:rPr lang="en-US" altLang="fr-FR" sz="3600" dirty="0"/>
              <a:t>Celebrating exercise</a:t>
            </a:r>
          </a:p>
        </p:txBody>
      </p:sp>
      <p:sp>
        <p:nvSpPr>
          <p:cNvPr id="133123" name="Footer Placeholder 3">
            <a:extLst>
              <a:ext uri="{FF2B5EF4-FFF2-40B4-BE49-F238E27FC236}">
                <a16:creationId xmlns:a16="http://schemas.microsoft.com/office/drawing/2014/main" xmlns="" id="{1FDAC903-6CF2-4CE3-9CF5-D77F4C179DB1}"/>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133124" name="Slide Number Placeholder 4">
            <a:extLst>
              <a:ext uri="{FF2B5EF4-FFF2-40B4-BE49-F238E27FC236}">
                <a16:creationId xmlns:a16="http://schemas.microsoft.com/office/drawing/2014/main" xmlns="" id="{FFBBC074-8A3F-4E84-9923-384839CDAE98}"/>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Exercise  2</a:t>
            </a:r>
          </a:p>
        </p:txBody>
      </p:sp>
      <p:pic>
        <p:nvPicPr>
          <p:cNvPr id="133125" name="Picture 2" descr="G:\For Merle\80380366.jpg">
            <a:extLst>
              <a:ext uri="{FF2B5EF4-FFF2-40B4-BE49-F238E27FC236}">
                <a16:creationId xmlns:a16="http://schemas.microsoft.com/office/drawing/2014/main" xmlns="" id="{A4625945-4BCD-4393-B81E-FC44F327ED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7200" y="1506538"/>
            <a:ext cx="3733800" cy="451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Title 1">
            <a:extLst>
              <a:ext uri="{FF2B5EF4-FFF2-40B4-BE49-F238E27FC236}">
                <a16:creationId xmlns:a16="http://schemas.microsoft.com/office/drawing/2014/main" xmlns="" id="{3C9F5B26-5C2D-45DE-AA85-25066DD67E45}"/>
              </a:ext>
            </a:extLst>
          </p:cNvPr>
          <p:cNvSpPr>
            <a:spLocks noGrp="1" noChangeArrowheads="1"/>
          </p:cNvSpPr>
          <p:nvPr>
            <p:ph type="title"/>
          </p:nvPr>
        </p:nvSpPr>
        <p:spPr>
          <a:xfrm>
            <a:off x="2286000" y="2667000"/>
            <a:ext cx="8229600" cy="1143000"/>
          </a:xfrm>
        </p:spPr>
        <p:txBody>
          <a:bodyPr/>
          <a:lstStyle/>
          <a:p>
            <a:pPr eaLnBrk="1" hangingPunct="1"/>
            <a:r>
              <a:rPr lang="en-US" altLang="fr-FR" sz="3600"/>
              <a:t>She worked out,</a:t>
            </a:r>
            <a:br>
              <a:rPr lang="en-US" altLang="fr-FR" sz="3600"/>
            </a:br>
            <a:r>
              <a:rPr lang="en-US" altLang="fr-FR" sz="3600"/>
              <a:t> 3 times a week</a:t>
            </a:r>
          </a:p>
        </p:txBody>
      </p:sp>
      <p:sp>
        <p:nvSpPr>
          <p:cNvPr id="135171" name="Footer Placeholder 3">
            <a:extLst>
              <a:ext uri="{FF2B5EF4-FFF2-40B4-BE49-F238E27FC236}">
                <a16:creationId xmlns:a16="http://schemas.microsoft.com/office/drawing/2014/main" xmlns="" id="{021366D5-3899-4548-93FC-521A426A720E}"/>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135172" name="Slide Number Placeholder 4">
            <a:extLst>
              <a:ext uri="{FF2B5EF4-FFF2-40B4-BE49-F238E27FC236}">
                <a16:creationId xmlns:a16="http://schemas.microsoft.com/office/drawing/2014/main" xmlns="" id="{EF537A97-5907-44F9-AB74-702DEBFD428B}"/>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Exercise  3</a:t>
            </a:r>
          </a:p>
        </p:txBody>
      </p:sp>
      <p:pic>
        <p:nvPicPr>
          <p:cNvPr id="135173" name="Picture 2" descr="C:\Users\thomasn\Pictures\Thinkstock hmpix4\Thinkstock Nancy\Exercise, sports, outdoor activity, obesity\200380509-001.jpg">
            <a:extLst>
              <a:ext uri="{FF2B5EF4-FFF2-40B4-BE49-F238E27FC236}">
                <a16:creationId xmlns:a16="http://schemas.microsoft.com/office/drawing/2014/main" xmlns="" id="{75C9937B-D024-4274-BE66-A537DEE67F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1" y="457200"/>
            <a:ext cx="3876675" cy="583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Title 1">
            <a:extLst>
              <a:ext uri="{FF2B5EF4-FFF2-40B4-BE49-F238E27FC236}">
                <a16:creationId xmlns:a16="http://schemas.microsoft.com/office/drawing/2014/main" xmlns="" id="{8F3572A9-E0F2-4E2E-959F-30743FF84699}"/>
              </a:ext>
            </a:extLst>
          </p:cNvPr>
          <p:cNvSpPr>
            <a:spLocks noGrp="1" noChangeArrowheads="1"/>
          </p:cNvSpPr>
          <p:nvPr>
            <p:ph type="title"/>
          </p:nvPr>
        </p:nvSpPr>
        <p:spPr>
          <a:xfrm>
            <a:off x="1600200" y="152400"/>
            <a:ext cx="8915400" cy="1143000"/>
          </a:xfrm>
        </p:spPr>
        <p:txBody>
          <a:bodyPr/>
          <a:lstStyle/>
          <a:p>
            <a:pPr eaLnBrk="1" hangingPunct="1"/>
            <a:r>
              <a:rPr lang="en-US" altLang="fr-FR" sz="3600">
                <a:solidFill>
                  <a:srgbClr val="FFFFFF"/>
                </a:solidFill>
              </a:rPr>
              <a:t>Benefits of physical exercise</a:t>
            </a:r>
            <a:endParaRPr lang="en-US" altLang="fr-FR">
              <a:ln>
                <a:noFill/>
              </a:ln>
            </a:endParaRPr>
          </a:p>
        </p:txBody>
      </p:sp>
      <p:sp>
        <p:nvSpPr>
          <p:cNvPr id="137219" name="Footer Placeholder 3">
            <a:extLst>
              <a:ext uri="{FF2B5EF4-FFF2-40B4-BE49-F238E27FC236}">
                <a16:creationId xmlns:a16="http://schemas.microsoft.com/office/drawing/2014/main" xmlns="" id="{C292B573-0C2A-4259-8C9D-58464479C3EF}"/>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137220" name="Slide Number Placeholder 4">
            <a:extLst>
              <a:ext uri="{FF2B5EF4-FFF2-40B4-BE49-F238E27FC236}">
                <a16:creationId xmlns:a16="http://schemas.microsoft.com/office/drawing/2014/main" xmlns="" id="{D45055E8-7722-47F9-B3A6-7B2AE248A454}"/>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Exercise  4</a:t>
            </a:r>
          </a:p>
        </p:txBody>
      </p:sp>
      <p:pic>
        <p:nvPicPr>
          <p:cNvPr id="137221" name="Picture 2" descr="G:\For Merle\Chapter 2 - exercise\118716649 - group of children running.jpg">
            <a:extLst>
              <a:ext uri="{FF2B5EF4-FFF2-40B4-BE49-F238E27FC236}">
                <a16:creationId xmlns:a16="http://schemas.microsoft.com/office/drawing/2014/main" xmlns="" id="{C370288A-C3EF-4A23-B2D5-F3AD7FA4E4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1295400"/>
            <a:ext cx="73152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Title 1">
            <a:extLst>
              <a:ext uri="{FF2B5EF4-FFF2-40B4-BE49-F238E27FC236}">
                <a16:creationId xmlns:a16="http://schemas.microsoft.com/office/drawing/2014/main" xmlns="" id="{34F7CC0F-C450-4610-BAEE-1E7D84505067}"/>
              </a:ext>
            </a:extLst>
          </p:cNvPr>
          <p:cNvSpPr>
            <a:spLocks noGrp="1" noChangeArrowheads="1"/>
          </p:cNvSpPr>
          <p:nvPr>
            <p:ph type="title"/>
          </p:nvPr>
        </p:nvSpPr>
        <p:spPr>
          <a:xfrm>
            <a:off x="1981200" y="381000"/>
            <a:ext cx="8229600" cy="1143000"/>
          </a:xfrm>
        </p:spPr>
        <p:txBody>
          <a:bodyPr/>
          <a:lstStyle/>
          <a:p>
            <a:pPr eaLnBrk="1" hangingPunct="1"/>
            <a:r>
              <a:rPr lang="en-US" altLang="fr-FR" sz="3600"/>
              <a:t>Even two and a half hours a week of exercise is beneficial </a:t>
            </a:r>
          </a:p>
        </p:txBody>
      </p:sp>
      <p:sp>
        <p:nvSpPr>
          <p:cNvPr id="139267" name="Footer Placeholder 3">
            <a:extLst>
              <a:ext uri="{FF2B5EF4-FFF2-40B4-BE49-F238E27FC236}">
                <a16:creationId xmlns:a16="http://schemas.microsoft.com/office/drawing/2014/main" xmlns="" id="{44B789DF-2F59-4EE1-BD0C-FDD1F4F4F680}"/>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139268" name="Slide Number Placeholder 4">
            <a:extLst>
              <a:ext uri="{FF2B5EF4-FFF2-40B4-BE49-F238E27FC236}">
                <a16:creationId xmlns:a16="http://schemas.microsoft.com/office/drawing/2014/main" xmlns="" id="{C5F5EFD1-EF24-488E-A6FE-50BADA5AF518}"/>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Exercise  5</a:t>
            </a:r>
          </a:p>
        </p:txBody>
      </p:sp>
      <p:pic>
        <p:nvPicPr>
          <p:cNvPr id="139269" name="Picture 2" descr="G:\For Merle\Chapter 2 - exercise\101430626 - senior couple jogging in the park.jpg">
            <a:extLst>
              <a:ext uri="{FF2B5EF4-FFF2-40B4-BE49-F238E27FC236}">
                <a16:creationId xmlns:a16="http://schemas.microsoft.com/office/drawing/2014/main" xmlns="" id="{169389F7-B0DA-4F62-ACEF-962A0FDB57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1677988"/>
            <a:ext cx="5105400" cy="472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Title 1">
            <a:extLst>
              <a:ext uri="{FF2B5EF4-FFF2-40B4-BE49-F238E27FC236}">
                <a16:creationId xmlns:a16="http://schemas.microsoft.com/office/drawing/2014/main" xmlns="" id="{ED61ABCB-657E-4760-B3A3-F95438873158}"/>
              </a:ext>
            </a:extLst>
          </p:cNvPr>
          <p:cNvSpPr>
            <a:spLocks noGrp="1" noChangeArrowheads="1"/>
          </p:cNvSpPr>
          <p:nvPr>
            <p:ph type="title"/>
          </p:nvPr>
        </p:nvSpPr>
        <p:spPr>
          <a:xfrm>
            <a:off x="1600200" y="685800"/>
            <a:ext cx="8839200" cy="1143000"/>
          </a:xfrm>
        </p:spPr>
        <p:txBody>
          <a:bodyPr>
            <a:normAutofit fontScale="90000"/>
          </a:bodyPr>
          <a:lstStyle/>
          <a:p>
            <a:pPr eaLnBrk="1" hangingPunct="1"/>
            <a:r>
              <a:rPr lang="en-US" altLang="fr-FR" sz="3600"/>
              <a:t>Physical activity up to 1 hour /day</a:t>
            </a:r>
            <a:br>
              <a:rPr lang="en-US" altLang="fr-FR" sz="3600"/>
            </a:br>
            <a:r>
              <a:rPr lang="en-US" altLang="fr-FR" sz="3600"/>
              <a:t> results in further risk reduction</a:t>
            </a:r>
            <a:br>
              <a:rPr lang="en-US" altLang="fr-FR" sz="3600"/>
            </a:br>
            <a:r>
              <a:rPr lang="en-US" altLang="fr-FR" sz="3600"/>
              <a:t> of cardiovascular disease. </a:t>
            </a:r>
          </a:p>
        </p:txBody>
      </p:sp>
      <p:sp>
        <p:nvSpPr>
          <p:cNvPr id="141315" name="Footer Placeholder 3">
            <a:extLst>
              <a:ext uri="{FF2B5EF4-FFF2-40B4-BE49-F238E27FC236}">
                <a16:creationId xmlns:a16="http://schemas.microsoft.com/office/drawing/2014/main" xmlns="" id="{3B8489D0-F9F9-4A8C-9F9F-F7E884286052}"/>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141316" name="Slide Number Placeholder 4">
            <a:extLst>
              <a:ext uri="{FF2B5EF4-FFF2-40B4-BE49-F238E27FC236}">
                <a16:creationId xmlns:a16="http://schemas.microsoft.com/office/drawing/2014/main" xmlns="" id="{037B50D2-74E9-4E0E-ADB7-CF31FEAD852C}"/>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Exercise 6</a:t>
            </a:r>
          </a:p>
        </p:txBody>
      </p:sp>
      <p:pic>
        <p:nvPicPr>
          <p:cNvPr id="141317" name="Picture 2" descr="C:\Users\thomasn\Pictures\Thinkstock hmpix4\Thinkstock Nancy\Exercise, sports, obesity, weight, scale\86504947.jpg">
            <a:extLst>
              <a:ext uri="{FF2B5EF4-FFF2-40B4-BE49-F238E27FC236}">
                <a16:creationId xmlns:a16="http://schemas.microsoft.com/office/drawing/2014/main" xmlns="" id="{8D93D789-3508-4621-8792-4AF1363247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6188" y="2286001"/>
            <a:ext cx="7237412" cy="3903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Title 1">
            <a:extLst>
              <a:ext uri="{FF2B5EF4-FFF2-40B4-BE49-F238E27FC236}">
                <a16:creationId xmlns:a16="http://schemas.microsoft.com/office/drawing/2014/main" xmlns="" id="{B1E4420D-D73E-4958-9F92-392C9F94480F}"/>
              </a:ext>
            </a:extLst>
          </p:cNvPr>
          <p:cNvSpPr>
            <a:spLocks noGrp="1" noChangeArrowheads="1"/>
          </p:cNvSpPr>
          <p:nvPr>
            <p:ph type="title"/>
          </p:nvPr>
        </p:nvSpPr>
        <p:spPr>
          <a:xfrm>
            <a:off x="1981200" y="457200"/>
            <a:ext cx="8229600" cy="1143000"/>
          </a:xfrm>
        </p:spPr>
        <p:txBody>
          <a:bodyPr/>
          <a:lstStyle/>
          <a:p>
            <a:pPr eaLnBrk="1" hangingPunct="1"/>
            <a:r>
              <a:rPr lang="en-US" altLang="fr-FR" sz="3600"/>
              <a:t>Decline in bone density can be slowed</a:t>
            </a:r>
            <a:br>
              <a:rPr lang="en-US" altLang="fr-FR" sz="3600"/>
            </a:br>
            <a:r>
              <a:rPr lang="en-US" altLang="fr-FR" sz="3600"/>
              <a:t> with regular physical activity</a:t>
            </a:r>
          </a:p>
        </p:txBody>
      </p:sp>
      <p:sp>
        <p:nvSpPr>
          <p:cNvPr id="143363" name="Footer Placeholder 3">
            <a:extLst>
              <a:ext uri="{FF2B5EF4-FFF2-40B4-BE49-F238E27FC236}">
                <a16:creationId xmlns:a16="http://schemas.microsoft.com/office/drawing/2014/main" xmlns="" id="{B8DDC019-9235-4F6D-A9CD-F9603C3FD90E}"/>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143364" name="Slide Number Placeholder 4">
            <a:extLst>
              <a:ext uri="{FF2B5EF4-FFF2-40B4-BE49-F238E27FC236}">
                <a16:creationId xmlns:a16="http://schemas.microsoft.com/office/drawing/2014/main" xmlns="" id="{884F52F2-827E-41D6-90E1-4FC39985EFCF}"/>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Exercise   7</a:t>
            </a:r>
          </a:p>
        </p:txBody>
      </p:sp>
      <p:pic>
        <p:nvPicPr>
          <p:cNvPr id="143365" name="Picture 2" descr="G:\For Merle\Chapter 2 - exercise\118272279 - cyclist wearing bike gear - Utah.jpg">
            <a:extLst>
              <a:ext uri="{FF2B5EF4-FFF2-40B4-BE49-F238E27FC236}">
                <a16:creationId xmlns:a16="http://schemas.microsoft.com/office/drawing/2014/main" xmlns="" id="{EF4E1AA2-BC5D-4F90-B990-DAF8B1C854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1" y="2224089"/>
            <a:ext cx="2411413" cy="354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366" name="Picture 3" descr="G:\For Merle\Chapter 2 - exercise\133628729 - woman running.jpg">
            <a:extLst>
              <a:ext uri="{FF2B5EF4-FFF2-40B4-BE49-F238E27FC236}">
                <a16:creationId xmlns:a16="http://schemas.microsoft.com/office/drawing/2014/main" xmlns="" id="{BDD3EF2E-4381-4017-B8B4-1D3429A03E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9201" y="2224088"/>
            <a:ext cx="2182813" cy="3567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367" name="Picture 4" descr="G:\For Merle\Chapter 2 - exercise\113726984 - senior with dumbbells.jpg">
            <a:extLst>
              <a:ext uri="{FF2B5EF4-FFF2-40B4-BE49-F238E27FC236}">
                <a16:creationId xmlns:a16="http://schemas.microsoft.com/office/drawing/2014/main" xmlns="" id="{7B5E4166-56C3-4127-8C91-17A9DB495E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04126" y="2224088"/>
            <a:ext cx="2378075" cy="3567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530E60-A1E7-4570-9C50-674BD09F6C48}"/>
              </a:ext>
            </a:extLst>
          </p:cNvPr>
          <p:cNvSpPr>
            <a:spLocks noGrp="1"/>
          </p:cNvSpPr>
          <p:nvPr>
            <p:ph type="title"/>
          </p:nvPr>
        </p:nvSpPr>
        <p:spPr>
          <a:xfrm>
            <a:off x="1574800" y="914400"/>
            <a:ext cx="8915400" cy="1143000"/>
          </a:xfrm>
        </p:spPr>
        <p:txBody>
          <a:bodyPr rtlCol="0">
            <a:normAutofit fontScale="90000"/>
          </a:bodyPr>
          <a:lstStyle/>
          <a:p>
            <a:pPr>
              <a:defRPr/>
            </a:pPr>
            <a:r>
              <a:rPr lang="en-US" sz="3600" dirty="0"/>
              <a:t>Metabolic</a:t>
            </a:r>
            <a:r>
              <a:rPr lang="en-US" dirty="0"/>
              <a:t> </a:t>
            </a:r>
            <a:r>
              <a:rPr lang="en-US" sz="3600" dirty="0"/>
              <a:t>Syndrome (hypertension, abdominal obesity, adverse lipid profile, impaired glucose tolerance) responds to regular physical activity, restrictive diet</a:t>
            </a:r>
            <a:br>
              <a:rPr lang="en-US" sz="3600" dirty="0"/>
            </a:br>
            <a:r>
              <a:rPr lang="en-US" sz="3600" dirty="0"/>
              <a:t> and appropriate medications.</a:t>
            </a:r>
          </a:p>
        </p:txBody>
      </p:sp>
      <p:sp>
        <p:nvSpPr>
          <p:cNvPr id="145411" name="Footer Placeholder 3">
            <a:extLst>
              <a:ext uri="{FF2B5EF4-FFF2-40B4-BE49-F238E27FC236}">
                <a16:creationId xmlns:a16="http://schemas.microsoft.com/office/drawing/2014/main" xmlns="" id="{AAC449C5-AA3F-4482-B25F-4CA7694DF047}"/>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145412" name="Slide Number Placeholder 4">
            <a:extLst>
              <a:ext uri="{FF2B5EF4-FFF2-40B4-BE49-F238E27FC236}">
                <a16:creationId xmlns:a16="http://schemas.microsoft.com/office/drawing/2014/main" xmlns="" id="{E8A88B99-7B71-4B8A-855B-C2231981184B}"/>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Exercise  8</a:t>
            </a:r>
          </a:p>
        </p:txBody>
      </p:sp>
      <p:pic>
        <p:nvPicPr>
          <p:cNvPr id="145413" name="Picture 3" descr="C:\Users\thomasn\Downloads\78182873.jpg">
            <a:extLst>
              <a:ext uri="{FF2B5EF4-FFF2-40B4-BE49-F238E27FC236}">
                <a16:creationId xmlns:a16="http://schemas.microsoft.com/office/drawing/2014/main" xmlns="" id="{1A500DE4-A7E7-4D7C-BFA5-7F661F74F6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2743201"/>
            <a:ext cx="5797550" cy="345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Title 1">
            <a:extLst>
              <a:ext uri="{FF2B5EF4-FFF2-40B4-BE49-F238E27FC236}">
                <a16:creationId xmlns:a16="http://schemas.microsoft.com/office/drawing/2014/main" xmlns="" id="{CB10CCA5-88BD-4534-875D-F679A7F796E4}"/>
              </a:ext>
            </a:extLst>
          </p:cNvPr>
          <p:cNvSpPr>
            <a:spLocks noGrp="1" noChangeArrowheads="1"/>
          </p:cNvSpPr>
          <p:nvPr>
            <p:ph type="title"/>
          </p:nvPr>
        </p:nvSpPr>
        <p:spPr>
          <a:xfrm>
            <a:off x="1600200" y="381000"/>
            <a:ext cx="8991600" cy="1143000"/>
          </a:xfrm>
        </p:spPr>
        <p:txBody>
          <a:bodyPr/>
          <a:lstStyle/>
          <a:p>
            <a:pPr eaLnBrk="1" hangingPunct="1"/>
            <a:r>
              <a:rPr lang="en-US" altLang="fr-FR" sz="3600"/>
              <a:t>Physical activity is a critical factor</a:t>
            </a:r>
            <a:br>
              <a:rPr lang="en-US" altLang="fr-FR" sz="3600"/>
            </a:br>
            <a:r>
              <a:rPr lang="en-US" altLang="fr-FR" sz="3600"/>
              <a:t> in maintaining a healthy body weight.</a:t>
            </a:r>
          </a:p>
        </p:txBody>
      </p:sp>
      <p:sp>
        <p:nvSpPr>
          <p:cNvPr id="147459" name="Footer Placeholder 3">
            <a:extLst>
              <a:ext uri="{FF2B5EF4-FFF2-40B4-BE49-F238E27FC236}">
                <a16:creationId xmlns:a16="http://schemas.microsoft.com/office/drawing/2014/main" xmlns="" id="{F4FBE515-D903-46A5-8201-3448A54D9407}"/>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147460" name="Slide Number Placeholder 4">
            <a:extLst>
              <a:ext uri="{FF2B5EF4-FFF2-40B4-BE49-F238E27FC236}">
                <a16:creationId xmlns:a16="http://schemas.microsoft.com/office/drawing/2014/main" xmlns="" id="{ED607D26-A12F-4132-8299-94FC03B4E363}"/>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Exercise  9</a:t>
            </a:r>
          </a:p>
        </p:txBody>
      </p:sp>
      <p:pic>
        <p:nvPicPr>
          <p:cNvPr id="147461" name="Picture 2" descr="G:\For Merle\EWE_067.jpg">
            <a:extLst>
              <a:ext uri="{FF2B5EF4-FFF2-40B4-BE49-F238E27FC236}">
                <a16:creationId xmlns:a16="http://schemas.microsoft.com/office/drawing/2014/main" xmlns="" id="{881F576B-3247-47E7-A5AF-7C99D13F04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1600201"/>
            <a:ext cx="7467600" cy="464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Title 1">
            <a:extLst>
              <a:ext uri="{FF2B5EF4-FFF2-40B4-BE49-F238E27FC236}">
                <a16:creationId xmlns:a16="http://schemas.microsoft.com/office/drawing/2014/main" xmlns="" id="{10A5AF6B-2AA0-47CF-AE46-BEDBE0E5795A}"/>
              </a:ext>
            </a:extLst>
          </p:cNvPr>
          <p:cNvSpPr>
            <a:spLocks noGrp="1" noChangeArrowheads="1"/>
          </p:cNvSpPr>
          <p:nvPr>
            <p:ph type="title"/>
          </p:nvPr>
        </p:nvSpPr>
        <p:spPr>
          <a:xfrm>
            <a:off x="1600200" y="381000"/>
            <a:ext cx="8991600" cy="1143000"/>
          </a:xfrm>
        </p:spPr>
        <p:txBody>
          <a:bodyPr/>
          <a:lstStyle/>
          <a:p>
            <a:pPr eaLnBrk="1" hangingPunct="1"/>
            <a:r>
              <a:rPr lang="en-US" altLang="fr-FR" sz="3600"/>
              <a:t>If you want to postpone your</a:t>
            </a:r>
            <a:br>
              <a:rPr lang="en-US" altLang="fr-FR" sz="3600"/>
            </a:br>
            <a:r>
              <a:rPr lang="en-US" altLang="fr-FR" sz="3600"/>
              <a:t> funeral, exercise regularly!</a:t>
            </a:r>
          </a:p>
        </p:txBody>
      </p:sp>
      <p:sp>
        <p:nvSpPr>
          <p:cNvPr id="149507" name="Footer Placeholder 3">
            <a:extLst>
              <a:ext uri="{FF2B5EF4-FFF2-40B4-BE49-F238E27FC236}">
                <a16:creationId xmlns:a16="http://schemas.microsoft.com/office/drawing/2014/main" xmlns="" id="{D3441805-6B9C-4627-9536-09E834942B92}"/>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149508" name="Slide Number Placeholder 4">
            <a:extLst>
              <a:ext uri="{FF2B5EF4-FFF2-40B4-BE49-F238E27FC236}">
                <a16:creationId xmlns:a16="http://schemas.microsoft.com/office/drawing/2014/main" xmlns="" id="{9A4E243C-429D-4DCC-90B3-EE6299B4C16B}"/>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Exercise  10</a:t>
            </a:r>
          </a:p>
        </p:txBody>
      </p:sp>
      <p:pic>
        <p:nvPicPr>
          <p:cNvPr id="149509" name="Picture 2" descr="G:\For Merle\Chapter 2 - exercise\sb10063600em-001 - senior man in mountains.jpg">
            <a:extLst>
              <a:ext uri="{FF2B5EF4-FFF2-40B4-BE49-F238E27FC236}">
                <a16:creationId xmlns:a16="http://schemas.microsoft.com/office/drawing/2014/main" xmlns="" id="{F84781B5-8DE6-42DF-94C9-AF15638900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1600200"/>
            <a:ext cx="7620000" cy="451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1554" name="Picture 4" descr="G:\For Merle\Chapter 2 - exercise\89792270 - woman lifting weights outdoors.jpg">
            <a:extLst>
              <a:ext uri="{FF2B5EF4-FFF2-40B4-BE49-F238E27FC236}">
                <a16:creationId xmlns:a16="http://schemas.microsoft.com/office/drawing/2014/main" xmlns="" id="{9A7FEE30-8F2C-4503-9A75-507C84F535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7064" y="3940176"/>
            <a:ext cx="3005137" cy="200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1555" name="Picture 3" descr="G:\For Merle\Chapter 2 - exercise\137847272 - swimmer - man swimming.jpg">
            <a:extLst>
              <a:ext uri="{FF2B5EF4-FFF2-40B4-BE49-F238E27FC236}">
                <a16:creationId xmlns:a16="http://schemas.microsoft.com/office/drawing/2014/main" xmlns="" id="{7EDF0C03-3EE0-4488-B856-29CD6297DA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62475" y="2667000"/>
            <a:ext cx="3067050" cy="204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1556" name="Title 1">
            <a:extLst>
              <a:ext uri="{FF2B5EF4-FFF2-40B4-BE49-F238E27FC236}">
                <a16:creationId xmlns:a16="http://schemas.microsoft.com/office/drawing/2014/main" xmlns="" id="{C2F98741-E736-4B6D-B8A4-1500B2F492C8}"/>
              </a:ext>
            </a:extLst>
          </p:cNvPr>
          <p:cNvSpPr>
            <a:spLocks noGrp="1" noChangeArrowheads="1"/>
          </p:cNvSpPr>
          <p:nvPr>
            <p:ph type="title"/>
          </p:nvPr>
        </p:nvSpPr>
        <p:spPr>
          <a:xfrm>
            <a:off x="1981200" y="152400"/>
            <a:ext cx="8229600" cy="1143000"/>
          </a:xfrm>
        </p:spPr>
        <p:txBody>
          <a:bodyPr/>
          <a:lstStyle/>
          <a:p>
            <a:pPr eaLnBrk="1" hangingPunct="1"/>
            <a:r>
              <a:rPr lang="en-US" altLang="fr-FR" sz="3600"/>
              <a:t>Three types of physical exercises</a:t>
            </a:r>
          </a:p>
        </p:txBody>
      </p:sp>
      <p:sp>
        <p:nvSpPr>
          <p:cNvPr id="151557" name="Footer Placeholder 3">
            <a:extLst>
              <a:ext uri="{FF2B5EF4-FFF2-40B4-BE49-F238E27FC236}">
                <a16:creationId xmlns:a16="http://schemas.microsoft.com/office/drawing/2014/main" xmlns="" id="{106B3252-C996-47BE-B58D-B5FAA8EB0B96}"/>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151558" name="Slide Number Placeholder 4">
            <a:extLst>
              <a:ext uri="{FF2B5EF4-FFF2-40B4-BE49-F238E27FC236}">
                <a16:creationId xmlns:a16="http://schemas.microsoft.com/office/drawing/2014/main" xmlns="" id="{D53F7EDF-0107-4A50-9182-3A2604E2E47D}"/>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Exercise  11</a:t>
            </a:r>
          </a:p>
        </p:txBody>
      </p:sp>
      <p:pic>
        <p:nvPicPr>
          <p:cNvPr id="151559" name="Picture 2" descr="G:\For Merle\Chapter 2 - exercise\106446137 - stretching before fitness and exercise.jpg">
            <a:extLst>
              <a:ext uri="{FF2B5EF4-FFF2-40B4-BE49-F238E27FC236}">
                <a16:creationId xmlns:a16="http://schemas.microsoft.com/office/drawing/2014/main" xmlns="" id="{B2E4584C-5684-4554-A8ED-74A356684F9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3600" y="1219200"/>
            <a:ext cx="304800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1560" name="TextBox 5">
            <a:extLst>
              <a:ext uri="{FF2B5EF4-FFF2-40B4-BE49-F238E27FC236}">
                <a16:creationId xmlns:a16="http://schemas.microsoft.com/office/drawing/2014/main" xmlns="" id="{53D46178-668A-4A18-855A-A62B587C1A05}"/>
              </a:ext>
            </a:extLst>
          </p:cNvPr>
          <p:cNvSpPr txBox="1">
            <a:spLocks noChangeArrowheads="1"/>
          </p:cNvSpPr>
          <p:nvPr/>
        </p:nvSpPr>
        <p:spPr bwMode="auto">
          <a:xfrm>
            <a:off x="2667001" y="3352801"/>
            <a:ext cx="1349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eaLnBrk="1" hangingPunct="1">
              <a:spcBef>
                <a:spcPct val="0"/>
              </a:spcBef>
              <a:spcAft>
                <a:spcPct val="0"/>
              </a:spcAft>
              <a:buClrTx/>
              <a:buSzTx/>
              <a:buFontTx/>
              <a:buNone/>
            </a:pPr>
            <a:r>
              <a:rPr lang="en-US" altLang="fr-FR">
                <a:solidFill>
                  <a:schemeClr val="tx1"/>
                </a:solidFill>
                <a:latin typeface="Humanst521 BT" charset="0"/>
                <a:ea typeface="MS PGothic" panose="020B0600070205080204" pitchFamily="34" charset="-128"/>
              </a:rPr>
              <a:t>flexibility</a:t>
            </a:r>
          </a:p>
        </p:txBody>
      </p:sp>
      <p:sp>
        <p:nvSpPr>
          <p:cNvPr id="151561" name="TextBox 6">
            <a:extLst>
              <a:ext uri="{FF2B5EF4-FFF2-40B4-BE49-F238E27FC236}">
                <a16:creationId xmlns:a16="http://schemas.microsoft.com/office/drawing/2014/main" xmlns="" id="{70729B85-B92A-4B8E-819A-640E57B1038A}"/>
              </a:ext>
            </a:extLst>
          </p:cNvPr>
          <p:cNvSpPr txBox="1">
            <a:spLocks noChangeArrowheads="1"/>
          </p:cNvSpPr>
          <p:nvPr/>
        </p:nvSpPr>
        <p:spPr bwMode="auto">
          <a:xfrm>
            <a:off x="5310189" y="4800601"/>
            <a:ext cx="111267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eaLnBrk="1" hangingPunct="1">
              <a:spcBef>
                <a:spcPct val="0"/>
              </a:spcBef>
              <a:spcAft>
                <a:spcPct val="0"/>
              </a:spcAft>
              <a:buClrTx/>
              <a:buSzTx/>
              <a:buFontTx/>
              <a:buNone/>
            </a:pPr>
            <a:r>
              <a:rPr lang="en-US" altLang="fr-FR">
                <a:solidFill>
                  <a:schemeClr val="tx1"/>
                </a:solidFill>
                <a:latin typeface="Humanst521 BT" charset="0"/>
                <a:ea typeface="MS PGothic" panose="020B0600070205080204" pitchFamily="34" charset="-128"/>
              </a:rPr>
              <a:t>aerobic</a:t>
            </a:r>
          </a:p>
        </p:txBody>
      </p:sp>
      <p:sp>
        <p:nvSpPr>
          <p:cNvPr id="151562" name="TextBox 7">
            <a:extLst>
              <a:ext uri="{FF2B5EF4-FFF2-40B4-BE49-F238E27FC236}">
                <a16:creationId xmlns:a16="http://schemas.microsoft.com/office/drawing/2014/main" xmlns="" id="{5B17B69B-72AF-45B3-934E-FFDE370466FD}"/>
              </a:ext>
            </a:extLst>
          </p:cNvPr>
          <p:cNvSpPr txBox="1">
            <a:spLocks noChangeArrowheads="1"/>
          </p:cNvSpPr>
          <p:nvPr/>
        </p:nvSpPr>
        <p:spPr bwMode="auto">
          <a:xfrm>
            <a:off x="7824789" y="5943601"/>
            <a:ext cx="144135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eaLnBrk="1" hangingPunct="1">
              <a:spcBef>
                <a:spcPct val="0"/>
              </a:spcBef>
              <a:spcAft>
                <a:spcPct val="0"/>
              </a:spcAft>
              <a:buClrTx/>
              <a:buSzTx/>
              <a:buFontTx/>
              <a:buNone/>
            </a:pPr>
            <a:r>
              <a:rPr lang="en-US" altLang="fr-FR">
                <a:solidFill>
                  <a:schemeClr val="tx1"/>
                </a:solidFill>
                <a:latin typeface="Humanst521 BT" charset="0"/>
                <a:ea typeface="MS PGothic" panose="020B0600070205080204" pitchFamily="34" charset="-128"/>
              </a:rPr>
              <a:t>resistance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Title 1">
            <a:extLst>
              <a:ext uri="{FF2B5EF4-FFF2-40B4-BE49-F238E27FC236}">
                <a16:creationId xmlns:a16="http://schemas.microsoft.com/office/drawing/2014/main" xmlns="" id="{FE201869-CB16-475D-ADE0-DC188A04BF61}"/>
              </a:ext>
            </a:extLst>
          </p:cNvPr>
          <p:cNvSpPr>
            <a:spLocks noGrp="1" noChangeArrowheads="1"/>
          </p:cNvSpPr>
          <p:nvPr>
            <p:ph type="title"/>
          </p:nvPr>
        </p:nvSpPr>
        <p:spPr>
          <a:xfrm>
            <a:off x="1981200" y="152400"/>
            <a:ext cx="8229600" cy="1143000"/>
          </a:xfrm>
        </p:spPr>
        <p:txBody>
          <a:bodyPr/>
          <a:lstStyle/>
          <a:p>
            <a:pPr eaLnBrk="1" hangingPunct="1"/>
            <a:r>
              <a:rPr lang="en-US" altLang="fr-FR" sz="3600"/>
              <a:t>Four levels of physical activity</a:t>
            </a:r>
          </a:p>
        </p:txBody>
      </p:sp>
      <p:sp>
        <p:nvSpPr>
          <p:cNvPr id="3" name="Content Placeholder 2">
            <a:extLst>
              <a:ext uri="{FF2B5EF4-FFF2-40B4-BE49-F238E27FC236}">
                <a16:creationId xmlns:a16="http://schemas.microsoft.com/office/drawing/2014/main" xmlns="" id="{4E2297D1-8B22-4F42-B901-2E0B4B7AD46F}"/>
              </a:ext>
            </a:extLst>
          </p:cNvPr>
          <p:cNvSpPr>
            <a:spLocks noGrp="1" noChangeArrowheads="1"/>
          </p:cNvSpPr>
          <p:nvPr>
            <p:ph idx="1"/>
          </p:nvPr>
        </p:nvSpPr>
        <p:spPr>
          <a:xfrm>
            <a:off x="1981200" y="1341438"/>
            <a:ext cx="8229600" cy="4525962"/>
          </a:xfrm>
        </p:spPr>
        <p:txBody>
          <a:bodyPr/>
          <a:lstStyle/>
          <a:p>
            <a:pPr marL="514350" indent="-514350">
              <a:buFont typeface="Calibri" panose="020F0502020204030204" pitchFamily="34" charset="0"/>
              <a:buAutoNum type="arabicPeriod"/>
            </a:pPr>
            <a:r>
              <a:rPr lang="en-US" altLang="fr-FR"/>
              <a:t>Inactive—no additional activity beyond baseline (basic routine activities) </a:t>
            </a:r>
          </a:p>
          <a:p>
            <a:pPr marL="514350" indent="-514350"/>
            <a:endParaRPr lang="en-US" altLang="fr-FR"/>
          </a:p>
        </p:txBody>
      </p:sp>
      <p:sp>
        <p:nvSpPr>
          <p:cNvPr id="153604" name="Footer Placeholder 3">
            <a:extLst>
              <a:ext uri="{FF2B5EF4-FFF2-40B4-BE49-F238E27FC236}">
                <a16:creationId xmlns:a16="http://schemas.microsoft.com/office/drawing/2014/main" xmlns="" id="{0959C7D4-492E-4DA8-AF43-EE8E66AA69F4}"/>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153605" name="Slide Number Placeholder 4">
            <a:extLst>
              <a:ext uri="{FF2B5EF4-FFF2-40B4-BE49-F238E27FC236}">
                <a16:creationId xmlns:a16="http://schemas.microsoft.com/office/drawing/2014/main" xmlns="" id="{7BC98815-6003-4E4D-96D0-D4B09ADC788A}"/>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Exercise  12</a:t>
            </a:r>
          </a:p>
        </p:txBody>
      </p:sp>
      <p:pic>
        <p:nvPicPr>
          <p:cNvPr id="153606" name="Picture 3" descr="C:\Users\thomasn\Pictures\Thinkstock hmpix4\Thinkstock Nancy\Exercise, sports, outdoor activity, obesity\Obese man on park bench, lunch dv1554016.jpg">
            <a:extLst>
              <a:ext uri="{FF2B5EF4-FFF2-40B4-BE49-F238E27FC236}">
                <a16:creationId xmlns:a16="http://schemas.microsoft.com/office/drawing/2014/main" xmlns="" id="{EB83218E-0722-4AFC-87B2-C55887D83B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401" y="2514600"/>
            <a:ext cx="3775075" cy="380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560523E-E648-415A-9CFF-E3B8AFFAE63F}"/>
              </a:ext>
            </a:extLst>
          </p:cNvPr>
          <p:cNvSpPr>
            <a:spLocks noGrp="1" noChangeArrowheads="1"/>
          </p:cNvSpPr>
          <p:nvPr>
            <p:ph idx="1"/>
          </p:nvPr>
        </p:nvSpPr>
        <p:spPr>
          <a:xfrm>
            <a:off x="1828800" y="427038"/>
            <a:ext cx="8534400" cy="4525962"/>
          </a:xfrm>
        </p:spPr>
        <p:txBody>
          <a:bodyPr/>
          <a:lstStyle/>
          <a:p>
            <a:pPr marL="514350" indent="-514350">
              <a:buFont typeface="Arial" panose="020B0604020202020204" pitchFamily="34" charset="0"/>
              <a:buAutoNum type="arabicPeriod" startAt="2"/>
            </a:pPr>
            <a:r>
              <a:rPr lang="en-US" altLang="fr-FR" sz="3000"/>
              <a:t>Low—some exercise, up to 150 minutes/week</a:t>
            </a:r>
          </a:p>
          <a:p>
            <a:pPr marL="514350" indent="-514350">
              <a:buNone/>
            </a:pPr>
            <a:r>
              <a:rPr lang="en-US" altLang="fr-FR" sz="3000"/>
              <a:t>  </a:t>
            </a:r>
          </a:p>
          <a:p>
            <a:pPr marL="514350" indent="-514350">
              <a:buNone/>
            </a:pPr>
            <a:r>
              <a:rPr lang="en-US" altLang="fr-FR" sz="3000"/>
              <a:t>3.  Medium—exercise 150-300 minutes/ week</a:t>
            </a:r>
          </a:p>
          <a:p>
            <a:pPr marL="514350" indent="-514350">
              <a:buFont typeface="Arial" panose="020B0604020202020204" pitchFamily="34" charset="0"/>
              <a:buAutoNum type="arabicPeriod" startAt="2"/>
            </a:pPr>
            <a:endParaRPr lang="en-US" altLang="fr-FR" sz="3000"/>
          </a:p>
          <a:p>
            <a:pPr marL="514350" indent="-514350">
              <a:buNone/>
            </a:pPr>
            <a:r>
              <a:rPr lang="en-US" altLang="fr-FR" sz="3000"/>
              <a:t> </a:t>
            </a:r>
          </a:p>
        </p:txBody>
      </p:sp>
      <p:sp>
        <p:nvSpPr>
          <p:cNvPr id="155651" name="Footer Placeholder 3">
            <a:extLst>
              <a:ext uri="{FF2B5EF4-FFF2-40B4-BE49-F238E27FC236}">
                <a16:creationId xmlns:a16="http://schemas.microsoft.com/office/drawing/2014/main" xmlns="" id="{F1D4F533-D841-49DE-94FD-EF94B565ED81}"/>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155652" name="Slide Number Placeholder 4">
            <a:extLst>
              <a:ext uri="{FF2B5EF4-FFF2-40B4-BE49-F238E27FC236}">
                <a16:creationId xmlns:a16="http://schemas.microsoft.com/office/drawing/2014/main" xmlns="" id="{46C4BD6B-FBAF-43AA-8CB1-BDCEC3C2F2FD}"/>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Exercise  13</a:t>
            </a:r>
          </a:p>
        </p:txBody>
      </p:sp>
      <p:pic>
        <p:nvPicPr>
          <p:cNvPr id="155653" name="Picture 2" descr="C:\Users\thomasn\Pictures\Thinkstock hmpix4\Thinkstock Nancy\Exercise, sports, outdoor activity, obesity\123927178.jpg">
            <a:extLst>
              <a:ext uri="{FF2B5EF4-FFF2-40B4-BE49-F238E27FC236}">
                <a16:creationId xmlns:a16="http://schemas.microsoft.com/office/drawing/2014/main" xmlns="" id="{455136D9-AF68-4CA2-8ADE-5CDDF47396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8914" y="2362200"/>
            <a:ext cx="6796087" cy="382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Title 1">
            <a:extLst>
              <a:ext uri="{FF2B5EF4-FFF2-40B4-BE49-F238E27FC236}">
                <a16:creationId xmlns:a16="http://schemas.microsoft.com/office/drawing/2014/main" xmlns="" id="{973A9477-2FE5-4894-9039-7EE17D1C4504}"/>
              </a:ext>
            </a:extLst>
          </p:cNvPr>
          <p:cNvSpPr>
            <a:spLocks noGrp="1" noChangeArrowheads="1"/>
          </p:cNvSpPr>
          <p:nvPr>
            <p:ph type="title"/>
          </p:nvPr>
        </p:nvSpPr>
        <p:spPr>
          <a:xfrm>
            <a:off x="1981200" y="609600"/>
            <a:ext cx="8229600" cy="1143000"/>
          </a:xfrm>
        </p:spPr>
        <p:txBody>
          <a:bodyPr>
            <a:normAutofit fontScale="90000"/>
          </a:bodyPr>
          <a:lstStyle/>
          <a:p>
            <a:pPr eaLnBrk="1" hangingPunct="1"/>
            <a:r>
              <a:rPr lang="en-US" altLang="fr-FR" sz="3000"/>
              <a:t>4. High—exercise more than 300 minutes a week</a:t>
            </a:r>
            <a:br>
              <a:rPr lang="en-US" altLang="fr-FR" sz="3000"/>
            </a:br>
            <a:r>
              <a:rPr lang="en-US" altLang="fr-FR" sz="3000"/>
              <a:t/>
            </a:r>
            <a:br>
              <a:rPr lang="en-US" altLang="fr-FR" sz="3000"/>
            </a:br>
            <a:endParaRPr lang="en-US" altLang="fr-FR" sz="3000"/>
          </a:p>
        </p:txBody>
      </p:sp>
      <p:sp>
        <p:nvSpPr>
          <p:cNvPr id="157699" name="Footer Placeholder 3">
            <a:extLst>
              <a:ext uri="{FF2B5EF4-FFF2-40B4-BE49-F238E27FC236}">
                <a16:creationId xmlns:a16="http://schemas.microsoft.com/office/drawing/2014/main" xmlns="" id="{B814AC44-543A-419B-936E-980DFF12F6E5}"/>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157700" name="Slide Number Placeholder 4">
            <a:extLst>
              <a:ext uri="{FF2B5EF4-FFF2-40B4-BE49-F238E27FC236}">
                <a16:creationId xmlns:a16="http://schemas.microsoft.com/office/drawing/2014/main" xmlns="" id="{90B4FF73-AAA0-4A27-874F-E24443D67B11}"/>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Exercise  14</a:t>
            </a:r>
          </a:p>
        </p:txBody>
      </p:sp>
      <p:pic>
        <p:nvPicPr>
          <p:cNvPr id="157701" name="Picture 2" descr="H:\For Merle\118272279.jpg">
            <a:extLst>
              <a:ext uri="{FF2B5EF4-FFF2-40B4-BE49-F238E27FC236}">
                <a16:creationId xmlns:a16="http://schemas.microsoft.com/office/drawing/2014/main" xmlns="" id="{D74E91B4-21DC-4272-9850-7500F03E38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1219200"/>
            <a:ext cx="6019800" cy="492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Title 1">
            <a:extLst>
              <a:ext uri="{FF2B5EF4-FFF2-40B4-BE49-F238E27FC236}">
                <a16:creationId xmlns:a16="http://schemas.microsoft.com/office/drawing/2014/main" xmlns="" id="{1819572A-9AA9-4CAC-BE03-AB3F98CCDEBE}"/>
              </a:ext>
            </a:extLst>
          </p:cNvPr>
          <p:cNvSpPr>
            <a:spLocks noGrp="1" noChangeArrowheads="1"/>
          </p:cNvSpPr>
          <p:nvPr>
            <p:ph type="title"/>
          </p:nvPr>
        </p:nvSpPr>
        <p:spPr>
          <a:xfrm>
            <a:off x="2209800" y="152400"/>
            <a:ext cx="8229600" cy="1143000"/>
          </a:xfrm>
        </p:spPr>
        <p:txBody>
          <a:bodyPr/>
          <a:lstStyle/>
          <a:p>
            <a:pPr eaLnBrk="1" hangingPunct="1"/>
            <a:r>
              <a:rPr lang="en-US" altLang="fr-FR" sz="3600"/>
              <a:t>Rule of thumb</a:t>
            </a:r>
          </a:p>
        </p:txBody>
      </p:sp>
      <p:sp>
        <p:nvSpPr>
          <p:cNvPr id="159747" name="Footer Placeholder 3">
            <a:extLst>
              <a:ext uri="{FF2B5EF4-FFF2-40B4-BE49-F238E27FC236}">
                <a16:creationId xmlns:a16="http://schemas.microsoft.com/office/drawing/2014/main" xmlns="" id="{13FA0862-91A7-4955-8D7D-267A8D1241B4}"/>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159748" name="Slide Number Placeholder 4">
            <a:extLst>
              <a:ext uri="{FF2B5EF4-FFF2-40B4-BE49-F238E27FC236}">
                <a16:creationId xmlns:a16="http://schemas.microsoft.com/office/drawing/2014/main" xmlns="" id="{108E01ED-CF60-4D6E-8321-40A1B492342D}"/>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Exercise  15</a:t>
            </a:r>
          </a:p>
        </p:txBody>
      </p:sp>
      <p:pic>
        <p:nvPicPr>
          <p:cNvPr id="159749" name="Picture 2" descr="C:\Users\thomasn\Pictures\Thinkstock hmpix4\Thinkstock Nancy\Exercise, sports, outdoor activity, obesity\145185851.jpg">
            <a:extLst>
              <a:ext uri="{FF2B5EF4-FFF2-40B4-BE49-F238E27FC236}">
                <a16:creationId xmlns:a16="http://schemas.microsoft.com/office/drawing/2014/main" xmlns="" id="{283E84E7-8D55-4150-9F2A-30399C3E80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3276601"/>
            <a:ext cx="4800600" cy="319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xmlns="" id="{D6B00CCB-F889-4376-AB04-FFC2328861ED}"/>
              </a:ext>
            </a:extLst>
          </p:cNvPr>
          <p:cNvSpPr txBox="1">
            <a:spLocks noChangeArrowheads="1"/>
          </p:cNvSpPr>
          <p:nvPr/>
        </p:nvSpPr>
        <p:spPr bwMode="auto">
          <a:xfrm>
            <a:off x="2819401" y="1325564"/>
            <a:ext cx="6640513"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eaLnBrk="1" hangingPunct="1">
              <a:spcBef>
                <a:spcPct val="0"/>
              </a:spcBef>
              <a:spcAft>
                <a:spcPct val="0"/>
              </a:spcAft>
              <a:buClrTx/>
              <a:buSzTx/>
              <a:buFontTx/>
              <a:buNone/>
            </a:pPr>
            <a:r>
              <a:rPr lang="en-US" altLang="fr-FR" sz="3200">
                <a:solidFill>
                  <a:schemeClr val="tx1"/>
                </a:solidFill>
                <a:latin typeface="Calibri" panose="020F0502020204030204" pitchFamily="34" charset="0"/>
                <a:ea typeface="MS PGothic" panose="020B0600070205080204" pitchFamily="34" charset="-128"/>
              </a:rPr>
              <a:t>Low activities—some benefit</a:t>
            </a:r>
          </a:p>
          <a:p>
            <a:pPr eaLnBrk="1" hangingPunct="1">
              <a:spcBef>
                <a:spcPct val="0"/>
              </a:spcBef>
              <a:spcAft>
                <a:spcPct val="0"/>
              </a:spcAft>
              <a:buClrTx/>
              <a:buSzTx/>
              <a:buFontTx/>
              <a:buNone/>
            </a:pPr>
            <a:r>
              <a:rPr lang="en-US" altLang="fr-FR" sz="3200">
                <a:solidFill>
                  <a:schemeClr val="tx1"/>
                </a:solidFill>
                <a:latin typeface="Calibri" panose="020F0502020204030204" pitchFamily="34" charset="0"/>
                <a:ea typeface="MS PGothic" panose="020B0600070205080204" pitchFamily="34" charset="-128"/>
              </a:rPr>
              <a:t>Medium activities—substantial benefit</a:t>
            </a:r>
          </a:p>
          <a:p>
            <a:pPr eaLnBrk="1" hangingPunct="1">
              <a:spcBef>
                <a:spcPct val="0"/>
              </a:spcBef>
              <a:spcAft>
                <a:spcPct val="0"/>
              </a:spcAft>
              <a:buClrTx/>
              <a:buSzTx/>
              <a:buFontTx/>
              <a:buNone/>
            </a:pPr>
            <a:r>
              <a:rPr lang="en-US" altLang="fr-FR" sz="3200">
                <a:solidFill>
                  <a:schemeClr val="tx1"/>
                </a:solidFill>
                <a:latin typeface="Calibri" panose="020F0502020204030204" pitchFamily="34" charset="0"/>
                <a:ea typeface="MS PGothic" panose="020B0600070205080204" pitchFamily="34" charset="-128"/>
              </a:rPr>
              <a:t>High activities—greater benefit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Title 1">
            <a:extLst>
              <a:ext uri="{FF2B5EF4-FFF2-40B4-BE49-F238E27FC236}">
                <a16:creationId xmlns:a16="http://schemas.microsoft.com/office/drawing/2014/main" xmlns="" id="{86630D2C-8617-4323-8115-8DDC9E973F3A}"/>
              </a:ext>
            </a:extLst>
          </p:cNvPr>
          <p:cNvSpPr>
            <a:spLocks noGrp="1" noChangeArrowheads="1"/>
          </p:cNvSpPr>
          <p:nvPr>
            <p:ph type="title"/>
          </p:nvPr>
        </p:nvSpPr>
        <p:spPr>
          <a:xfrm>
            <a:off x="2057400" y="685800"/>
            <a:ext cx="8229600" cy="1143000"/>
          </a:xfrm>
        </p:spPr>
        <p:txBody>
          <a:bodyPr>
            <a:normAutofit fontScale="90000"/>
          </a:bodyPr>
          <a:lstStyle/>
          <a:p>
            <a:pPr eaLnBrk="1" hangingPunct="1"/>
            <a:r>
              <a:rPr lang="en-US" altLang="fr-FR" sz="3200"/>
              <a:t>How do we know the intensity of our exercise?  It is </a:t>
            </a:r>
            <a:r>
              <a:rPr lang="en-US" altLang="fr-FR" sz="3200" i="1" u="sng"/>
              <a:t>moderate</a:t>
            </a:r>
            <a:r>
              <a:rPr lang="en-US" altLang="fr-FR" sz="3200"/>
              <a:t> when you can maintain a comfortable conversation during the activity!</a:t>
            </a:r>
          </a:p>
        </p:txBody>
      </p:sp>
      <p:sp>
        <p:nvSpPr>
          <p:cNvPr id="161795" name="Footer Placeholder 3">
            <a:extLst>
              <a:ext uri="{FF2B5EF4-FFF2-40B4-BE49-F238E27FC236}">
                <a16:creationId xmlns:a16="http://schemas.microsoft.com/office/drawing/2014/main" xmlns="" id="{6AE79D58-B596-4E4C-815E-AEF0F5484463}"/>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161796" name="Slide Number Placeholder 4">
            <a:extLst>
              <a:ext uri="{FF2B5EF4-FFF2-40B4-BE49-F238E27FC236}">
                <a16:creationId xmlns:a16="http://schemas.microsoft.com/office/drawing/2014/main" xmlns="" id="{EB6DF0D5-C03E-4F19-B054-4DC4CF40D294}"/>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Exercise  16</a:t>
            </a:r>
          </a:p>
        </p:txBody>
      </p:sp>
      <p:pic>
        <p:nvPicPr>
          <p:cNvPr id="161797" name="Picture 2" descr="G:\For Merle\Chapter 2 - exercise\101430626 - senior couple jogging in the park.jpg">
            <a:extLst>
              <a:ext uri="{FF2B5EF4-FFF2-40B4-BE49-F238E27FC236}">
                <a16:creationId xmlns:a16="http://schemas.microsoft.com/office/drawing/2014/main" xmlns="" id="{C87C6B59-1C4F-4A04-8708-67B1062F56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0700" y="2209800"/>
            <a:ext cx="36703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BCC67B0-785B-4A53-B964-780BC833DE9D}"/>
              </a:ext>
            </a:extLst>
          </p:cNvPr>
          <p:cNvSpPr>
            <a:spLocks noGrp="1"/>
          </p:cNvSpPr>
          <p:nvPr>
            <p:ph type="title"/>
          </p:nvPr>
        </p:nvSpPr>
        <p:spPr>
          <a:xfrm>
            <a:off x="1600200" y="381000"/>
            <a:ext cx="8991600" cy="1143000"/>
          </a:xfrm>
        </p:spPr>
        <p:txBody>
          <a:bodyPr rtlCol="0">
            <a:normAutofit/>
          </a:bodyPr>
          <a:lstStyle/>
          <a:p>
            <a:pPr>
              <a:defRPr/>
            </a:pPr>
            <a:r>
              <a:rPr lang="en-US" sz="3600" dirty="0"/>
              <a:t>Health benefits of physical activity</a:t>
            </a:r>
            <a:br>
              <a:rPr lang="en-US" sz="3600" dirty="0"/>
            </a:br>
            <a:r>
              <a:rPr lang="en-US" sz="3600" dirty="0"/>
              <a:t> far outweigh the  risks</a:t>
            </a:r>
          </a:p>
        </p:txBody>
      </p:sp>
      <p:sp>
        <p:nvSpPr>
          <p:cNvPr id="163843" name="Footer Placeholder 3">
            <a:extLst>
              <a:ext uri="{FF2B5EF4-FFF2-40B4-BE49-F238E27FC236}">
                <a16:creationId xmlns:a16="http://schemas.microsoft.com/office/drawing/2014/main" xmlns="" id="{23DB6044-D4E3-4C2D-9B4E-98A21155F67B}"/>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163844" name="Slide Number Placeholder 4">
            <a:extLst>
              <a:ext uri="{FF2B5EF4-FFF2-40B4-BE49-F238E27FC236}">
                <a16:creationId xmlns:a16="http://schemas.microsoft.com/office/drawing/2014/main" xmlns="" id="{1FCC710B-E1C1-4198-8CF9-55D5959F22AA}"/>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Exercise  17</a:t>
            </a:r>
          </a:p>
        </p:txBody>
      </p:sp>
      <p:pic>
        <p:nvPicPr>
          <p:cNvPr id="163845" name="Picture 2" descr="G:\For Merle\Chapter 2 - exercise\sb10062340mm-001 - man reaching for shoes.jpg">
            <a:extLst>
              <a:ext uri="{FF2B5EF4-FFF2-40B4-BE49-F238E27FC236}">
                <a16:creationId xmlns:a16="http://schemas.microsoft.com/office/drawing/2014/main" xmlns="" id="{F2593077-4759-4D72-ADF2-A902471519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1604964"/>
            <a:ext cx="7391400" cy="456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Title 1">
            <a:extLst>
              <a:ext uri="{FF2B5EF4-FFF2-40B4-BE49-F238E27FC236}">
                <a16:creationId xmlns:a16="http://schemas.microsoft.com/office/drawing/2014/main" xmlns="" id="{ABAAD0C0-5990-483E-971E-DD9B1B19927A}"/>
              </a:ext>
            </a:extLst>
          </p:cNvPr>
          <p:cNvSpPr>
            <a:spLocks noGrp="1" noChangeArrowheads="1"/>
          </p:cNvSpPr>
          <p:nvPr>
            <p:ph type="title"/>
          </p:nvPr>
        </p:nvSpPr>
        <p:spPr>
          <a:xfrm>
            <a:off x="1981200" y="152400"/>
            <a:ext cx="8229600" cy="1143000"/>
          </a:xfrm>
        </p:spPr>
        <p:txBody>
          <a:bodyPr/>
          <a:lstStyle/>
          <a:p>
            <a:pPr eaLnBrk="1" hangingPunct="1"/>
            <a:r>
              <a:rPr lang="en-US" altLang="fr-FR" sz="3600"/>
              <a:t>Walking is the best physical activity</a:t>
            </a:r>
          </a:p>
        </p:txBody>
      </p:sp>
      <p:sp>
        <p:nvSpPr>
          <p:cNvPr id="165891" name="Footer Placeholder 3">
            <a:extLst>
              <a:ext uri="{FF2B5EF4-FFF2-40B4-BE49-F238E27FC236}">
                <a16:creationId xmlns:a16="http://schemas.microsoft.com/office/drawing/2014/main" xmlns="" id="{6E44A276-756D-4F24-93F4-E238E933937E}"/>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165892" name="Slide Number Placeholder 4">
            <a:extLst>
              <a:ext uri="{FF2B5EF4-FFF2-40B4-BE49-F238E27FC236}">
                <a16:creationId xmlns:a16="http://schemas.microsoft.com/office/drawing/2014/main" xmlns="" id="{023CF834-5FED-4507-95E5-6AA2A1084461}"/>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Exercise  18</a:t>
            </a:r>
          </a:p>
        </p:txBody>
      </p:sp>
      <p:pic>
        <p:nvPicPr>
          <p:cNvPr id="165893" name="Picture 2" descr="C:\Users\thomasn\Pictures\Thinkstock hmpix4\Thinkstock Nancy\Exercise, sports, obesity, weight, scale\78486074.jpg">
            <a:extLst>
              <a:ext uri="{FF2B5EF4-FFF2-40B4-BE49-F238E27FC236}">
                <a16:creationId xmlns:a16="http://schemas.microsoft.com/office/drawing/2014/main" xmlns="" id="{3258331B-2622-4EDF-8F92-60668ACB43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3950" y="1214438"/>
            <a:ext cx="4946650" cy="507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D9FD082-BBD1-4B19-B19F-C9AF74FAFE85}"/>
              </a:ext>
            </a:extLst>
          </p:cNvPr>
          <p:cNvSpPr>
            <a:spLocks noGrp="1"/>
          </p:cNvSpPr>
          <p:nvPr>
            <p:ph type="title"/>
          </p:nvPr>
        </p:nvSpPr>
        <p:spPr/>
        <p:txBody>
          <a:bodyPr rtlCol="0">
            <a:normAutofit/>
          </a:bodyPr>
          <a:lstStyle/>
          <a:p>
            <a:pPr>
              <a:defRPr/>
            </a:pPr>
            <a:r>
              <a:rPr lang="en-US" dirty="0"/>
              <a:t>Ellen G. White</a:t>
            </a:r>
            <a:br>
              <a:rPr lang="en-US" dirty="0"/>
            </a:br>
            <a:r>
              <a:rPr lang="en-US" i="1" dirty="0"/>
              <a:t>The Health Reformer </a:t>
            </a:r>
            <a:r>
              <a:rPr lang="en-US" dirty="0"/>
              <a:t>July 1, 1872</a:t>
            </a:r>
          </a:p>
        </p:txBody>
      </p:sp>
      <p:sp>
        <p:nvSpPr>
          <p:cNvPr id="167939" name="Content Placeholder 2">
            <a:extLst>
              <a:ext uri="{FF2B5EF4-FFF2-40B4-BE49-F238E27FC236}">
                <a16:creationId xmlns:a16="http://schemas.microsoft.com/office/drawing/2014/main" xmlns="" id="{78B7E5E1-7F37-4B18-B307-5EC6A4FE111C}"/>
              </a:ext>
            </a:extLst>
          </p:cNvPr>
          <p:cNvSpPr>
            <a:spLocks noGrp="1" noChangeArrowheads="1"/>
          </p:cNvSpPr>
          <p:nvPr>
            <p:ph idx="1"/>
          </p:nvPr>
        </p:nvSpPr>
        <p:spPr/>
        <p:txBody>
          <a:bodyPr/>
          <a:lstStyle/>
          <a:p>
            <a:pPr marL="0" indent="0" algn="ctr">
              <a:buNone/>
            </a:pPr>
            <a:r>
              <a:rPr lang="en-US" altLang="en-US">
                <a:solidFill>
                  <a:srgbClr val="FFFFFF"/>
                </a:solidFill>
              </a:rPr>
              <a:t>“</a:t>
            </a:r>
            <a:r>
              <a:rPr lang="en-US" altLang="fr-FR">
                <a:solidFill>
                  <a:srgbClr val="FFFFFF"/>
                </a:solidFill>
              </a:rPr>
              <a:t>Walking, in all cases where it is possible, is the best exercise, because in walking, all the muscles are brought into action.</a:t>
            </a:r>
            <a:r>
              <a:rPr lang="en-US" altLang="en-US">
                <a:solidFill>
                  <a:srgbClr val="FFFFFF"/>
                </a:solidFill>
              </a:rPr>
              <a:t>”</a:t>
            </a:r>
            <a:endParaRPr lang="en-US" altLang="ja-JP">
              <a:solidFill>
                <a:srgbClr val="FFFFFF"/>
              </a:solidFill>
            </a:endParaRPr>
          </a:p>
          <a:p>
            <a:pPr marL="0" indent="0" algn="ctr"/>
            <a:endParaRPr lang="en-US" altLang="fr-FR"/>
          </a:p>
        </p:txBody>
      </p:sp>
      <p:sp>
        <p:nvSpPr>
          <p:cNvPr id="167940" name="Footer Placeholder 3">
            <a:extLst>
              <a:ext uri="{FF2B5EF4-FFF2-40B4-BE49-F238E27FC236}">
                <a16:creationId xmlns:a16="http://schemas.microsoft.com/office/drawing/2014/main" xmlns="" id="{BA96A34A-B63E-4EE2-810A-B683F0151A14}"/>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167941" name="Slide Number Placeholder 4">
            <a:extLst>
              <a:ext uri="{FF2B5EF4-FFF2-40B4-BE49-F238E27FC236}">
                <a16:creationId xmlns:a16="http://schemas.microsoft.com/office/drawing/2014/main" xmlns="" id="{B93A53B0-8276-4AA4-9919-864593071F42}"/>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Choices  19</a:t>
            </a:r>
          </a:p>
        </p:txBody>
      </p:sp>
      <p:pic>
        <p:nvPicPr>
          <p:cNvPr id="5122" name="Picture 2">
            <a:extLst>
              <a:ext uri="{FF2B5EF4-FFF2-40B4-BE49-F238E27FC236}">
                <a16:creationId xmlns:a16="http://schemas.microsoft.com/office/drawing/2014/main" xmlns="" id="{85A6D602-E3F3-43B2-B7DD-C7C89BC0E48C}"/>
              </a:ext>
            </a:extLst>
          </p:cNvPr>
          <p:cNvPicPr>
            <a:picLocks noChangeAspect="1" noChangeArrowheads="1"/>
          </p:cNvPicPr>
          <p:nvPr/>
        </p:nvPicPr>
        <p:blipFill>
          <a:blip r:embed="rId3" cstate="email"/>
          <a:srcRect/>
          <a:stretch>
            <a:fillRect/>
          </a:stretch>
        </p:blipFill>
        <p:spPr bwMode="auto">
          <a:xfrm>
            <a:off x="4876801" y="3429000"/>
            <a:ext cx="2828925" cy="317586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Title 1">
            <a:extLst>
              <a:ext uri="{FF2B5EF4-FFF2-40B4-BE49-F238E27FC236}">
                <a16:creationId xmlns:a16="http://schemas.microsoft.com/office/drawing/2014/main" xmlns="" id="{70E7499F-A9BE-4958-AA28-A605A4A535CD}"/>
              </a:ext>
            </a:extLst>
          </p:cNvPr>
          <p:cNvSpPr>
            <a:spLocks noGrp="1" noChangeArrowheads="1"/>
          </p:cNvSpPr>
          <p:nvPr>
            <p:ph type="title"/>
          </p:nvPr>
        </p:nvSpPr>
        <p:spPr>
          <a:xfrm>
            <a:off x="1600200" y="76200"/>
            <a:ext cx="9067800" cy="1143000"/>
          </a:xfrm>
        </p:spPr>
        <p:txBody>
          <a:bodyPr/>
          <a:lstStyle/>
          <a:p>
            <a:pPr eaLnBrk="1" hangingPunct="1"/>
            <a:r>
              <a:rPr lang="en-US" altLang="fr-FR" sz="3600"/>
              <a:t>Proper training clothes</a:t>
            </a:r>
          </a:p>
        </p:txBody>
      </p:sp>
      <p:sp>
        <p:nvSpPr>
          <p:cNvPr id="3" name="Content Placeholder 2">
            <a:extLst>
              <a:ext uri="{FF2B5EF4-FFF2-40B4-BE49-F238E27FC236}">
                <a16:creationId xmlns:a16="http://schemas.microsoft.com/office/drawing/2014/main" xmlns="" id="{6C82B48C-C37A-4C77-AF7F-75E0F868EDC8}"/>
              </a:ext>
            </a:extLst>
          </p:cNvPr>
          <p:cNvSpPr>
            <a:spLocks noGrp="1"/>
          </p:cNvSpPr>
          <p:nvPr>
            <p:ph idx="1"/>
          </p:nvPr>
        </p:nvSpPr>
        <p:spPr>
          <a:xfrm>
            <a:off x="2133600" y="2209800"/>
            <a:ext cx="4191000" cy="2590800"/>
          </a:xfrm>
        </p:spPr>
        <p:txBody>
          <a:bodyPr rtlCol="0">
            <a:noAutofit/>
          </a:bodyPr>
          <a:lstStyle/>
          <a:p>
            <a:pPr marL="0" indent="0">
              <a:spcBef>
                <a:spcPts val="0"/>
              </a:spcBef>
              <a:buNone/>
              <a:defRPr/>
            </a:pPr>
            <a:r>
              <a:rPr lang="en-US" sz="3000" dirty="0">
                <a:solidFill>
                  <a:srgbClr val="FFFFFF"/>
                </a:solidFill>
              </a:rPr>
              <a:t>Lightweight, appropriate to climatic conditions, with maximum freedom of movement</a:t>
            </a:r>
          </a:p>
          <a:p>
            <a:pPr marL="0" indent="0">
              <a:spcBef>
                <a:spcPts val="0"/>
              </a:spcBef>
              <a:buNone/>
              <a:defRPr/>
            </a:pPr>
            <a:endParaRPr lang="en-US" sz="3000" dirty="0">
              <a:solidFill>
                <a:srgbClr val="FFFFFF"/>
              </a:solidFill>
            </a:endParaRPr>
          </a:p>
          <a:p>
            <a:pPr>
              <a:spcBef>
                <a:spcPts val="0"/>
              </a:spcBef>
              <a:defRPr/>
            </a:pPr>
            <a:endParaRPr lang="en-US" sz="3000" dirty="0">
              <a:solidFill>
                <a:srgbClr val="FFFFFF"/>
              </a:solidFill>
            </a:endParaRPr>
          </a:p>
          <a:p>
            <a:pPr marL="0" indent="0">
              <a:buNone/>
              <a:defRPr/>
            </a:pPr>
            <a:endParaRPr lang="en-US" sz="3000" dirty="0"/>
          </a:p>
        </p:txBody>
      </p:sp>
      <p:sp>
        <p:nvSpPr>
          <p:cNvPr id="169988" name="Footer Placeholder 3">
            <a:extLst>
              <a:ext uri="{FF2B5EF4-FFF2-40B4-BE49-F238E27FC236}">
                <a16:creationId xmlns:a16="http://schemas.microsoft.com/office/drawing/2014/main" xmlns="" id="{D041A07C-F459-4628-99A2-077786291E76}"/>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169989" name="Slide Number Placeholder 4">
            <a:extLst>
              <a:ext uri="{FF2B5EF4-FFF2-40B4-BE49-F238E27FC236}">
                <a16:creationId xmlns:a16="http://schemas.microsoft.com/office/drawing/2014/main" xmlns="" id="{D40B7B6A-589A-479A-83FE-EE538E249F96}"/>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Exercise  20</a:t>
            </a:r>
          </a:p>
        </p:txBody>
      </p:sp>
      <p:pic>
        <p:nvPicPr>
          <p:cNvPr id="169990" name="Picture 3" descr="H:\For Merle\Chapter 2 - exercise\Low Res\133628729 - woman running.jpg">
            <a:extLst>
              <a:ext uri="{FF2B5EF4-FFF2-40B4-BE49-F238E27FC236}">
                <a16:creationId xmlns:a16="http://schemas.microsoft.com/office/drawing/2014/main" xmlns="" id="{E391FDF8-EE4D-4D16-83CD-AA54879F9A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39076" y="914400"/>
            <a:ext cx="2652713"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A539964-7616-4523-96B9-673B07667BCE}"/>
              </a:ext>
            </a:extLst>
          </p:cNvPr>
          <p:cNvSpPr>
            <a:spLocks noGrp="1"/>
          </p:cNvSpPr>
          <p:nvPr>
            <p:ph idx="1"/>
          </p:nvPr>
        </p:nvSpPr>
        <p:spPr>
          <a:xfrm>
            <a:off x="1981200" y="1447800"/>
            <a:ext cx="5257800" cy="3810000"/>
          </a:xfrm>
        </p:spPr>
        <p:txBody>
          <a:bodyPr rtlCol="0">
            <a:noAutofit/>
          </a:bodyPr>
          <a:lstStyle/>
          <a:p>
            <a:pPr marL="0" indent="0">
              <a:spcBef>
                <a:spcPts val="0"/>
              </a:spcBef>
              <a:buNone/>
              <a:defRPr/>
            </a:pPr>
            <a:endParaRPr lang="en-US" sz="3000" dirty="0">
              <a:solidFill>
                <a:srgbClr val="FFFFFF"/>
              </a:solidFill>
            </a:endParaRPr>
          </a:p>
          <a:p>
            <a:pPr marL="0" indent="0">
              <a:spcBef>
                <a:spcPts val="0"/>
              </a:spcBef>
              <a:buNone/>
              <a:defRPr/>
            </a:pPr>
            <a:r>
              <a:rPr lang="en-US" sz="3000" dirty="0">
                <a:solidFill>
                  <a:srgbClr val="FFFFFF"/>
                </a:solidFill>
              </a:rPr>
              <a:t>Brightly colored, reflective materials if exercising in an urban area</a:t>
            </a:r>
          </a:p>
          <a:p>
            <a:pPr>
              <a:spcBef>
                <a:spcPts val="0"/>
              </a:spcBef>
              <a:defRPr/>
            </a:pPr>
            <a:endParaRPr lang="en-US" sz="3000" dirty="0">
              <a:solidFill>
                <a:srgbClr val="FFFFFF"/>
              </a:solidFill>
            </a:endParaRPr>
          </a:p>
          <a:p>
            <a:pPr marL="0" indent="0">
              <a:spcBef>
                <a:spcPts val="0"/>
              </a:spcBef>
              <a:buNone/>
              <a:defRPr/>
            </a:pPr>
            <a:r>
              <a:rPr lang="en-US" sz="3000" dirty="0">
                <a:solidFill>
                  <a:srgbClr val="FFFFFF"/>
                </a:solidFill>
              </a:rPr>
              <a:t>Best to dress in layers that can be removed</a:t>
            </a:r>
          </a:p>
          <a:p>
            <a:pPr>
              <a:spcBef>
                <a:spcPts val="0"/>
              </a:spcBef>
              <a:defRPr/>
            </a:pPr>
            <a:endParaRPr lang="en-US" sz="3000" dirty="0">
              <a:solidFill>
                <a:srgbClr val="FFFFFF"/>
              </a:solidFill>
            </a:endParaRPr>
          </a:p>
          <a:p>
            <a:pPr marL="0" indent="0">
              <a:buNone/>
              <a:defRPr/>
            </a:pPr>
            <a:endParaRPr lang="en-US" sz="3000" dirty="0"/>
          </a:p>
        </p:txBody>
      </p:sp>
      <p:sp>
        <p:nvSpPr>
          <p:cNvPr id="172035" name="Footer Placeholder 3">
            <a:extLst>
              <a:ext uri="{FF2B5EF4-FFF2-40B4-BE49-F238E27FC236}">
                <a16:creationId xmlns:a16="http://schemas.microsoft.com/office/drawing/2014/main" xmlns="" id="{ED565DA2-F026-4B54-9CFE-5D627EC0A3DF}"/>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172036" name="Slide Number Placeholder 4">
            <a:extLst>
              <a:ext uri="{FF2B5EF4-FFF2-40B4-BE49-F238E27FC236}">
                <a16:creationId xmlns:a16="http://schemas.microsoft.com/office/drawing/2014/main" xmlns="" id="{6C84A12C-C15D-4B1B-B3DF-F4E59A8A8D24}"/>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Exercise  21</a:t>
            </a:r>
          </a:p>
        </p:txBody>
      </p:sp>
      <p:pic>
        <p:nvPicPr>
          <p:cNvPr id="172037" name="Picture 3" descr="H:\For Merle\Chapter 2 - exercise\Low Res\133628729 - woman running.jpg">
            <a:extLst>
              <a:ext uri="{FF2B5EF4-FFF2-40B4-BE49-F238E27FC236}">
                <a16:creationId xmlns:a16="http://schemas.microsoft.com/office/drawing/2014/main" xmlns="" id="{D5ECF4E2-17D5-4363-9746-EE8347F805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0" y="1066800"/>
            <a:ext cx="3252788" cy="488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Content Placeholder 2">
            <a:extLst>
              <a:ext uri="{FF2B5EF4-FFF2-40B4-BE49-F238E27FC236}">
                <a16:creationId xmlns:a16="http://schemas.microsoft.com/office/drawing/2014/main" xmlns="" id="{2AC0BA64-BC8B-4E2C-AA56-73FB0CF1ABB4}"/>
              </a:ext>
            </a:extLst>
          </p:cNvPr>
          <p:cNvSpPr>
            <a:spLocks noGrp="1" noChangeArrowheads="1"/>
          </p:cNvSpPr>
          <p:nvPr>
            <p:ph idx="1"/>
          </p:nvPr>
        </p:nvSpPr>
        <p:spPr>
          <a:xfrm>
            <a:off x="2209800" y="1295401"/>
            <a:ext cx="3200400" cy="4525963"/>
          </a:xfrm>
        </p:spPr>
        <p:txBody>
          <a:bodyPr/>
          <a:lstStyle/>
          <a:p>
            <a:pPr marL="0" indent="0">
              <a:buNone/>
            </a:pPr>
            <a:r>
              <a:rPr lang="en-US" altLang="fr-FR" sz="3000">
                <a:solidFill>
                  <a:srgbClr val="FFFFFF"/>
                </a:solidFill>
              </a:rPr>
              <a:t>If it</a:t>
            </a:r>
            <a:r>
              <a:rPr lang="en-US" altLang="en-US" sz="3000">
                <a:solidFill>
                  <a:srgbClr val="FFFFFF"/>
                </a:solidFill>
              </a:rPr>
              <a:t>’</a:t>
            </a:r>
            <a:r>
              <a:rPr lang="en-US" altLang="fr-FR" sz="3000">
                <a:solidFill>
                  <a:srgbClr val="FFFFFF"/>
                </a:solidFill>
              </a:rPr>
              <a:t>s very cold, consider wearing a face mask or scarf to warm the air before it enters the lungs </a:t>
            </a:r>
            <a:endParaRPr lang="en-US" altLang="fr-FR" sz="3000"/>
          </a:p>
        </p:txBody>
      </p:sp>
      <p:sp>
        <p:nvSpPr>
          <p:cNvPr id="174083" name="Footer Placeholder 3">
            <a:extLst>
              <a:ext uri="{FF2B5EF4-FFF2-40B4-BE49-F238E27FC236}">
                <a16:creationId xmlns:a16="http://schemas.microsoft.com/office/drawing/2014/main" xmlns="" id="{5F0B0765-874D-4118-AAAD-A27EB1EB5601}"/>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174084" name="Slide Number Placeholder 4">
            <a:extLst>
              <a:ext uri="{FF2B5EF4-FFF2-40B4-BE49-F238E27FC236}">
                <a16:creationId xmlns:a16="http://schemas.microsoft.com/office/drawing/2014/main" xmlns="" id="{EC407EF4-9F4A-4406-8CFA-130CA55A2ED9}"/>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Exercise  22</a:t>
            </a:r>
          </a:p>
        </p:txBody>
      </p:sp>
      <p:pic>
        <p:nvPicPr>
          <p:cNvPr id="174085" name="Picture 2" descr="C:\Users\thomasn\Downloads\97787962.jpg">
            <a:extLst>
              <a:ext uri="{FF2B5EF4-FFF2-40B4-BE49-F238E27FC236}">
                <a16:creationId xmlns:a16="http://schemas.microsoft.com/office/drawing/2014/main" xmlns="" id="{22236567-ED74-4347-A20C-02E8084211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0" y="1447801"/>
            <a:ext cx="4446588" cy="397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4383549-5727-43C8-96F2-9963A5BF6CE9}"/>
              </a:ext>
            </a:extLst>
          </p:cNvPr>
          <p:cNvSpPr>
            <a:spLocks noGrp="1"/>
          </p:cNvSpPr>
          <p:nvPr>
            <p:ph idx="1"/>
          </p:nvPr>
        </p:nvSpPr>
        <p:spPr>
          <a:xfrm>
            <a:off x="2057400" y="762000"/>
            <a:ext cx="4114800" cy="5105400"/>
          </a:xfrm>
        </p:spPr>
        <p:txBody>
          <a:bodyPr rtlCol="0">
            <a:normAutofit/>
          </a:bodyPr>
          <a:lstStyle/>
          <a:p>
            <a:pPr marL="0" indent="0">
              <a:spcBef>
                <a:spcPts val="0"/>
              </a:spcBef>
              <a:buNone/>
              <a:defRPr/>
            </a:pPr>
            <a:endParaRPr lang="en-US" sz="3000" dirty="0">
              <a:solidFill>
                <a:srgbClr val="FFFFFF"/>
              </a:solidFill>
            </a:endParaRPr>
          </a:p>
          <a:p>
            <a:pPr marL="0" indent="0">
              <a:spcBef>
                <a:spcPts val="0"/>
              </a:spcBef>
              <a:buNone/>
              <a:defRPr/>
            </a:pPr>
            <a:endParaRPr lang="en-US" sz="3000" dirty="0">
              <a:solidFill>
                <a:srgbClr val="FFFFFF"/>
              </a:solidFill>
            </a:endParaRPr>
          </a:p>
          <a:p>
            <a:pPr marL="0" indent="0">
              <a:spcBef>
                <a:spcPts val="0"/>
              </a:spcBef>
              <a:buNone/>
              <a:defRPr/>
            </a:pPr>
            <a:r>
              <a:rPr lang="en-US" sz="3000" dirty="0">
                <a:solidFill>
                  <a:srgbClr val="FFFFFF"/>
                </a:solidFill>
              </a:rPr>
              <a:t>Wear protective gear if doing risky activity: helmet, wrist guards, knee guards</a:t>
            </a:r>
          </a:p>
          <a:p>
            <a:pPr>
              <a:defRPr/>
            </a:pPr>
            <a:endParaRPr lang="en-US" sz="3000" dirty="0"/>
          </a:p>
        </p:txBody>
      </p:sp>
      <p:sp>
        <p:nvSpPr>
          <p:cNvPr id="176131" name="Footer Placeholder 3">
            <a:extLst>
              <a:ext uri="{FF2B5EF4-FFF2-40B4-BE49-F238E27FC236}">
                <a16:creationId xmlns:a16="http://schemas.microsoft.com/office/drawing/2014/main" xmlns="" id="{E7799BE2-0415-4D58-9C63-933D1D89B920}"/>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176132" name="Slide Number Placeholder 4">
            <a:extLst>
              <a:ext uri="{FF2B5EF4-FFF2-40B4-BE49-F238E27FC236}">
                <a16:creationId xmlns:a16="http://schemas.microsoft.com/office/drawing/2014/main" xmlns="" id="{12D2FA86-86B9-419B-A73F-56479EDE7172}"/>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Exercise  23</a:t>
            </a:r>
          </a:p>
        </p:txBody>
      </p:sp>
      <p:pic>
        <p:nvPicPr>
          <p:cNvPr id="176133" name="Picture 3" descr="C:\Users\thomasn\Downloads\79076202.jpg">
            <a:extLst>
              <a:ext uri="{FF2B5EF4-FFF2-40B4-BE49-F238E27FC236}">
                <a16:creationId xmlns:a16="http://schemas.microsoft.com/office/drawing/2014/main" xmlns="" id="{940700EF-C215-47BF-BDF0-BBCC8E48BB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3364" y="609600"/>
            <a:ext cx="3805237" cy="544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Title 1">
            <a:extLst>
              <a:ext uri="{FF2B5EF4-FFF2-40B4-BE49-F238E27FC236}">
                <a16:creationId xmlns:a16="http://schemas.microsoft.com/office/drawing/2014/main" xmlns="" id="{D9B0E81A-D824-4CC5-8835-089421AB2062}"/>
              </a:ext>
            </a:extLst>
          </p:cNvPr>
          <p:cNvSpPr>
            <a:spLocks noGrp="1" noChangeArrowheads="1"/>
          </p:cNvSpPr>
          <p:nvPr>
            <p:ph type="title"/>
          </p:nvPr>
        </p:nvSpPr>
        <p:spPr>
          <a:xfrm>
            <a:off x="1981200" y="152400"/>
            <a:ext cx="8229600" cy="1143000"/>
          </a:xfrm>
        </p:spPr>
        <p:txBody>
          <a:bodyPr/>
          <a:lstStyle/>
          <a:p>
            <a:pPr eaLnBrk="1" hangingPunct="1"/>
            <a:r>
              <a:rPr lang="en-US" altLang="fr-FR" sz="3600"/>
              <a:t>Proper training shoes</a:t>
            </a:r>
          </a:p>
        </p:txBody>
      </p:sp>
      <p:sp>
        <p:nvSpPr>
          <p:cNvPr id="178179" name="Footer Placeholder 3">
            <a:extLst>
              <a:ext uri="{FF2B5EF4-FFF2-40B4-BE49-F238E27FC236}">
                <a16:creationId xmlns:a16="http://schemas.microsoft.com/office/drawing/2014/main" xmlns="" id="{A3CF347C-9C04-4CED-B9BA-2359933C708B}"/>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178180" name="Slide Number Placeholder 4">
            <a:extLst>
              <a:ext uri="{FF2B5EF4-FFF2-40B4-BE49-F238E27FC236}">
                <a16:creationId xmlns:a16="http://schemas.microsoft.com/office/drawing/2014/main" xmlns="" id="{16F2BEE1-5BD4-4C07-A964-2D17ABC79651}"/>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Exercise  24</a:t>
            </a:r>
          </a:p>
        </p:txBody>
      </p:sp>
      <p:pic>
        <p:nvPicPr>
          <p:cNvPr id="178181" name="Picture 4" descr="C:\Users\thomasn\Pictures\Thinkstock hmpix4\Thinkstock Nancy\Exercise, sports, outdoor activity, obesity\87465355.jpg">
            <a:extLst>
              <a:ext uri="{FF2B5EF4-FFF2-40B4-BE49-F238E27FC236}">
                <a16:creationId xmlns:a16="http://schemas.microsoft.com/office/drawing/2014/main" xmlns="" id="{F9EF2CCE-FFB7-4941-B3AA-7F4576ABA5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1700" y="1524000"/>
            <a:ext cx="5308600" cy="453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Title 1">
            <a:extLst>
              <a:ext uri="{FF2B5EF4-FFF2-40B4-BE49-F238E27FC236}">
                <a16:creationId xmlns:a16="http://schemas.microsoft.com/office/drawing/2014/main" xmlns="" id="{BE9B5FF5-39BF-475E-A6A8-760CC7EC673C}"/>
              </a:ext>
            </a:extLst>
          </p:cNvPr>
          <p:cNvSpPr>
            <a:spLocks noGrp="1" noChangeArrowheads="1"/>
          </p:cNvSpPr>
          <p:nvPr>
            <p:ph type="title"/>
          </p:nvPr>
        </p:nvSpPr>
        <p:spPr>
          <a:xfrm>
            <a:off x="1981200" y="152400"/>
            <a:ext cx="8229600" cy="1143000"/>
          </a:xfrm>
        </p:spPr>
        <p:txBody>
          <a:bodyPr/>
          <a:lstStyle/>
          <a:p>
            <a:pPr eaLnBrk="1" hangingPunct="1"/>
            <a:r>
              <a:rPr lang="en-US" altLang="fr-FR" sz="3600">
                <a:solidFill>
                  <a:srgbClr val="FFFFFF"/>
                </a:solidFill>
              </a:rPr>
              <a:t>Exercising faith</a:t>
            </a:r>
            <a:endParaRPr lang="en-US" altLang="fr-FR">
              <a:ln>
                <a:noFill/>
              </a:ln>
            </a:endParaRPr>
          </a:p>
        </p:txBody>
      </p:sp>
      <p:sp>
        <p:nvSpPr>
          <p:cNvPr id="180227" name="Content Placeholder 2">
            <a:extLst>
              <a:ext uri="{FF2B5EF4-FFF2-40B4-BE49-F238E27FC236}">
                <a16:creationId xmlns:a16="http://schemas.microsoft.com/office/drawing/2014/main" xmlns="" id="{B19898BD-C3C2-4BCD-8530-E6B11C5960DE}"/>
              </a:ext>
            </a:extLst>
          </p:cNvPr>
          <p:cNvSpPr>
            <a:spLocks noGrp="1" noChangeArrowheads="1"/>
          </p:cNvSpPr>
          <p:nvPr>
            <p:ph idx="1"/>
          </p:nvPr>
        </p:nvSpPr>
        <p:spPr>
          <a:xfrm>
            <a:off x="1981200" y="2027238"/>
            <a:ext cx="8229600" cy="4525962"/>
          </a:xfrm>
        </p:spPr>
        <p:txBody>
          <a:bodyPr/>
          <a:lstStyle/>
          <a:p>
            <a:pPr marL="0" indent="0" algn="ctr">
              <a:buNone/>
            </a:pPr>
            <a:r>
              <a:rPr lang="en-US" altLang="fr-FR" sz="3000">
                <a:solidFill>
                  <a:srgbClr val="FFFFFF"/>
                </a:solidFill>
              </a:rPr>
              <a:t>Even the youths shall faint and be weary, </a:t>
            </a:r>
            <a:br>
              <a:rPr lang="en-US" altLang="fr-FR" sz="3000">
                <a:solidFill>
                  <a:srgbClr val="FFFFFF"/>
                </a:solidFill>
              </a:rPr>
            </a:br>
            <a:r>
              <a:rPr lang="en-US" altLang="fr-FR" sz="3000">
                <a:solidFill>
                  <a:srgbClr val="FFFFFF"/>
                </a:solidFill>
              </a:rPr>
              <a:t>and the young men shall utterly fall, </a:t>
            </a:r>
            <a:br>
              <a:rPr lang="en-US" altLang="fr-FR" sz="3000">
                <a:solidFill>
                  <a:srgbClr val="FFFFFF"/>
                </a:solidFill>
              </a:rPr>
            </a:br>
            <a:r>
              <a:rPr lang="en-US" altLang="fr-FR" sz="3000">
                <a:solidFill>
                  <a:srgbClr val="FFFFFF"/>
                </a:solidFill>
              </a:rPr>
              <a:t>but those who wait on the Lord shall </a:t>
            </a:r>
            <a:br>
              <a:rPr lang="en-US" altLang="fr-FR" sz="3000">
                <a:solidFill>
                  <a:srgbClr val="FFFFFF"/>
                </a:solidFill>
              </a:rPr>
            </a:br>
            <a:r>
              <a:rPr lang="en-US" altLang="fr-FR" sz="3000">
                <a:solidFill>
                  <a:srgbClr val="FFFFFF"/>
                </a:solidFill>
              </a:rPr>
              <a:t>renew their strength; </a:t>
            </a:r>
            <a:br>
              <a:rPr lang="en-US" altLang="fr-FR" sz="3000">
                <a:solidFill>
                  <a:srgbClr val="FFFFFF"/>
                </a:solidFill>
              </a:rPr>
            </a:br>
            <a:r>
              <a:rPr lang="en-US" altLang="fr-FR" sz="3000">
                <a:solidFill>
                  <a:srgbClr val="FFFFFF"/>
                </a:solidFill>
              </a:rPr>
              <a:t>they shall mount up with wings like eagles, </a:t>
            </a:r>
            <a:br>
              <a:rPr lang="en-US" altLang="fr-FR" sz="3000">
                <a:solidFill>
                  <a:srgbClr val="FFFFFF"/>
                </a:solidFill>
              </a:rPr>
            </a:br>
            <a:r>
              <a:rPr lang="en-US" altLang="fr-FR" sz="3000">
                <a:solidFill>
                  <a:srgbClr val="FFFFFF"/>
                </a:solidFill>
              </a:rPr>
              <a:t>they shall run and not be weary, </a:t>
            </a:r>
            <a:br>
              <a:rPr lang="en-US" altLang="fr-FR" sz="3000">
                <a:solidFill>
                  <a:srgbClr val="FFFFFF"/>
                </a:solidFill>
              </a:rPr>
            </a:br>
            <a:r>
              <a:rPr lang="en-US" altLang="fr-FR" sz="3000">
                <a:solidFill>
                  <a:srgbClr val="FFFFFF"/>
                </a:solidFill>
              </a:rPr>
              <a:t>they shall walk and not faint.</a:t>
            </a:r>
            <a:br>
              <a:rPr lang="en-US" altLang="fr-FR" sz="3000">
                <a:solidFill>
                  <a:srgbClr val="FFFFFF"/>
                </a:solidFill>
              </a:rPr>
            </a:br>
            <a:r>
              <a:rPr lang="en-US" altLang="fr-FR" sz="3000">
                <a:solidFill>
                  <a:srgbClr val="FFFFFF"/>
                </a:solidFill>
              </a:rPr>
              <a:t>Isaiah 40:29-31, NKJV</a:t>
            </a:r>
          </a:p>
          <a:p>
            <a:pPr marL="0" indent="0"/>
            <a:endParaRPr lang="en-US" altLang="fr-FR" sz="3000"/>
          </a:p>
        </p:txBody>
      </p:sp>
      <p:sp>
        <p:nvSpPr>
          <p:cNvPr id="180228" name="Footer Placeholder 3">
            <a:extLst>
              <a:ext uri="{FF2B5EF4-FFF2-40B4-BE49-F238E27FC236}">
                <a16:creationId xmlns:a16="http://schemas.microsoft.com/office/drawing/2014/main" xmlns="" id="{4942521C-2A15-482D-8ADA-60DBF25373F4}"/>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180229" name="Slide Number Placeholder 4">
            <a:extLst>
              <a:ext uri="{FF2B5EF4-FFF2-40B4-BE49-F238E27FC236}">
                <a16:creationId xmlns:a16="http://schemas.microsoft.com/office/drawing/2014/main" xmlns="" id="{8CF54209-6851-45FB-9D7A-3B44C10F8625}"/>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Exercise  25</a:t>
            </a:r>
          </a:p>
        </p:txBody>
      </p:sp>
      <p:pic>
        <p:nvPicPr>
          <p:cNvPr id="180230" name="Picture 3" descr="C:\Users\thomasn\Pictures\Thinkstock hmpix4\Thinkstock Nancy\Animals\140234914.jpg">
            <a:extLst>
              <a:ext uri="{FF2B5EF4-FFF2-40B4-BE49-F238E27FC236}">
                <a16:creationId xmlns:a16="http://schemas.microsoft.com/office/drawing/2014/main" xmlns="" id="{E292E210-F38B-4BA0-ACC6-77175B3DD6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1"/>
            <a:ext cx="29718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2274" name="Picture 2" descr="G:\For Merle\AA013151.jpg">
            <a:extLst>
              <a:ext uri="{FF2B5EF4-FFF2-40B4-BE49-F238E27FC236}">
                <a16:creationId xmlns:a16="http://schemas.microsoft.com/office/drawing/2014/main" xmlns="" id="{9E7FC619-21A1-44E7-94DB-BE105D995A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275" name="Title 1">
            <a:extLst>
              <a:ext uri="{FF2B5EF4-FFF2-40B4-BE49-F238E27FC236}">
                <a16:creationId xmlns:a16="http://schemas.microsoft.com/office/drawing/2014/main" xmlns="" id="{D6590B17-B92F-4F47-B44B-7638367B1C06}"/>
              </a:ext>
            </a:extLst>
          </p:cNvPr>
          <p:cNvSpPr>
            <a:spLocks noGrp="1" noChangeArrowheads="1"/>
          </p:cNvSpPr>
          <p:nvPr>
            <p:ph type="title"/>
          </p:nvPr>
        </p:nvSpPr>
        <p:spPr>
          <a:xfrm>
            <a:off x="1905000" y="457200"/>
            <a:ext cx="8229600" cy="1143000"/>
          </a:xfrm>
        </p:spPr>
        <p:txBody>
          <a:bodyPr/>
          <a:lstStyle/>
          <a:p>
            <a:pPr eaLnBrk="1" hangingPunct="1"/>
            <a:r>
              <a:rPr lang="en-US" altLang="fr-FR" sz="3600" b="1">
                <a:solidFill>
                  <a:schemeClr val="bg1"/>
                </a:solidFill>
              </a:rPr>
              <a:t>LIFE APPLICATION</a:t>
            </a:r>
            <a:br>
              <a:rPr lang="en-US" altLang="fr-FR" sz="3600" b="1">
                <a:solidFill>
                  <a:schemeClr val="bg1"/>
                </a:solidFill>
              </a:rPr>
            </a:br>
            <a:r>
              <a:rPr lang="en-US" altLang="fr-FR" sz="3600" b="1">
                <a:solidFill>
                  <a:schemeClr val="bg1"/>
                </a:solidFill>
              </a:rPr>
              <a:t>QUESTIONS</a:t>
            </a:r>
          </a:p>
        </p:txBody>
      </p:sp>
      <p:sp>
        <p:nvSpPr>
          <p:cNvPr id="182276" name="Footer Placeholder 3">
            <a:extLst>
              <a:ext uri="{FF2B5EF4-FFF2-40B4-BE49-F238E27FC236}">
                <a16:creationId xmlns:a16="http://schemas.microsoft.com/office/drawing/2014/main" xmlns="" id="{DD794AD0-5780-4B67-A29E-7367CDF4CC16}"/>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182277" name="Slide Number Placeholder 4">
            <a:extLst>
              <a:ext uri="{FF2B5EF4-FFF2-40B4-BE49-F238E27FC236}">
                <a16:creationId xmlns:a16="http://schemas.microsoft.com/office/drawing/2014/main" xmlns="" id="{EB4F1569-B54A-4735-85EE-CE7EEE7BA84A}"/>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Exercise  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Content Placeholder 2">
            <a:extLst>
              <a:ext uri="{FF2B5EF4-FFF2-40B4-BE49-F238E27FC236}">
                <a16:creationId xmlns:a16="http://schemas.microsoft.com/office/drawing/2014/main" xmlns="" id="{42CE10D7-A000-46ED-A9FC-E84A525E8498}"/>
              </a:ext>
            </a:extLst>
          </p:cNvPr>
          <p:cNvSpPr>
            <a:spLocks noGrp="1" noChangeArrowheads="1"/>
          </p:cNvSpPr>
          <p:nvPr>
            <p:ph idx="1"/>
          </p:nvPr>
        </p:nvSpPr>
        <p:spPr>
          <a:xfrm>
            <a:off x="1981200" y="122238"/>
            <a:ext cx="5105400" cy="6202362"/>
          </a:xfrm>
        </p:spPr>
        <p:txBody>
          <a:bodyPr/>
          <a:lstStyle/>
          <a:p>
            <a:pPr marL="0" indent="0">
              <a:buNone/>
            </a:pPr>
            <a:endParaRPr lang="en-US" altLang="fr-FR" sz="2700"/>
          </a:p>
          <a:p>
            <a:pPr marL="0" indent="0">
              <a:buNone/>
            </a:pPr>
            <a:r>
              <a:rPr lang="en-US" altLang="fr-FR" sz="2700"/>
              <a:t>What are the most attractive benefits of regular exercise?</a:t>
            </a:r>
          </a:p>
          <a:p>
            <a:pPr marL="0" indent="0">
              <a:buNone/>
            </a:pPr>
            <a:r>
              <a:rPr lang="en-US" altLang="fr-FR" sz="2700"/>
              <a:t> </a:t>
            </a:r>
          </a:p>
        </p:txBody>
      </p:sp>
      <p:pic>
        <p:nvPicPr>
          <p:cNvPr id="184323" name="Picture 2" descr="G:\For Merle\148157395.jpg">
            <a:extLst>
              <a:ext uri="{FF2B5EF4-FFF2-40B4-BE49-F238E27FC236}">
                <a16:creationId xmlns:a16="http://schemas.microsoft.com/office/drawing/2014/main" xmlns="" id="{C02E5328-7287-4497-9A22-6F08968D01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1" y="776289"/>
            <a:ext cx="3116263" cy="467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24" name="Footer Placeholder 3">
            <a:extLst>
              <a:ext uri="{FF2B5EF4-FFF2-40B4-BE49-F238E27FC236}">
                <a16:creationId xmlns:a16="http://schemas.microsoft.com/office/drawing/2014/main" xmlns="" id="{B231D6CB-493E-412A-A34F-43F1A8854A35}"/>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184325" name="Slide Number Placeholder 4">
            <a:extLst>
              <a:ext uri="{FF2B5EF4-FFF2-40B4-BE49-F238E27FC236}">
                <a16:creationId xmlns:a16="http://schemas.microsoft.com/office/drawing/2014/main" xmlns="" id="{FAC13E17-5743-490E-A184-6FA0CFDC87A7}"/>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Exercise  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90EE29D-3C72-4A79-997A-F628A3CC4C0B}"/>
              </a:ext>
            </a:extLst>
          </p:cNvPr>
          <p:cNvSpPr>
            <a:spLocks noGrp="1"/>
          </p:cNvSpPr>
          <p:nvPr>
            <p:ph idx="1"/>
          </p:nvPr>
        </p:nvSpPr>
        <p:spPr>
          <a:xfrm>
            <a:off x="1981200" y="122238"/>
            <a:ext cx="5105400" cy="6202362"/>
          </a:xfrm>
        </p:spPr>
        <p:txBody>
          <a:bodyPr rtlCol="0">
            <a:normAutofit/>
          </a:bodyPr>
          <a:lstStyle/>
          <a:p>
            <a:pPr marL="0" indent="0">
              <a:buNone/>
              <a:defRPr/>
            </a:pPr>
            <a:endParaRPr lang="en-US" sz="2700" dirty="0"/>
          </a:p>
          <a:p>
            <a:pPr marL="0" indent="0">
              <a:buNone/>
              <a:defRPr/>
            </a:pPr>
            <a:r>
              <a:rPr lang="en-US" sz="2700" dirty="0">
                <a:solidFill>
                  <a:schemeClr val="bg1">
                    <a:lumMod val="65000"/>
                    <a:lumOff val="35000"/>
                  </a:schemeClr>
                </a:solidFill>
              </a:rPr>
              <a:t>What are the most attractive benefits of regular exercise?</a:t>
            </a:r>
          </a:p>
          <a:p>
            <a:pPr marL="0" indent="0">
              <a:buNone/>
              <a:defRPr/>
            </a:pPr>
            <a:r>
              <a:rPr lang="en-US" sz="2700" dirty="0">
                <a:solidFill>
                  <a:schemeClr val="bg1">
                    <a:lumMod val="65000"/>
                    <a:lumOff val="35000"/>
                  </a:schemeClr>
                </a:solidFill>
              </a:rPr>
              <a:t> </a:t>
            </a:r>
          </a:p>
          <a:p>
            <a:pPr marL="0" indent="0">
              <a:buNone/>
              <a:defRPr/>
            </a:pPr>
            <a:r>
              <a:rPr lang="en-US" sz="2700" dirty="0"/>
              <a:t>How can I live longer with better cognitive function and lower my risk of getting cancer, cardiovascular disease, or diabetes? </a:t>
            </a:r>
          </a:p>
          <a:p>
            <a:pPr marL="0" indent="0">
              <a:buNone/>
              <a:defRPr/>
            </a:pPr>
            <a:endParaRPr lang="en-US" sz="2700" dirty="0"/>
          </a:p>
        </p:txBody>
      </p:sp>
      <p:pic>
        <p:nvPicPr>
          <p:cNvPr id="186371" name="Picture 2" descr="G:\For Merle\148157395.jpg">
            <a:extLst>
              <a:ext uri="{FF2B5EF4-FFF2-40B4-BE49-F238E27FC236}">
                <a16:creationId xmlns:a16="http://schemas.microsoft.com/office/drawing/2014/main" xmlns="" id="{4E7BC789-A5A0-4144-A87E-49A55D56DA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1" y="776289"/>
            <a:ext cx="3116263" cy="467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6372" name="Footer Placeholder 3">
            <a:extLst>
              <a:ext uri="{FF2B5EF4-FFF2-40B4-BE49-F238E27FC236}">
                <a16:creationId xmlns:a16="http://schemas.microsoft.com/office/drawing/2014/main" xmlns="" id="{2FECE5F6-DEAA-472E-A8BA-6921786281D4}"/>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186373" name="Slide Number Placeholder 4">
            <a:extLst>
              <a:ext uri="{FF2B5EF4-FFF2-40B4-BE49-F238E27FC236}">
                <a16:creationId xmlns:a16="http://schemas.microsoft.com/office/drawing/2014/main" xmlns="" id="{C7AC1843-900C-4317-BFC4-B3D63FF9C223}"/>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Exercise  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3A4AD3C-F022-48B3-B6BE-6AB6B9925046}"/>
              </a:ext>
            </a:extLst>
          </p:cNvPr>
          <p:cNvSpPr>
            <a:spLocks noGrp="1"/>
          </p:cNvSpPr>
          <p:nvPr>
            <p:ph idx="1"/>
          </p:nvPr>
        </p:nvSpPr>
        <p:spPr>
          <a:xfrm>
            <a:off x="1981200" y="122238"/>
            <a:ext cx="5105400" cy="6202362"/>
          </a:xfrm>
        </p:spPr>
        <p:txBody>
          <a:bodyPr rtlCol="0">
            <a:normAutofit/>
          </a:bodyPr>
          <a:lstStyle/>
          <a:p>
            <a:pPr marL="0" indent="0">
              <a:buNone/>
              <a:defRPr/>
            </a:pPr>
            <a:endParaRPr lang="en-US" sz="2700" dirty="0"/>
          </a:p>
          <a:p>
            <a:pPr marL="0" indent="0">
              <a:buNone/>
              <a:defRPr/>
            </a:pPr>
            <a:r>
              <a:rPr lang="en-US" sz="2700" dirty="0">
                <a:solidFill>
                  <a:schemeClr val="bg1">
                    <a:lumMod val="65000"/>
                    <a:lumOff val="35000"/>
                  </a:schemeClr>
                </a:solidFill>
              </a:rPr>
              <a:t>What are the most attractive benefits of regular exercise?</a:t>
            </a:r>
          </a:p>
          <a:p>
            <a:pPr marL="0" indent="0">
              <a:buNone/>
              <a:defRPr/>
            </a:pPr>
            <a:r>
              <a:rPr lang="en-US" sz="2700" dirty="0">
                <a:solidFill>
                  <a:schemeClr val="bg1">
                    <a:lumMod val="65000"/>
                    <a:lumOff val="35000"/>
                  </a:schemeClr>
                </a:solidFill>
              </a:rPr>
              <a:t> </a:t>
            </a:r>
          </a:p>
          <a:p>
            <a:pPr marL="0" indent="0">
              <a:buNone/>
              <a:defRPr/>
            </a:pPr>
            <a:r>
              <a:rPr lang="en-US" sz="2700" dirty="0">
                <a:solidFill>
                  <a:schemeClr val="bg1">
                    <a:lumMod val="65000"/>
                    <a:lumOff val="35000"/>
                  </a:schemeClr>
                </a:solidFill>
              </a:rPr>
              <a:t>How can I live longer with better cognitive function and lower my risk of getting cancer, cardiovascular disease, or diabetes? </a:t>
            </a:r>
          </a:p>
          <a:p>
            <a:pPr>
              <a:defRPr/>
            </a:pPr>
            <a:endParaRPr lang="en-US" sz="2700" dirty="0"/>
          </a:p>
          <a:p>
            <a:pPr marL="0" indent="0">
              <a:buNone/>
              <a:defRPr/>
            </a:pPr>
            <a:r>
              <a:rPr lang="en-US" sz="2700" dirty="0"/>
              <a:t>How does exercise offer better quality of life, less depression, ease of movement, and optimum body mass?</a:t>
            </a:r>
          </a:p>
        </p:txBody>
      </p:sp>
      <p:pic>
        <p:nvPicPr>
          <p:cNvPr id="188419" name="Picture 2" descr="G:\For Merle\148157395.jpg">
            <a:extLst>
              <a:ext uri="{FF2B5EF4-FFF2-40B4-BE49-F238E27FC236}">
                <a16:creationId xmlns:a16="http://schemas.microsoft.com/office/drawing/2014/main" xmlns="" id="{2577ED45-7307-4D11-A9CD-6C1B95F8B9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1" y="776289"/>
            <a:ext cx="3116263" cy="467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8420" name="Footer Placeholder 3">
            <a:extLst>
              <a:ext uri="{FF2B5EF4-FFF2-40B4-BE49-F238E27FC236}">
                <a16:creationId xmlns:a16="http://schemas.microsoft.com/office/drawing/2014/main" xmlns="" id="{1E83B2FB-D39D-418C-BC0B-930D42F66FE9}"/>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188421" name="Slide Number Placeholder 4">
            <a:extLst>
              <a:ext uri="{FF2B5EF4-FFF2-40B4-BE49-F238E27FC236}">
                <a16:creationId xmlns:a16="http://schemas.microsoft.com/office/drawing/2014/main" xmlns="" id="{2526D33D-7B2B-462D-A4B1-4A0BF50773F3}"/>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Exercise  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E436A19-CCE4-4F10-9040-D0FE5F6AAAFB}"/>
              </a:ext>
            </a:extLst>
          </p:cNvPr>
          <p:cNvSpPr>
            <a:spLocks noGrp="1"/>
          </p:cNvSpPr>
          <p:nvPr>
            <p:ph idx="1"/>
          </p:nvPr>
        </p:nvSpPr>
        <p:spPr>
          <a:xfrm>
            <a:off x="2057400" y="1600200"/>
            <a:ext cx="3733800" cy="3505200"/>
          </a:xfrm>
        </p:spPr>
        <p:txBody>
          <a:bodyPr rtlCol="0">
            <a:normAutofit/>
          </a:bodyPr>
          <a:lstStyle/>
          <a:p>
            <a:pPr marL="0" indent="0">
              <a:buNone/>
              <a:defRPr/>
            </a:pPr>
            <a:r>
              <a:rPr lang="en-US" sz="3000" dirty="0">
                <a:solidFill>
                  <a:prstClr val="white"/>
                </a:solidFill>
              </a:rPr>
              <a:t>As I look at my family history are there benefits of exercise that could prevent the adverse history being repeated in my life? </a:t>
            </a:r>
          </a:p>
          <a:p>
            <a:pPr>
              <a:defRPr/>
            </a:pPr>
            <a:endParaRPr lang="en-US" sz="3000" dirty="0">
              <a:solidFill>
                <a:prstClr val="white"/>
              </a:solidFill>
            </a:endParaRPr>
          </a:p>
        </p:txBody>
      </p:sp>
      <p:sp>
        <p:nvSpPr>
          <p:cNvPr id="190467" name="Footer Placeholder 3">
            <a:extLst>
              <a:ext uri="{FF2B5EF4-FFF2-40B4-BE49-F238E27FC236}">
                <a16:creationId xmlns:a16="http://schemas.microsoft.com/office/drawing/2014/main" xmlns="" id="{79B8E202-4360-4E74-ABCF-F0AD2482B891}"/>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190468" name="Slide Number Placeholder 4">
            <a:extLst>
              <a:ext uri="{FF2B5EF4-FFF2-40B4-BE49-F238E27FC236}">
                <a16:creationId xmlns:a16="http://schemas.microsoft.com/office/drawing/2014/main" xmlns="" id="{C2FB7C6C-7D29-4960-9495-241F751BA171}"/>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Exercise  30</a:t>
            </a:r>
          </a:p>
        </p:txBody>
      </p:sp>
      <p:pic>
        <p:nvPicPr>
          <p:cNvPr id="190469" name="Picture 2" descr="G:\For Merle\83812905.jpg">
            <a:extLst>
              <a:ext uri="{FF2B5EF4-FFF2-40B4-BE49-F238E27FC236}">
                <a16:creationId xmlns:a16="http://schemas.microsoft.com/office/drawing/2014/main" xmlns="" id="{843FFC14-DDD6-43BC-9D6A-1AE083A0A8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62764" y="1143000"/>
            <a:ext cx="3559175"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Content Placeholder 2">
            <a:extLst>
              <a:ext uri="{FF2B5EF4-FFF2-40B4-BE49-F238E27FC236}">
                <a16:creationId xmlns:a16="http://schemas.microsoft.com/office/drawing/2014/main" xmlns="" id="{07BCC337-0FBA-4640-85AF-F398E2839908}"/>
              </a:ext>
            </a:extLst>
          </p:cNvPr>
          <p:cNvSpPr>
            <a:spLocks noGrp="1" noChangeArrowheads="1"/>
          </p:cNvSpPr>
          <p:nvPr>
            <p:ph idx="1"/>
          </p:nvPr>
        </p:nvSpPr>
        <p:spPr>
          <a:xfrm>
            <a:off x="6096000" y="1927226"/>
            <a:ext cx="4114800" cy="2873375"/>
          </a:xfrm>
        </p:spPr>
        <p:txBody>
          <a:bodyPr/>
          <a:lstStyle/>
          <a:p>
            <a:pPr marL="0" indent="0">
              <a:buNone/>
            </a:pPr>
            <a:endParaRPr lang="en-US" altLang="fr-FR" sz="3000">
              <a:solidFill>
                <a:srgbClr val="FFFFFF"/>
              </a:solidFill>
            </a:endParaRPr>
          </a:p>
          <a:p>
            <a:pPr marL="0" indent="0">
              <a:buNone/>
            </a:pPr>
            <a:r>
              <a:rPr lang="en-US" altLang="fr-FR" sz="3000">
                <a:solidFill>
                  <a:srgbClr val="FFFFFF"/>
                </a:solidFill>
              </a:rPr>
              <a:t>Am I going to make the choice to exercise with these goals as motivating factors?</a:t>
            </a:r>
          </a:p>
          <a:p>
            <a:pPr marL="0" indent="0">
              <a:buNone/>
            </a:pPr>
            <a:endParaRPr lang="en-US" altLang="fr-FR" sz="3000"/>
          </a:p>
        </p:txBody>
      </p:sp>
      <p:sp>
        <p:nvSpPr>
          <p:cNvPr id="192515" name="Footer Placeholder 3">
            <a:extLst>
              <a:ext uri="{FF2B5EF4-FFF2-40B4-BE49-F238E27FC236}">
                <a16:creationId xmlns:a16="http://schemas.microsoft.com/office/drawing/2014/main" xmlns="" id="{DA7300D2-1563-4A28-ABB1-7011D33FA4FB}"/>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192516" name="Slide Number Placeholder 4">
            <a:extLst>
              <a:ext uri="{FF2B5EF4-FFF2-40B4-BE49-F238E27FC236}">
                <a16:creationId xmlns:a16="http://schemas.microsoft.com/office/drawing/2014/main" xmlns="" id="{46B56929-7BAB-4D9A-91A0-B09C077639F1}"/>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Exercise  31</a:t>
            </a:r>
          </a:p>
        </p:txBody>
      </p:sp>
      <p:pic>
        <p:nvPicPr>
          <p:cNvPr id="192517" name="Picture 2" descr="G:\For Merle\83812905.jpg">
            <a:extLst>
              <a:ext uri="{FF2B5EF4-FFF2-40B4-BE49-F238E27FC236}">
                <a16:creationId xmlns:a16="http://schemas.microsoft.com/office/drawing/2014/main" xmlns="" id="{9D4EB230-1E0F-484D-A383-D1684394EC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362076"/>
            <a:ext cx="3352800" cy="435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Content Placeholder 2">
            <a:extLst>
              <a:ext uri="{FF2B5EF4-FFF2-40B4-BE49-F238E27FC236}">
                <a16:creationId xmlns:a16="http://schemas.microsoft.com/office/drawing/2014/main" xmlns="" id="{17373DC3-BBBD-40D8-872C-484ED5A980C0}"/>
              </a:ext>
            </a:extLst>
          </p:cNvPr>
          <p:cNvSpPr>
            <a:spLocks noGrp="1" noChangeArrowheads="1"/>
          </p:cNvSpPr>
          <p:nvPr>
            <p:ph idx="1"/>
          </p:nvPr>
        </p:nvSpPr>
        <p:spPr>
          <a:xfrm>
            <a:off x="1981200" y="838200"/>
            <a:ext cx="5334000" cy="5486400"/>
          </a:xfrm>
        </p:spPr>
        <p:txBody>
          <a:bodyPr/>
          <a:lstStyle/>
          <a:p>
            <a:pPr marL="0" indent="0">
              <a:buNone/>
            </a:pPr>
            <a:r>
              <a:rPr lang="en-US" altLang="fr-FR">
                <a:solidFill>
                  <a:srgbClr val="FFFFFF"/>
                </a:solidFill>
              </a:rPr>
              <a:t>How much exercise am I currently getting per week?</a:t>
            </a:r>
          </a:p>
          <a:p>
            <a:pPr marL="0" indent="0">
              <a:buNone/>
            </a:pPr>
            <a:r>
              <a:rPr lang="en-US" altLang="fr-FR">
                <a:solidFill>
                  <a:srgbClr val="FFFFFF"/>
                </a:solidFill>
              </a:rPr>
              <a:t> </a:t>
            </a:r>
          </a:p>
        </p:txBody>
      </p:sp>
      <p:sp>
        <p:nvSpPr>
          <p:cNvPr id="194563" name="Footer Placeholder 3">
            <a:extLst>
              <a:ext uri="{FF2B5EF4-FFF2-40B4-BE49-F238E27FC236}">
                <a16:creationId xmlns:a16="http://schemas.microsoft.com/office/drawing/2014/main" xmlns="" id="{4731D96B-4466-46B2-A58F-F45BA329451D}"/>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194564" name="Slide Number Placeholder 4">
            <a:extLst>
              <a:ext uri="{FF2B5EF4-FFF2-40B4-BE49-F238E27FC236}">
                <a16:creationId xmlns:a16="http://schemas.microsoft.com/office/drawing/2014/main" xmlns="" id="{967647DD-0F34-471D-BB7B-AF7CA62135DA}"/>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Exercise  32</a:t>
            </a:r>
          </a:p>
        </p:txBody>
      </p:sp>
      <p:pic>
        <p:nvPicPr>
          <p:cNvPr id="194565" name="Picture 2" descr="G:\For Merle\Chapter 2 - exercise\133628729 - woman running.jpg">
            <a:extLst>
              <a:ext uri="{FF2B5EF4-FFF2-40B4-BE49-F238E27FC236}">
                <a16:creationId xmlns:a16="http://schemas.microsoft.com/office/drawing/2014/main" xmlns="" id="{A56E2286-6636-43A0-988B-DA34B6E428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93026" y="1143001"/>
            <a:ext cx="2898775" cy="421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086A24A-08DB-4421-BB7F-6F73EB375ECB}"/>
              </a:ext>
            </a:extLst>
          </p:cNvPr>
          <p:cNvSpPr>
            <a:spLocks noGrp="1"/>
          </p:cNvSpPr>
          <p:nvPr>
            <p:ph idx="1"/>
          </p:nvPr>
        </p:nvSpPr>
        <p:spPr>
          <a:xfrm>
            <a:off x="1981200" y="838200"/>
            <a:ext cx="5334000" cy="5486400"/>
          </a:xfrm>
        </p:spPr>
        <p:txBody>
          <a:bodyPr rtlCol="0">
            <a:normAutofit/>
          </a:bodyPr>
          <a:lstStyle/>
          <a:p>
            <a:pPr marL="0" indent="0">
              <a:buNone/>
              <a:defRPr/>
            </a:pPr>
            <a:r>
              <a:rPr lang="en-US" dirty="0">
                <a:solidFill>
                  <a:schemeClr val="bg1">
                    <a:lumMod val="65000"/>
                    <a:lumOff val="35000"/>
                  </a:schemeClr>
                </a:solidFill>
              </a:rPr>
              <a:t>How much exercise am I currently getting per week?</a:t>
            </a:r>
          </a:p>
          <a:p>
            <a:pPr marL="0" indent="0">
              <a:buNone/>
              <a:defRPr/>
            </a:pPr>
            <a:r>
              <a:rPr lang="en-US" dirty="0">
                <a:solidFill>
                  <a:schemeClr val="bg1">
                    <a:lumMod val="65000"/>
                    <a:lumOff val="35000"/>
                  </a:schemeClr>
                </a:solidFill>
              </a:rPr>
              <a:t> </a:t>
            </a:r>
          </a:p>
          <a:p>
            <a:pPr marL="0" indent="0">
              <a:buNone/>
              <a:defRPr/>
            </a:pPr>
            <a:r>
              <a:rPr lang="en-US" dirty="0">
                <a:solidFill>
                  <a:prstClr val="white"/>
                </a:solidFill>
              </a:rPr>
              <a:t>What level of exercise am I achieving?</a:t>
            </a:r>
          </a:p>
          <a:p>
            <a:pPr marL="0" indent="0">
              <a:buNone/>
              <a:defRPr/>
            </a:pPr>
            <a:r>
              <a:rPr lang="en-US" dirty="0">
                <a:solidFill>
                  <a:prstClr val="white"/>
                </a:solidFill>
              </a:rPr>
              <a:t> </a:t>
            </a:r>
          </a:p>
        </p:txBody>
      </p:sp>
      <p:sp>
        <p:nvSpPr>
          <p:cNvPr id="196611" name="Footer Placeholder 3">
            <a:extLst>
              <a:ext uri="{FF2B5EF4-FFF2-40B4-BE49-F238E27FC236}">
                <a16:creationId xmlns:a16="http://schemas.microsoft.com/office/drawing/2014/main" xmlns="" id="{B854431C-64F3-4B17-A30F-F993E11D9B13}"/>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196612" name="Slide Number Placeholder 4">
            <a:extLst>
              <a:ext uri="{FF2B5EF4-FFF2-40B4-BE49-F238E27FC236}">
                <a16:creationId xmlns:a16="http://schemas.microsoft.com/office/drawing/2014/main" xmlns="" id="{86CA7267-C7B7-43FD-B0B6-3E0C731F3A31}"/>
              </a:ext>
            </a:extLst>
          </p:cNvPr>
          <p:cNvSpPr>
            <a:spLocks noGrp="1"/>
          </p:cNvSpPr>
          <p:nvPr>
            <p:ph type="sldNum" sz="quarter" idx="12"/>
          </p:nvPr>
        </p:nvSpPr>
        <p:spPr bwMode="auto">
          <a:xfrm>
            <a:off x="8075613" y="6340476"/>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Exercise   33</a:t>
            </a:r>
          </a:p>
        </p:txBody>
      </p:sp>
      <p:pic>
        <p:nvPicPr>
          <p:cNvPr id="196613" name="Picture 2" descr="G:\For Merle\Chapter 2 - exercise\133628729 - woman running.jpg">
            <a:extLst>
              <a:ext uri="{FF2B5EF4-FFF2-40B4-BE49-F238E27FC236}">
                <a16:creationId xmlns:a16="http://schemas.microsoft.com/office/drawing/2014/main" xmlns="" id="{3B9507D4-F814-4615-813D-550B4DC7F1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93026" y="1143001"/>
            <a:ext cx="2898775" cy="421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59897AC-9CA8-41AF-8A69-835E1C2C98D8}"/>
              </a:ext>
            </a:extLst>
          </p:cNvPr>
          <p:cNvSpPr>
            <a:spLocks noGrp="1"/>
          </p:cNvSpPr>
          <p:nvPr>
            <p:ph idx="1"/>
          </p:nvPr>
        </p:nvSpPr>
        <p:spPr>
          <a:xfrm>
            <a:off x="1905000" y="762000"/>
            <a:ext cx="5334000" cy="5486400"/>
          </a:xfrm>
        </p:spPr>
        <p:txBody>
          <a:bodyPr rtlCol="0">
            <a:normAutofit/>
          </a:bodyPr>
          <a:lstStyle/>
          <a:p>
            <a:pPr marL="0" indent="0">
              <a:buNone/>
              <a:defRPr/>
            </a:pPr>
            <a:r>
              <a:rPr lang="en-US" dirty="0">
                <a:solidFill>
                  <a:schemeClr val="bg1">
                    <a:lumMod val="65000"/>
                    <a:lumOff val="35000"/>
                  </a:schemeClr>
                </a:solidFill>
              </a:rPr>
              <a:t>How much exercise am I currently getting per week?</a:t>
            </a:r>
          </a:p>
          <a:p>
            <a:pPr marL="0" indent="0">
              <a:buNone/>
              <a:defRPr/>
            </a:pPr>
            <a:r>
              <a:rPr lang="en-US" dirty="0">
                <a:solidFill>
                  <a:schemeClr val="bg1">
                    <a:lumMod val="65000"/>
                    <a:lumOff val="35000"/>
                  </a:schemeClr>
                </a:solidFill>
              </a:rPr>
              <a:t> </a:t>
            </a:r>
          </a:p>
          <a:p>
            <a:pPr marL="0" indent="0">
              <a:buNone/>
              <a:defRPr/>
            </a:pPr>
            <a:r>
              <a:rPr lang="en-US" dirty="0">
                <a:solidFill>
                  <a:schemeClr val="bg1">
                    <a:lumMod val="65000"/>
                    <a:lumOff val="35000"/>
                  </a:schemeClr>
                </a:solidFill>
              </a:rPr>
              <a:t>What level of exercise am I achieving?</a:t>
            </a:r>
          </a:p>
          <a:p>
            <a:pPr marL="0" indent="0">
              <a:buNone/>
              <a:defRPr/>
            </a:pPr>
            <a:r>
              <a:rPr lang="en-US" dirty="0">
                <a:solidFill>
                  <a:prstClr val="white"/>
                </a:solidFill>
              </a:rPr>
              <a:t> </a:t>
            </a:r>
          </a:p>
          <a:p>
            <a:pPr marL="0" indent="0">
              <a:buNone/>
              <a:defRPr/>
            </a:pPr>
            <a:r>
              <a:rPr lang="en-US" dirty="0">
                <a:solidFill>
                  <a:prstClr val="white"/>
                </a:solidFill>
              </a:rPr>
              <a:t>Do I need to choose to exercise for longer periods each day, or can I increase the level of activity?</a:t>
            </a:r>
            <a:endParaRPr lang="en-US" dirty="0"/>
          </a:p>
        </p:txBody>
      </p:sp>
      <p:sp>
        <p:nvSpPr>
          <p:cNvPr id="198659" name="Footer Placeholder 3">
            <a:extLst>
              <a:ext uri="{FF2B5EF4-FFF2-40B4-BE49-F238E27FC236}">
                <a16:creationId xmlns:a16="http://schemas.microsoft.com/office/drawing/2014/main" xmlns="" id="{1A757483-A4A7-443B-9F30-2157283F8C64}"/>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198660" name="Slide Number Placeholder 4">
            <a:extLst>
              <a:ext uri="{FF2B5EF4-FFF2-40B4-BE49-F238E27FC236}">
                <a16:creationId xmlns:a16="http://schemas.microsoft.com/office/drawing/2014/main" xmlns="" id="{65BB3C7F-9309-4A78-86CF-18CCA8964A67}"/>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Exercise   34</a:t>
            </a:r>
          </a:p>
        </p:txBody>
      </p:sp>
      <p:pic>
        <p:nvPicPr>
          <p:cNvPr id="198661" name="Picture 2" descr="G:\For Merle\Chapter 2 - exercise\133628729 - woman running.jpg">
            <a:extLst>
              <a:ext uri="{FF2B5EF4-FFF2-40B4-BE49-F238E27FC236}">
                <a16:creationId xmlns:a16="http://schemas.microsoft.com/office/drawing/2014/main" xmlns="" id="{E5CF655F-D6CF-42F1-9E99-74974AC93A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93026" y="1143001"/>
            <a:ext cx="2898775" cy="421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Content Placeholder 2">
            <a:extLst>
              <a:ext uri="{FF2B5EF4-FFF2-40B4-BE49-F238E27FC236}">
                <a16:creationId xmlns:a16="http://schemas.microsoft.com/office/drawing/2014/main" xmlns="" id="{3E781A53-4454-4F31-8845-801AFB88AE7E}"/>
              </a:ext>
            </a:extLst>
          </p:cNvPr>
          <p:cNvSpPr>
            <a:spLocks noGrp="1" noChangeArrowheads="1"/>
          </p:cNvSpPr>
          <p:nvPr>
            <p:ph idx="1"/>
          </p:nvPr>
        </p:nvSpPr>
        <p:spPr>
          <a:xfrm>
            <a:off x="2057400" y="2209800"/>
            <a:ext cx="4191000" cy="2590800"/>
          </a:xfrm>
        </p:spPr>
        <p:txBody>
          <a:bodyPr/>
          <a:lstStyle/>
          <a:p>
            <a:pPr marL="0" indent="0">
              <a:buNone/>
            </a:pPr>
            <a:r>
              <a:rPr lang="en-US" altLang="fr-FR" sz="3000">
                <a:solidFill>
                  <a:srgbClr val="FFFFFF"/>
                </a:solidFill>
              </a:rPr>
              <a:t>What activity can I do along with exercises such as walking to maximize my use of time? </a:t>
            </a:r>
          </a:p>
          <a:p>
            <a:pPr marL="0" indent="0">
              <a:buNone/>
            </a:pPr>
            <a:endParaRPr lang="en-US" altLang="fr-FR" sz="3000">
              <a:solidFill>
                <a:srgbClr val="FFFFFF"/>
              </a:solidFill>
            </a:endParaRPr>
          </a:p>
        </p:txBody>
      </p:sp>
      <p:sp>
        <p:nvSpPr>
          <p:cNvPr id="200707" name="Footer Placeholder 3">
            <a:extLst>
              <a:ext uri="{FF2B5EF4-FFF2-40B4-BE49-F238E27FC236}">
                <a16:creationId xmlns:a16="http://schemas.microsoft.com/office/drawing/2014/main" xmlns="" id="{1A238821-F338-4E1C-AF5B-353E6B3E3730}"/>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200708" name="Slide Number Placeholder 4">
            <a:extLst>
              <a:ext uri="{FF2B5EF4-FFF2-40B4-BE49-F238E27FC236}">
                <a16:creationId xmlns:a16="http://schemas.microsoft.com/office/drawing/2014/main" xmlns="" id="{590FB7CD-AC62-4301-9B07-2C0169E2DF8D}"/>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Exercise   35</a:t>
            </a:r>
          </a:p>
        </p:txBody>
      </p:sp>
      <p:pic>
        <p:nvPicPr>
          <p:cNvPr id="200709" name="Picture 2" descr="C:\Users\thomasn\Downloads\86802883.jpg">
            <a:extLst>
              <a:ext uri="{FF2B5EF4-FFF2-40B4-BE49-F238E27FC236}">
                <a16:creationId xmlns:a16="http://schemas.microsoft.com/office/drawing/2014/main" xmlns="" id="{460F83FA-C76F-4614-BD4C-C167CD6C70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3226" y="914401"/>
            <a:ext cx="3584575" cy="497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Content Placeholder 2">
            <a:extLst>
              <a:ext uri="{FF2B5EF4-FFF2-40B4-BE49-F238E27FC236}">
                <a16:creationId xmlns:a16="http://schemas.microsoft.com/office/drawing/2014/main" xmlns="" id="{4A453283-4423-47E8-B4B0-2EC4E46C514C}"/>
              </a:ext>
            </a:extLst>
          </p:cNvPr>
          <p:cNvSpPr>
            <a:spLocks noGrp="1" noChangeArrowheads="1"/>
          </p:cNvSpPr>
          <p:nvPr>
            <p:ph idx="1"/>
          </p:nvPr>
        </p:nvSpPr>
        <p:spPr>
          <a:xfrm>
            <a:off x="2057400" y="1600200"/>
            <a:ext cx="4191000" cy="3352800"/>
          </a:xfrm>
        </p:spPr>
        <p:txBody>
          <a:bodyPr/>
          <a:lstStyle/>
          <a:p>
            <a:pPr marL="0" indent="0">
              <a:spcAft>
                <a:spcPct val="0"/>
              </a:spcAft>
              <a:buNone/>
            </a:pPr>
            <a:endParaRPr lang="en-US" altLang="fr-FR" sz="3000">
              <a:solidFill>
                <a:srgbClr val="FFFFFF"/>
              </a:solidFill>
            </a:endParaRPr>
          </a:p>
          <a:p>
            <a:pPr marL="0" indent="0">
              <a:spcAft>
                <a:spcPct val="0"/>
              </a:spcAft>
              <a:buNone/>
            </a:pPr>
            <a:r>
              <a:rPr lang="en-US" altLang="fr-FR" sz="3000">
                <a:solidFill>
                  <a:srgbClr val="FFFFFF"/>
                </a:solidFill>
              </a:rPr>
              <a:t>Should I use the time for personal growth, possibly spiritual, by listening to an audio version of the Bible or devotional books?</a:t>
            </a:r>
            <a:endParaRPr lang="en-US" altLang="fr-FR"/>
          </a:p>
        </p:txBody>
      </p:sp>
      <p:sp>
        <p:nvSpPr>
          <p:cNvPr id="202755" name="Footer Placeholder 3">
            <a:extLst>
              <a:ext uri="{FF2B5EF4-FFF2-40B4-BE49-F238E27FC236}">
                <a16:creationId xmlns:a16="http://schemas.microsoft.com/office/drawing/2014/main" xmlns="" id="{2753A68E-8216-48E2-9E2F-0D3F0384BCE8}"/>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202756" name="Slide Number Placeholder 4">
            <a:extLst>
              <a:ext uri="{FF2B5EF4-FFF2-40B4-BE49-F238E27FC236}">
                <a16:creationId xmlns:a16="http://schemas.microsoft.com/office/drawing/2014/main" xmlns="" id="{AA0EBC3E-7715-4602-94AB-616E126E3696}"/>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Exercise   36</a:t>
            </a:r>
          </a:p>
        </p:txBody>
      </p:sp>
      <p:pic>
        <p:nvPicPr>
          <p:cNvPr id="202757" name="Picture 2" descr="C:\Users\thomasn\Downloads\86802883.jpg">
            <a:extLst>
              <a:ext uri="{FF2B5EF4-FFF2-40B4-BE49-F238E27FC236}">
                <a16:creationId xmlns:a16="http://schemas.microsoft.com/office/drawing/2014/main" xmlns="" id="{37621738-7096-4796-AE93-E744D8FA1F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1" y="914401"/>
            <a:ext cx="3629025" cy="497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02" name="Picture 2" descr="C:\Users\thomasn\Downloads\86506968.jpg">
            <a:extLst>
              <a:ext uri="{FF2B5EF4-FFF2-40B4-BE49-F238E27FC236}">
                <a16:creationId xmlns:a16="http://schemas.microsoft.com/office/drawing/2014/main" xmlns="" id="{7BFFE553-63C4-4D40-994B-E3209756EF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13"/>
          <a:stretch>
            <a:fillRect/>
          </a:stretch>
        </p:blipFill>
        <p:spPr bwMode="auto">
          <a:xfrm>
            <a:off x="6627814" y="709613"/>
            <a:ext cx="4040187" cy="564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a:extLst>
              <a:ext uri="{FF2B5EF4-FFF2-40B4-BE49-F238E27FC236}">
                <a16:creationId xmlns:a16="http://schemas.microsoft.com/office/drawing/2014/main" xmlns="" id="{031E467F-321D-4799-A362-94FA52DBFFF5}"/>
              </a:ext>
            </a:extLst>
          </p:cNvPr>
          <p:cNvSpPr>
            <a:spLocks noGrp="1"/>
          </p:cNvSpPr>
          <p:nvPr>
            <p:ph idx="1"/>
          </p:nvPr>
        </p:nvSpPr>
        <p:spPr>
          <a:xfrm>
            <a:off x="1981200" y="2713038"/>
            <a:ext cx="4191000" cy="1706562"/>
          </a:xfrm>
        </p:spPr>
        <p:txBody>
          <a:bodyPr rtlCol="0">
            <a:normAutofit/>
          </a:bodyPr>
          <a:lstStyle/>
          <a:p>
            <a:pPr marL="0" indent="0">
              <a:buNone/>
              <a:defRPr/>
            </a:pPr>
            <a:r>
              <a:rPr lang="en-US" sz="3000" dirty="0">
                <a:solidFill>
                  <a:prstClr val="white"/>
                </a:solidFill>
              </a:rPr>
              <a:t>What benefits would come from exercising with friends? </a:t>
            </a:r>
          </a:p>
          <a:p>
            <a:pPr marL="0" indent="0">
              <a:buNone/>
              <a:defRPr/>
            </a:pPr>
            <a:endParaRPr lang="en-US" sz="3000" dirty="0">
              <a:solidFill>
                <a:prstClr val="white"/>
              </a:solidFill>
            </a:endParaRPr>
          </a:p>
          <a:p>
            <a:pPr>
              <a:defRPr/>
            </a:pPr>
            <a:endParaRPr lang="en-US" sz="3000" dirty="0"/>
          </a:p>
        </p:txBody>
      </p:sp>
      <p:sp>
        <p:nvSpPr>
          <p:cNvPr id="204804" name="Footer Placeholder 3">
            <a:extLst>
              <a:ext uri="{FF2B5EF4-FFF2-40B4-BE49-F238E27FC236}">
                <a16:creationId xmlns:a16="http://schemas.microsoft.com/office/drawing/2014/main" xmlns="" id="{F3A7CD83-1F13-4A0E-B117-D2BB1320C757}"/>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204805" name="Slide Number Placeholder 4">
            <a:extLst>
              <a:ext uri="{FF2B5EF4-FFF2-40B4-BE49-F238E27FC236}">
                <a16:creationId xmlns:a16="http://schemas.microsoft.com/office/drawing/2014/main" xmlns="" id="{EBB16164-809E-4927-800A-A64AF9DAAE7D}"/>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chemeClr val="tx1"/>
                </a:solidFill>
                <a:latin typeface="Humanst521 BT" charset="0"/>
                <a:ea typeface="MS PGothic" panose="020B0600070205080204" pitchFamily="34" charset="-128"/>
              </a:rPr>
              <a:t>Exercise   37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6850" name="Picture 2" descr="C:\Users\thomasn\Downloads\86506968.jpg">
            <a:extLst>
              <a:ext uri="{FF2B5EF4-FFF2-40B4-BE49-F238E27FC236}">
                <a16:creationId xmlns:a16="http://schemas.microsoft.com/office/drawing/2014/main" xmlns="" id="{0B60D037-C754-4F50-BF16-F074CD672C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0" y="762000"/>
            <a:ext cx="4038600" cy="538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a:extLst>
              <a:ext uri="{FF2B5EF4-FFF2-40B4-BE49-F238E27FC236}">
                <a16:creationId xmlns:a16="http://schemas.microsoft.com/office/drawing/2014/main" xmlns="" id="{9E48A9F9-D55D-4C9B-960E-A401718A7C45}"/>
              </a:ext>
            </a:extLst>
          </p:cNvPr>
          <p:cNvSpPr>
            <a:spLocks noGrp="1"/>
          </p:cNvSpPr>
          <p:nvPr>
            <p:ph idx="1"/>
          </p:nvPr>
        </p:nvSpPr>
        <p:spPr>
          <a:xfrm>
            <a:off x="1981200" y="1219200"/>
            <a:ext cx="4191000" cy="3657600"/>
          </a:xfrm>
        </p:spPr>
        <p:txBody>
          <a:bodyPr rtlCol="0">
            <a:noAutofit/>
          </a:bodyPr>
          <a:lstStyle/>
          <a:p>
            <a:pPr marL="0" indent="0">
              <a:buNone/>
              <a:defRPr/>
            </a:pPr>
            <a:endParaRPr lang="en-US" sz="3000" dirty="0">
              <a:solidFill>
                <a:prstClr val="white"/>
              </a:solidFill>
            </a:endParaRPr>
          </a:p>
          <a:p>
            <a:pPr marL="0" indent="0">
              <a:buNone/>
              <a:defRPr/>
            </a:pPr>
            <a:r>
              <a:rPr lang="en-US" sz="3000" dirty="0">
                <a:solidFill>
                  <a:prstClr val="white"/>
                </a:solidFill>
              </a:rPr>
              <a:t>Would I be able to maintain some long-distance relationships</a:t>
            </a:r>
            <a:br>
              <a:rPr lang="en-US" sz="3000" dirty="0">
                <a:solidFill>
                  <a:prstClr val="white"/>
                </a:solidFill>
              </a:rPr>
            </a:br>
            <a:r>
              <a:rPr lang="en-US" sz="3000" dirty="0">
                <a:solidFill>
                  <a:prstClr val="white"/>
                </a:solidFill>
              </a:rPr>
              <a:t>by talking on the phone while doing moderate-intensity aerobic exercise?</a:t>
            </a:r>
          </a:p>
          <a:p>
            <a:pPr>
              <a:defRPr/>
            </a:pPr>
            <a:endParaRPr lang="en-US" sz="3000" dirty="0"/>
          </a:p>
        </p:txBody>
      </p:sp>
      <p:sp>
        <p:nvSpPr>
          <p:cNvPr id="206852" name="Footer Placeholder 3">
            <a:extLst>
              <a:ext uri="{FF2B5EF4-FFF2-40B4-BE49-F238E27FC236}">
                <a16:creationId xmlns:a16="http://schemas.microsoft.com/office/drawing/2014/main" xmlns="" id="{265FEFF2-8299-4D7E-80FA-ADB435FB94E5}"/>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206853" name="Slide Number Placeholder 4">
            <a:extLst>
              <a:ext uri="{FF2B5EF4-FFF2-40B4-BE49-F238E27FC236}">
                <a16:creationId xmlns:a16="http://schemas.microsoft.com/office/drawing/2014/main" xmlns="" id="{84D3BF56-D68F-40DE-B759-CA522FC0F874}"/>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chemeClr val="tx1"/>
                </a:solidFill>
                <a:latin typeface="Humanst521 BT" charset="0"/>
                <a:ea typeface="MS PGothic" panose="020B0600070205080204" pitchFamily="34" charset="-128"/>
              </a:rPr>
              <a:t>Exercise   38</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8898" name="Picture 3" descr="G:\For Merle\Chapter 2 - exercise\113726984 - senior with dumbbells.jpg">
            <a:extLst>
              <a:ext uri="{FF2B5EF4-FFF2-40B4-BE49-F238E27FC236}">
                <a16:creationId xmlns:a16="http://schemas.microsoft.com/office/drawing/2014/main" xmlns="" id="{0D86AFCD-1DCF-4E76-8A65-E854E7B158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762000"/>
            <a:ext cx="3716338" cy="557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a:extLst>
              <a:ext uri="{FF2B5EF4-FFF2-40B4-BE49-F238E27FC236}">
                <a16:creationId xmlns:a16="http://schemas.microsoft.com/office/drawing/2014/main" xmlns="" id="{00EF594B-EC58-4513-9E0D-389BB5E56BD1}"/>
              </a:ext>
            </a:extLst>
          </p:cNvPr>
          <p:cNvSpPr>
            <a:spLocks noGrp="1"/>
          </p:cNvSpPr>
          <p:nvPr>
            <p:ph idx="1"/>
          </p:nvPr>
        </p:nvSpPr>
        <p:spPr>
          <a:xfrm>
            <a:off x="2057400" y="2667001"/>
            <a:ext cx="4114800" cy="1717675"/>
          </a:xfrm>
        </p:spPr>
        <p:txBody>
          <a:bodyPr rtlCol="0">
            <a:normAutofit/>
          </a:bodyPr>
          <a:lstStyle/>
          <a:p>
            <a:pPr marL="0" indent="0">
              <a:buNone/>
              <a:defRPr/>
            </a:pPr>
            <a:r>
              <a:rPr lang="en-US" sz="3000" dirty="0">
                <a:solidFill>
                  <a:prstClr val="white"/>
                </a:solidFill>
              </a:rPr>
              <a:t>How can I become better motivated to exercise regularly? </a:t>
            </a:r>
          </a:p>
          <a:p>
            <a:pPr marL="0" indent="0">
              <a:buNone/>
              <a:defRPr/>
            </a:pPr>
            <a:endParaRPr lang="en-US" sz="3000" dirty="0">
              <a:solidFill>
                <a:prstClr val="white"/>
              </a:solidFill>
            </a:endParaRPr>
          </a:p>
          <a:p>
            <a:pPr>
              <a:defRPr/>
            </a:pPr>
            <a:endParaRPr lang="en-US" sz="3000" dirty="0"/>
          </a:p>
        </p:txBody>
      </p:sp>
      <p:sp>
        <p:nvSpPr>
          <p:cNvPr id="208900" name="Footer Placeholder 3">
            <a:extLst>
              <a:ext uri="{FF2B5EF4-FFF2-40B4-BE49-F238E27FC236}">
                <a16:creationId xmlns:a16="http://schemas.microsoft.com/office/drawing/2014/main" xmlns="" id="{1B80A503-18AD-4398-B215-A4D152891EDE}"/>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208901" name="Slide Number Placeholder 4">
            <a:extLst>
              <a:ext uri="{FF2B5EF4-FFF2-40B4-BE49-F238E27FC236}">
                <a16:creationId xmlns:a16="http://schemas.microsoft.com/office/drawing/2014/main" xmlns="" id="{AE0986ED-F739-4028-A31A-2CD656640B03}"/>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chemeClr val="tx1"/>
                </a:solidFill>
                <a:latin typeface="Humanst521 BT" charset="0"/>
                <a:ea typeface="MS PGothic" panose="020B0600070205080204" pitchFamily="34" charset="-128"/>
              </a:rPr>
              <a:t>Exercise   39</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0946" name="Picture 3" descr="G:\For Merle\Chapter 2 - exercise\113726984 - senior with dumbbells.jpg">
            <a:extLst>
              <a:ext uri="{FF2B5EF4-FFF2-40B4-BE49-F238E27FC236}">
                <a16:creationId xmlns:a16="http://schemas.microsoft.com/office/drawing/2014/main" xmlns="" id="{6C0771E8-BC6E-4AFD-B905-F294EE0B6F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641350"/>
            <a:ext cx="3657600" cy="557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a:extLst>
              <a:ext uri="{FF2B5EF4-FFF2-40B4-BE49-F238E27FC236}">
                <a16:creationId xmlns:a16="http://schemas.microsoft.com/office/drawing/2014/main" xmlns="" id="{61FC5032-B123-4E7B-BBC4-33300D8ED7BE}"/>
              </a:ext>
            </a:extLst>
          </p:cNvPr>
          <p:cNvSpPr>
            <a:spLocks noGrp="1"/>
          </p:cNvSpPr>
          <p:nvPr>
            <p:ph idx="1"/>
          </p:nvPr>
        </p:nvSpPr>
        <p:spPr>
          <a:xfrm>
            <a:off x="1981200" y="1676400"/>
            <a:ext cx="4114800" cy="2743200"/>
          </a:xfrm>
        </p:spPr>
        <p:txBody>
          <a:bodyPr rtlCol="0">
            <a:noAutofit/>
          </a:bodyPr>
          <a:lstStyle/>
          <a:p>
            <a:pPr marL="0" indent="0">
              <a:buNone/>
              <a:defRPr/>
            </a:pPr>
            <a:endParaRPr lang="en-US" sz="3000" dirty="0">
              <a:solidFill>
                <a:prstClr val="white"/>
              </a:solidFill>
            </a:endParaRPr>
          </a:p>
          <a:p>
            <a:pPr marL="0" indent="0">
              <a:buNone/>
              <a:defRPr/>
            </a:pPr>
            <a:r>
              <a:rPr lang="en-US" sz="3000" dirty="0">
                <a:solidFill>
                  <a:prstClr val="white"/>
                </a:solidFill>
              </a:rPr>
              <a:t>What types of exercise achieve flexibility, cardiovascular fitness, and improved bone health? </a:t>
            </a:r>
          </a:p>
          <a:p>
            <a:pPr>
              <a:defRPr/>
            </a:pPr>
            <a:endParaRPr lang="en-US" sz="3000" dirty="0"/>
          </a:p>
        </p:txBody>
      </p:sp>
      <p:sp>
        <p:nvSpPr>
          <p:cNvPr id="210948" name="Footer Placeholder 3">
            <a:extLst>
              <a:ext uri="{FF2B5EF4-FFF2-40B4-BE49-F238E27FC236}">
                <a16:creationId xmlns:a16="http://schemas.microsoft.com/office/drawing/2014/main" xmlns="" id="{7BE9BFE5-9D1B-45A4-A6F6-2F5C43284B1F}"/>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210949" name="Slide Number Placeholder 4">
            <a:extLst>
              <a:ext uri="{FF2B5EF4-FFF2-40B4-BE49-F238E27FC236}">
                <a16:creationId xmlns:a16="http://schemas.microsoft.com/office/drawing/2014/main" xmlns="" id="{7B9F797E-43AA-4324-AA74-528817A9C960}"/>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chemeClr val="tx1"/>
                </a:solidFill>
                <a:latin typeface="Humanst521 BT" charset="0"/>
                <a:ea typeface="MS PGothic" panose="020B0600070205080204" pitchFamily="34" charset="-128"/>
              </a:rPr>
              <a:t>Exercise   40</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15BB68D-AEDF-4D09-B060-6B86EB9F9E6E}"/>
              </a:ext>
            </a:extLst>
          </p:cNvPr>
          <p:cNvSpPr>
            <a:spLocks noGrp="1"/>
          </p:cNvSpPr>
          <p:nvPr>
            <p:ph idx="1"/>
          </p:nvPr>
        </p:nvSpPr>
        <p:spPr>
          <a:xfrm>
            <a:off x="1905000" y="2103438"/>
            <a:ext cx="4267200" cy="4525962"/>
          </a:xfrm>
        </p:spPr>
        <p:txBody>
          <a:bodyPr rtlCol="0">
            <a:normAutofit/>
          </a:bodyPr>
          <a:lstStyle/>
          <a:p>
            <a:pPr marL="0" indent="0">
              <a:buNone/>
              <a:defRPr/>
            </a:pPr>
            <a:r>
              <a:rPr lang="en-US" sz="3000" dirty="0"/>
              <a:t>Which of the three types will I start today? </a:t>
            </a:r>
          </a:p>
          <a:p>
            <a:pPr marL="0" indent="0">
              <a:buNone/>
              <a:defRPr/>
            </a:pPr>
            <a:endParaRPr lang="en-US" sz="3000" dirty="0"/>
          </a:p>
          <a:p>
            <a:pPr marL="0" indent="0">
              <a:buNone/>
              <a:defRPr/>
            </a:pPr>
            <a:r>
              <a:rPr lang="en-US" sz="3000" dirty="0"/>
              <a:t>When will I include the next type of exercise?</a:t>
            </a:r>
          </a:p>
          <a:p>
            <a:pPr>
              <a:defRPr/>
            </a:pPr>
            <a:endParaRPr lang="en-US" sz="3000" dirty="0"/>
          </a:p>
        </p:txBody>
      </p:sp>
      <p:sp>
        <p:nvSpPr>
          <p:cNvPr id="212995" name="Footer Placeholder 3">
            <a:extLst>
              <a:ext uri="{FF2B5EF4-FFF2-40B4-BE49-F238E27FC236}">
                <a16:creationId xmlns:a16="http://schemas.microsoft.com/office/drawing/2014/main" xmlns="" id="{E877464C-92CB-4FAD-AC1C-8FC6302F34DD}"/>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212996" name="Slide Number Placeholder 4">
            <a:extLst>
              <a:ext uri="{FF2B5EF4-FFF2-40B4-BE49-F238E27FC236}">
                <a16:creationId xmlns:a16="http://schemas.microsoft.com/office/drawing/2014/main" xmlns="" id="{409872FC-8865-4018-8BA6-4652DB3D26C3}"/>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Exercise   41</a:t>
            </a:r>
          </a:p>
        </p:txBody>
      </p:sp>
      <p:pic>
        <p:nvPicPr>
          <p:cNvPr id="212997" name="Picture 2" descr="G:\For Merle\Chapter 2 - exercise\EWE_067 - woman riding bike.jpg">
            <a:extLst>
              <a:ext uri="{FF2B5EF4-FFF2-40B4-BE49-F238E27FC236}">
                <a16:creationId xmlns:a16="http://schemas.microsoft.com/office/drawing/2014/main" xmlns="" id="{2FE4B038-4AB8-4D63-AF2C-3509634898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00" y="1508126"/>
            <a:ext cx="4362450" cy="366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Content Placeholder 2">
            <a:extLst>
              <a:ext uri="{FF2B5EF4-FFF2-40B4-BE49-F238E27FC236}">
                <a16:creationId xmlns:a16="http://schemas.microsoft.com/office/drawing/2014/main" xmlns="" id="{323972C8-1445-4545-8DE7-DB437FFCAFCE}"/>
              </a:ext>
            </a:extLst>
          </p:cNvPr>
          <p:cNvSpPr>
            <a:spLocks noGrp="1" noChangeArrowheads="1"/>
          </p:cNvSpPr>
          <p:nvPr>
            <p:ph idx="1"/>
          </p:nvPr>
        </p:nvSpPr>
        <p:spPr>
          <a:xfrm>
            <a:off x="1981200" y="685800"/>
            <a:ext cx="3886200" cy="5334000"/>
          </a:xfrm>
        </p:spPr>
        <p:txBody>
          <a:bodyPr/>
          <a:lstStyle/>
          <a:p>
            <a:pPr marL="0" indent="0">
              <a:buNone/>
            </a:pPr>
            <a:r>
              <a:rPr lang="en-US" altLang="fr-FR">
                <a:solidFill>
                  <a:srgbClr val="FFFFFF"/>
                </a:solidFill>
              </a:rPr>
              <a:t>The children of Margaret</a:t>
            </a:r>
            <a:r>
              <a:rPr lang="en-US" altLang="en-US">
                <a:solidFill>
                  <a:srgbClr val="FFFFFF"/>
                </a:solidFill>
              </a:rPr>
              <a:t>’</a:t>
            </a:r>
            <a:r>
              <a:rPr lang="en-US" altLang="fr-FR">
                <a:solidFill>
                  <a:srgbClr val="FFFFFF"/>
                </a:solidFill>
              </a:rPr>
              <a:t>s neighbor have a problem with their weight, and Margaret is worried that they are at risk for diabetes.</a:t>
            </a:r>
          </a:p>
          <a:p>
            <a:pPr marL="0" indent="0">
              <a:buNone/>
            </a:pPr>
            <a:endParaRPr lang="en-US" altLang="fr-FR">
              <a:solidFill>
                <a:srgbClr val="FFFFFF"/>
              </a:solidFill>
            </a:endParaRPr>
          </a:p>
          <a:p>
            <a:pPr marL="0" indent="0">
              <a:buNone/>
            </a:pPr>
            <a:r>
              <a:rPr lang="en-US" altLang="fr-FR">
                <a:solidFill>
                  <a:srgbClr val="FFFFFF"/>
                </a:solidFill>
              </a:rPr>
              <a:t> </a:t>
            </a:r>
          </a:p>
          <a:p>
            <a:pPr marL="0" indent="0">
              <a:buNone/>
            </a:pPr>
            <a:r>
              <a:rPr lang="en-US" altLang="fr-FR">
                <a:solidFill>
                  <a:srgbClr val="FFFFFF"/>
                </a:solidFill>
              </a:rPr>
              <a:t>She wants to give them a gift at Christmas.</a:t>
            </a:r>
          </a:p>
          <a:p>
            <a:pPr marL="0" indent="0">
              <a:buNone/>
            </a:pPr>
            <a:r>
              <a:rPr lang="en-US" altLang="fr-FR">
                <a:solidFill>
                  <a:srgbClr val="FFFFFF"/>
                </a:solidFill>
              </a:rPr>
              <a:t> </a:t>
            </a:r>
          </a:p>
          <a:p>
            <a:pPr marL="0" indent="0">
              <a:buNone/>
            </a:pPr>
            <a:endParaRPr lang="en-US" altLang="fr-FR"/>
          </a:p>
        </p:txBody>
      </p:sp>
      <p:sp>
        <p:nvSpPr>
          <p:cNvPr id="215043" name="Footer Placeholder 3">
            <a:extLst>
              <a:ext uri="{FF2B5EF4-FFF2-40B4-BE49-F238E27FC236}">
                <a16:creationId xmlns:a16="http://schemas.microsoft.com/office/drawing/2014/main" xmlns="" id="{19BE3B41-6FE7-43B9-AC71-8E44AD108955}"/>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215044" name="Slide Number Placeholder 4">
            <a:extLst>
              <a:ext uri="{FF2B5EF4-FFF2-40B4-BE49-F238E27FC236}">
                <a16:creationId xmlns:a16="http://schemas.microsoft.com/office/drawing/2014/main" xmlns="" id="{9AE23929-9FAB-43B8-9BC9-BA2926B7CED3}"/>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Exercise   42</a:t>
            </a:r>
          </a:p>
        </p:txBody>
      </p:sp>
      <p:pic>
        <p:nvPicPr>
          <p:cNvPr id="215045" name="Picture 2" descr="C:\Users\thomasn\Pictures\Thinkstock hmpix4\Thinkstock Nancy\Exercise, sports, obesity, weight, scale\dv2014004.jpg">
            <a:extLst>
              <a:ext uri="{FF2B5EF4-FFF2-40B4-BE49-F238E27FC236}">
                <a16:creationId xmlns:a16="http://schemas.microsoft.com/office/drawing/2014/main" xmlns="" id="{5E364642-6207-40B8-B737-DC656EC1EF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1" y="1219200"/>
            <a:ext cx="4067175" cy="363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E7468C8-349F-4983-ABEC-AC421C4281DB}"/>
              </a:ext>
            </a:extLst>
          </p:cNvPr>
          <p:cNvSpPr>
            <a:spLocks noGrp="1"/>
          </p:cNvSpPr>
          <p:nvPr>
            <p:ph idx="1"/>
          </p:nvPr>
        </p:nvSpPr>
        <p:spPr>
          <a:xfrm>
            <a:off x="2209800" y="2179638"/>
            <a:ext cx="2590800" cy="4525962"/>
          </a:xfrm>
        </p:spPr>
        <p:txBody>
          <a:bodyPr rtlCol="0">
            <a:normAutofit/>
          </a:bodyPr>
          <a:lstStyle/>
          <a:p>
            <a:pPr marL="0" indent="0">
              <a:buNone/>
              <a:defRPr/>
            </a:pPr>
            <a:r>
              <a:rPr lang="en-US" sz="3000" dirty="0">
                <a:solidFill>
                  <a:prstClr val="white"/>
                </a:solidFill>
              </a:rPr>
              <a:t>What should she get that would make exercise fun for them?</a:t>
            </a:r>
          </a:p>
          <a:p>
            <a:pPr>
              <a:defRPr/>
            </a:pPr>
            <a:endParaRPr lang="en-US" sz="3000" dirty="0"/>
          </a:p>
        </p:txBody>
      </p:sp>
      <p:sp>
        <p:nvSpPr>
          <p:cNvPr id="217091" name="Footer Placeholder 3">
            <a:extLst>
              <a:ext uri="{FF2B5EF4-FFF2-40B4-BE49-F238E27FC236}">
                <a16:creationId xmlns:a16="http://schemas.microsoft.com/office/drawing/2014/main" xmlns="" id="{20CF5EA0-87A9-49BD-8A65-387AAB114EFA}"/>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217092" name="Slide Number Placeholder 4">
            <a:extLst>
              <a:ext uri="{FF2B5EF4-FFF2-40B4-BE49-F238E27FC236}">
                <a16:creationId xmlns:a16="http://schemas.microsoft.com/office/drawing/2014/main" xmlns="" id="{11A20540-DDD7-4EAE-BF52-58AC23795E38}"/>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Exercise   43</a:t>
            </a:r>
          </a:p>
        </p:txBody>
      </p:sp>
      <p:pic>
        <p:nvPicPr>
          <p:cNvPr id="217093" name="Picture 2" descr="C:\Users\thomasn\Pictures\Thinkstock hmpix4\Thinkstock Nancy\Exercise, sports, obesity, weight, scale\139865850.jpg">
            <a:extLst>
              <a:ext uri="{FF2B5EF4-FFF2-40B4-BE49-F238E27FC236}">
                <a16:creationId xmlns:a16="http://schemas.microsoft.com/office/drawing/2014/main" xmlns="" id="{91360797-8B02-48E0-B4D1-0DC38E3242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8801" y="685800"/>
            <a:ext cx="4729163" cy="544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F34139E-D07C-4822-971B-AB9A924738CC}"/>
              </a:ext>
            </a:extLst>
          </p:cNvPr>
          <p:cNvSpPr>
            <a:spLocks noGrp="1"/>
          </p:cNvSpPr>
          <p:nvPr>
            <p:ph idx="1"/>
          </p:nvPr>
        </p:nvSpPr>
        <p:spPr>
          <a:xfrm>
            <a:off x="1981200" y="990601"/>
            <a:ext cx="4267200" cy="4875213"/>
          </a:xfrm>
        </p:spPr>
        <p:txBody>
          <a:bodyPr rtlCol="0">
            <a:normAutofit/>
          </a:bodyPr>
          <a:lstStyle/>
          <a:p>
            <a:pPr marL="0" indent="0">
              <a:buNone/>
              <a:defRPr/>
            </a:pPr>
            <a:r>
              <a:rPr lang="en-US" sz="3000" dirty="0">
                <a:solidFill>
                  <a:prstClr val="white"/>
                </a:solidFill>
              </a:rPr>
              <a:t>Do I have a spouse who needs to be encouraged to exercise? </a:t>
            </a:r>
          </a:p>
          <a:p>
            <a:pPr marL="0" indent="0">
              <a:buNone/>
              <a:defRPr/>
            </a:pPr>
            <a:endParaRPr lang="en-US" sz="3000" dirty="0">
              <a:solidFill>
                <a:prstClr val="white"/>
              </a:solidFill>
            </a:endParaRPr>
          </a:p>
          <a:p>
            <a:pPr marL="0" indent="0">
              <a:buNone/>
              <a:defRPr/>
            </a:pPr>
            <a:r>
              <a:rPr lang="en-US" sz="3000" dirty="0">
                <a:solidFill>
                  <a:prstClr val="white"/>
                </a:solidFill>
              </a:rPr>
              <a:t>Can we make time to walk together, thereby adding more bonding time to our marriage as well?</a:t>
            </a:r>
          </a:p>
          <a:p>
            <a:pPr>
              <a:defRPr/>
            </a:pPr>
            <a:endParaRPr lang="en-US" sz="3000" dirty="0"/>
          </a:p>
        </p:txBody>
      </p:sp>
      <p:sp>
        <p:nvSpPr>
          <p:cNvPr id="219139" name="Footer Placeholder 3">
            <a:extLst>
              <a:ext uri="{FF2B5EF4-FFF2-40B4-BE49-F238E27FC236}">
                <a16:creationId xmlns:a16="http://schemas.microsoft.com/office/drawing/2014/main" xmlns="" id="{709CFABC-65C6-426F-BE56-289B4324B59B}"/>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pic>
        <p:nvPicPr>
          <p:cNvPr id="219140" name="Picture 2" descr="C:\Users\thomasn\Pictures\Thinkstock hmpix4\Thinkstock Nancy\Exercise, sports, outdoor activity, obesity\93088072.jpg">
            <a:extLst>
              <a:ext uri="{FF2B5EF4-FFF2-40B4-BE49-F238E27FC236}">
                <a16:creationId xmlns:a16="http://schemas.microsoft.com/office/drawing/2014/main" xmlns="" id="{999B8524-B960-427E-928E-45432676A4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5614" y="762000"/>
            <a:ext cx="3425825" cy="539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9141" name="Slide Number Placeholder 4">
            <a:extLst>
              <a:ext uri="{FF2B5EF4-FFF2-40B4-BE49-F238E27FC236}">
                <a16:creationId xmlns:a16="http://schemas.microsoft.com/office/drawing/2014/main" xmlns="" id="{C8343665-F79C-4A60-A45F-CB3DA46BF384}"/>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Exercise   44</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1186" name="Picture 2" descr="C:\Users\thomasn\Pictures\Thinkstock hmpix4\Thinkstock Nancy\objects, maps, books\145844297.jpg">
            <a:extLst>
              <a:ext uri="{FF2B5EF4-FFF2-40B4-BE49-F238E27FC236}">
                <a16:creationId xmlns:a16="http://schemas.microsoft.com/office/drawing/2014/main" xmlns="" id="{FE1B329A-99F3-49A6-A729-3B7F5752D0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0" y="457200"/>
            <a:ext cx="3886200" cy="593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a:extLst>
              <a:ext uri="{FF2B5EF4-FFF2-40B4-BE49-F238E27FC236}">
                <a16:creationId xmlns:a16="http://schemas.microsoft.com/office/drawing/2014/main" xmlns="" id="{B275F978-C826-4199-968E-CD173088562D}"/>
              </a:ext>
            </a:extLst>
          </p:cNvPr>
          <p:cNvSpPr>
            <a:spLocks noGrp="1"/>
          </p:cNvSpPr>
          <p:nvPr>
            <p:ph idx="1"/>
          </p:nvPr>
        </p:nvSpPr>
        <p:spPr>
          <a:xfrm>
            <a:off x="1981200" y="1143001"/>
            <a:ext cx="3657600" cy="4525963"/>
          </a:xfrm>
        </p:spPr>
        <p:txBody>
          <a:bodyPr rtlCol="0">
            <a:normAutofit/>
          </a:bodyPr>
          <a:lstStyle/>
          <a:p>
            <a:pPr marL="0" indent="0">
              <a:buNone/>
              <a:defRPr/>
            </a:pPr>
            <a:r>
              <a:rPr lang="en-US" sz="3000" dirty="0">
                <a:solidFill>
                  <a:prstClr val="white"/>
                </a:solidFill>
              </a:rPr>
              <a:t>What is the best clothing and shoes for exercise activities? </a:t>
            </a:r>
          </a:p>
          <a:p>
            <a:pPr marL="0" indent="0">
              <a:buNone/>
              <a:defRPr/>
            </a:pPr>
            <a:endParaRPr lang="en-US" sz="3000" dirty="0">
              <a:solidFill>
                <a:prstClr val="white"/>
              </a:solidFill>
            </a:endParaRPr>
          </a:p>
          <a:p>
            <a:pPr marL="0" indent="0">
              <a:buNone/>
              <a:defRPr/>
            </a:pPr>
            <a:r>
              <a:rPr lang="en-US" sz="3000" dirty="0">
                <a:solidFill>
                  <a:prstClr val="white"/>
                </a:solidFill>
              </a:rPr>
              <a:t>What will keep me safe in a busy city, at night, or during winter? </a:t>
            </a:r>
          </a:p>
          <a:p>
            <a:pPr>
              <a:defRPr/>
            </a:pPr>
            <a:endParaRPr lang="en-US" sz="3000" dirty="0"/>
          </a:p>
        </p:txBody>
      </p:sp>
      <p:sp>
        <p:nvSpPr>
          <p:cNvPr id="221188" name="Footer Placeholder 3">
            <a:extLst>
              <a:ext uri="{FF2B5EF4-FFF2-40B4-BE49-F238E27FC236}">
                <a16:creationId xmlns:a16="http://schemas.microsoft.com/office/drawing/2014/main" xmlns="" id="{46A398D2-D807-462E-9AB4-43BB5B7CDF87}"/>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221189" name="Slide Number Placeholder 4">
            <a:extLst>
              <a:ext uri="{FF2B5EF4-FFF2-40B4-BE49-F238E27FC236}">
                <a16:creationId xmlns:a16="http://schemas.microsoft.com/office/drawing/2014/main" xmlns="" id="{3F3D05BB-77CF-47E8-93E9-810EF20FA400}"/>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chemeClr val="tx1"/>
                </a:solidFill>
                <a:latin typeface="Humanst521 BT" charset="0"/>
                <a:ea typeface="MS PGothic" panose="020B0600070205080204" pitchFamily="34" charset="-128"/>
              </a:rPr>
              <a:t>Exercise   45</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DCE6F5A-083C-46D9-B03F-3D52BB488D52}"/>
              </a:ext>
            </a:extLst>
          </p:cNvPr>
          <p:cNvSpPr>
            <a:spLocks noGrp="1"/>
          </p:cNvSpPr>
          <p:nvPr>
            <p:ph idx="1"/>
          </p:nvPr>
        </p:nvSpPr>
        <p:spPr>
          <a:xfrm>
            <a:off x="1981200" y="1600201"/>
            <a:ext cx="4495800" cy="4525963"/>
          </a:xfrm>
        </p:spPr>
        <p:txBody>
          <a:bodyPr rtlCol="0">
            <a:normAutofit/>
          </a:bodyPr>
          <a:lstStyle/>
          <a:p>
            <a:pPr marL="0" indent="0">
              <a:buNone/>
              <a:defRPr/>
            </a:pPr>
            <a:r>
              <a:rPr lang="en-US" sz="3000" dirty="0">
                <a:solidFill>
                  <a:prstClr val="white"/>
                </a:solidFill>
              </a:rPr>
              <a:t>I sometimes find it hard to choose to exercise on a daily basis. </a:t>
            </a:r>
          </a:p>
          <a:p>
            <a:pPr marL="0" indent="0">
              <a:buNone/>
              <a:defRPr/>
            </a:pPr>
            <a:endParaRPr lang="en-US" sz="3000" dirty="0">
              <a:solidFill>
                <a:prstClr val="white"/>
              </a:solidFill>
            </a:endParaRPr>
          </a:p>
          <a:p>
            <a:pPr marL="0" indent="0">
              <a:buNone/>
              <a:defRPr/>
            </a:pPr>
            <a:r>
              <a:rPr lang="en-US" sz="3000" dirty="0">
                <a:solidFill>
                  <a:prstClr val="white"/>
                </a:solidFill>
              </a:rPr>
              <a:t>How can I obtain spiritual strength to make this a priority in my life?</a:t>
            </a:r>
          </a:p>
          <a:p>
            <a:pPr>
              <a:defRPr/>
            </a:pPr>
            <a:endParaRPr lang="en-US" sz="3000" dirty="0"/>
          </a:p>
        </p:txBody>
      </p:sp>
      <p:sp>
        <p:nvSpPr>
          <p:cNvPr id="223235" name="Footer Placeholder 3">
            <a:extLst>
              <a:ext uri="{FF2B5EF4-FFF2-40B4-BE49-F238E27FC236}">
                <a16:creationId xmlns:a16="http://schemas.microsoft.com/office/drawing/2014/main" xmlns="" id="{D00372AD-1C6A-44EC-B87A-2732DCF35E3E}"/>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CELEBRATIONS®</a:t>
            </a:r>
          </a:p>
        </p:txBody>
      </p:sp>
      <p:sp>
        <p:nvSpPr>
          <p:cNvPr id="223236" name="Slide Number Placeholder 4">
            <a:extLst>
              <a:ext uri="{FF2B5EF4-FFF2-40B4-BE49-F238E27FC236}">
                <a16:creationId xmlns:a16="http://schemas.microsoft.com/office/drawing/2014/main" xmlns="" id="{79CDEB5D-A88F-429C-A544-4E4361D503E0}"/>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rPr>
              <a:t>Exercise   46</a:t>
            </a:r>
          </a:p>
        </p:txBody>
      </p:sp>
      <p:pic>
        <p:nvPicPr>
          <p:cNvPr id="223237" name="Picture 2" descr="G:\For Merle\Chapter 12 - social support\skd249078sdc - man reading bible.jpg">
            <a:extLst>
              <a:ext uri="{FF2B5EF4-FFF2-40B4-BE49-F238E27FC236}">
                <a16:creationId xmlns:a16="http://schemas.microsoft.com/office/drawing/2014/main" xmlns="" id="{AFC5D637-8C9B-4EE7-974F-21F0E73141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1" y="990600"/>
            <a:ext cx="3751263"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Title 1">
            <a:extLst>
              <a:ext uri="{FF2B5EF4-FFF2-40B4-BE49-F238E27FC236}">
                <a16:creationId xmlns:a16="http://schemas.microsoft.com/office/drawing/2014/main" xmlns="" id="{AEA2DD0A-A10A-4D0C-9D35-A86E239BF6A1}"/>
              </a:ext>
            </a:extLst>
          </p:cNvPr>
          <p:cNvSpPr>
            <a:spLocks noGrp="1" noChangeArrowheads="1"/>
          </p:cNvSpPr>
          <p:nvPr>
            <p:ph type="title"/>
          </p:nvPr>
        </p:nvSpPr>
        <p:spPr>
          <a:xfrm>
            <a:off x="1981200" y="152400"/>
            <a:ext cx="8229600" cy="1143000"/>
          </a:xfrm>
        </p:spPr>
        <p:txBody>
          <a:bodyPr/>
          <a:lstStyle/>
          <a:p>
            <a:pPr algn="ctr" eaLnBrk="1" hangingPunct="1"/>
            <a:r>
              <a:rPr lang="en-US" altLang="fr-FR">
                <a:ln>
                  <a:noFill/>
                </a:ln>
              </a:rPr>
              <a:t>Celebrating liquids</a:t>
            </a:r>
          </a:p>
        </p:txBody>
      </p:sp>
      <p:sp>
        <p:nvSpPr>
          <p:cNvPr id="225283" name="Footer Placeholder 3">
            <a:extLst>
              <a:ext uri="{FF2B5EF4-FFF2-40B4-BE49-F238E27FC236}">
                <a16:creationId xmlns:a16="http://schemas.microsoft.com/office/drawing/2014/main" xmlns="" id="{3B8A0C57-09C3-4138-A428-A28C84E420B8}"/>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225284" name="Slide Number Placeholder 4">
            <a:extLst>
              <a:ext uri="{FF2B5EF4-FFF2-40B4-BE49-F238E27FC236}">
                <a16:creationId xmlns:a16="http://schemas.microsoft.com/office/drawing/2014/main" xmlns="" id="{48C09C67-C0E5-4FA6-A3CF-A992FDD97781}"/>
              </a:ext>
            </a:extLst>
          </p:cNvPr>
          <p:cNvSpPr>
            <a:spLocks noGrp="1"/>
          </p:cNvSpPr>
          <p:nvPr>
            <p:ph type="sldNum" sz="quarter" idx="4294967295"/>
          </p:nvPr>
        </p:nvSpPr>
        <p:spPr bwMode="auto">
          <a:xfrm>
            <a:off x="80772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eaLnBrk="0" fontAlgn="base" hangingPunct="0">
              <a:spcBef>
                <a:spcPct val="0"/>
              </a:spcBef>
              <a:spcAft>
                <a:spcPct val="0"/>
              </a:spcAft>
              <a:buClrTx/>
              <a:buSzTx/>
              <a:buFontTx/>
              <a:buNone/>
            </a:pPr>
            <a:r>
              <a:rPr lang="en-US" altLang="fr-FR" sz="1200">
                <a:solidFill>
                  <a:srgbClr val="FFFFFF"/>
                </a:solidFill>
                <a:latin typeface="Calibri" panose="020F0502020204030204" pitchFamily="34" charset="0"/>
                <a:ea typeface="MS PGothic" panose="020B0600070205080204" pitchFamily="34" charset="-128"/>
                <a:cs typeface="Arial" panose="020B0604020202020204" pitchFamily="34" charset="0"/>
              </a:rPr>
              <a:t>Liquids   2</a:t>
            </a:r>
          </a:p>
        </p:txBody>
      </p:sp>
      <p:pic>
        <p:nvPicPr>
          <p:cNvPr id="225285" name="Picture 2" descr="G:\For Merle\dv1202084.jpg">
            <a:extLst>
              <a:ext uri="{FF2B5EF4-FFF2-40B4-BE49-F238E27FC236}">
                <a16:creationId xmlns:a16="http://schemas.microsoft.com/office/drawing/2014/main" xmlns="" id="{FAFD8D84-07FC-47D3-8E9D-537BB6AD73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7750" y="1219200"/>
            <a:ext cx="7556500" cy="497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3116</Words>
  <Application>Microsoft Macintosh PowerPoint</Application>
  <PresentationFormat>Widescreen</PresentationFormat>
  <Paragraphs>300</Paragraphs>
  <Slides>47</Slides>
  <Notes>46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47</vt:i4>
      </vt:variant>
    </vt:vector>
  </HeadingPairs>
  <TitlesOfParts>
    <vt:vector size="54" baseType="lpstr">
      <vt:lpstr>Calibri</vt:lpstr>
      <vt:lpstr>Calibri Light</vt:lpstr>
      <vt:lpstr>Humanst521 BT</vt:lpstr>
      <vt:lpstr>MS PGothic</vt:lpstr>
      <vt:lpstr>游ゴシック</vt:lpstr>
      <vt:lpstr>Arial</vt:lpstr>
      <vt:lpstr>Thème Office</vt:lpstr>
      <vt:lpstr>EXERCISES</vt:lpstr>
      <vt:lpstr>Celebrating exercise</vt:lpstr>
      <vt:lpstr>She worked out,  3 times a week</vt:lpstr>
      <vt:lpstr>Benefits of physical exercise</vt:lpstr>
      <vt:lpstr>Even two and a half hours a week of exercise is beneficial </vt:lpstr>
      <vt:lpstr>Physical activity up to 1 hour /day  results in further risk reduction  of cardiovascular disease. </vt:lpstr>
      <vt:lpstr>Decline in bone density can be slowed  with regular physical activity</vt:lpstr>
      <vt:lpstr>Metabolic Syndrome (hypertension, abdominal obesity, adverse lipid profile, impaired glucose tolerance) responds to regular physical activity, restrictive diet  and appropriate medications.</vt:lpstr>
      <vt:lpstr>Physical activity is a critical factor  in maintaining a healthy body weight.</vt:lpstr>
      <vt:lpstr>If you want to postpone your  funeral, exercise regularly!</vt:lpstr>
      <vt:lpstr>Three types of physical exercises</vt:lpstr>
      <vt:lpstr>Four levels of physical activity</vt:lpstr>
      <vt:lpstr>PowerPoint Presentation</vt:lpstr>
      <vt:lpstr>4. High—exercise more than 300 minutes a week  </vt:lpstr>
      <vt:lpstr>Rule of thumb</vt:lpstr>
      <vt:lpstr>How do we know the intensity of our exercise?  It is moderate when you can maintain a comfortable conversation during the activity!</vt:lpstr>
      <vt:lpstr>Health benefits of physical activity  far outweigh the  risks</vt:lpstr>
      <vt:lpstr>Walking is the best physical activity</vt:lpstr>
      <vt:lpstr>Ellen G. White The Health Reformer July 1, 1872</vt:lpstr>
      <vt:lpstr>Proper training clothes</vt:lpstr>
      <vt:lpstr>PowerPoint Presentation</vt:lpstr>
      <vt:lpstr>PowerPoint Presentation</vt:lpstr>
      <vt:lpstr>PowerPoint Presentation</vt:lpstr>
      <vt:lpstr>Proper training shoes</vt:lpstr>
      <vt:lpstr>Exercising faith</vt:lpstr>
      <vt:lpstr>LIFE APPLICATION QUESTIONS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Celebrating liquids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EXERCISES</dc:title>
  <dc:creator>Vieira Muzola</dc:creator>
  <cp:lastModifiedBy>Microsoft Office User</cp:lastModifiedBy>
  <cp:revision>1</cp:revision>
  <dcterms:created xsi:type="dcterms:W3CDTF">2020-04-03T11:33:37Z</dcterms:created>
  <dcterms:modified xsi:type="dcterms:W3CDTF">2023-10-08T18:07:12Z</dcterms:modified>
</cp:coreProperties>
</file>