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73" r:id="rId5"/>
    <p:sldId id="272" r:id="rId6"/>
    <p:sldId id="274" r:id="rId7"/>
    <p:sldId id="275" r:id="rId8"/>
    <p:sldId id="276" r:id="rId9"/>
    <p:sldId id="281" r:id="rId10"/>
    <p:sldId id="282" r:id="rId11"/>
    <p:sldId id="278" r:id="rId12"/>
    <p:sldId id="279" r:id="rId13"/>
    <p:sldId id="280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44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65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0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75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2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47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22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1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42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48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34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D1B1A-515A-460D-901F-089DF2901CE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A1436-4C4D-4D2A-BE4A-0008E1E7D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2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3886200" cy="6857999"/>
          </a:xfrm>
          <a:solidFill>
            <a:schemeClr val="tx2"/>
          </a:solidFill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465320" y="1182212"/>
            <a:ext cx="687324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Project: </a:t>
            </a:r>
            <a:r>
              <a:rPr lang="en-US" dirty="0" smtClean="0"/>
              <a:t>Inventory Management System(IMS)</a:t>
            </a:r>
          </a:p>
          <a:p>
            <a:pPr marL="0" indent="0">
              <a:buNone/>
            </a:pPr>
            <a:r>
              <a:rPr lang="en-US" b="1" dirty="0" smtClean="0"/>
              <a:t>Lecturer: </a:t>
            </a:r>
            <a:r>
              <a:rPr lang="en-US" dirty="0" smtClean="0"/>
              <a:t>IRAGENA </a:t>
            </a:r>
            <a:r>
              <a:rPr lang="en-US" dirty="0" err="1" smtClean="0"/>
              <a:t>Aimable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Date: </a:t>
            </a:r>
            <a:r>
              <a:rPr lang="en-US" dirty="0" smtClean="0"/>
              <a:t>28/04/2026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Group Members:</a:t>
            </a:r>
          </a:p>
          <a:p>
            <a:pPr marL="0" indent="0">
              <a:buNone/>
            </a:pPr>
            <a:endParaRPr lang="en-US" dirty="0" smtClean="0"/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MUTANGANA Joseph 29061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 err="1"/>
              <a:t>Musangwa</a:t>
            </a:r>
            <a:r>
              <a:rPr lang="en-US" dirty="0"/>
              <a:t> </a:t>
            </a:r>
            <a:r>
              <a:rPr lang="en-US" dirty="0" err="1"/>
              <a:t>Nshimiye</a:t>
            </a:r>
            <a:r>
              <a:rPr lang="en-US" dirty="0"/>
              <a:t> Bennett 29092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 err="1"/>
              <a:t>Nshimyumuremyi</a:t>
            </a:r>
            <a:r>
              <a:rPr lang="en-US" dirty="0"/>
              <a:t> </a:t>
            </a:r>
            <a:r>
              <a:rPr lang="en-US" dirty="0" err="1"/>
              <a:t>Elie</a:t>
            </a:r>
            <a:r>
              <a:rPr lang="en-US" dirty="0"/>
              <a:t> 26476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Shema </a:t>
            </a:r>
            <a:r>
              <a:rPr lang="en-US" dirty="0" err="1" smtClean="0"/>
              <a:t>Abdunur</a:t>
            </a:r>
            <a:r>
              <a:rPr lang="en-US" dirty="0" smtClean="0"/>
              <a:t> </a:t>
            </a:r>
            <a:r>
              <a:rPr lang="en-US" dirty="0"/>
              <a:t>28334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6124"/>
            <a:ext cx="3886200" cy="35718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06400"/>
            <a:ext cx="2885440" cy="1188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SOFATWRE PROJECT MANAGEMENT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3829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4204355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INTRODUCTION / PROBLEM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2245" y="1156740"/>
            <a:ext cx="6806938" cy="491894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Introduction</a:t>
            </a:r>
          </a:p>
          <a:p>
            <a:pPr marL="0" indent="0">
              <a:buNone/>
            </a:pPr>
            <a:endParaRPr lang="en-US" b="1" dirty="0" smtClean="0"/>
          </a:p>
          <a:p>
            <a:pPr marL="457200" lvl="1" indent="0">
              <a:buNone/>
            </a:pPr>
            <a:r>
              <a:rPr lang="en-US" dirty="0"/>
              <a:t>The Inventory Management System (IMS) project is planned to fix problems in how businesses manage stock, track products, and keep inventory records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Problem Statement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Inventory tracking is done manually </a:t>
            </a:r>
          </a:p>
          <a:p>
            <a:pPr lvl="1"/>
            <a:r>
              <a:rPr lang="en-US" dirty="0" smtClean="0"/>
              <a:t>High risk of errors and delays </a:t>
            </a:r>
          </a:p>
          <a:p>
            <a:pPr lvl="1"/>
            <a:r>
              <a:rPr lang="en-US" dirty="0" smtClean="0"/>
              <a:t>No real-time stock visibility </a:t>
            </a:r>
          </a:p>
          <a:p>
            <a:pPr lvl="1"/>
            <a:r>
              <a:rPr lang="en-US" dirty="0" smtClean="0"/>
              <a:t>Leads to poor decision-making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02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26903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58875" y="1559280"/>
            <a:ext cx="7484886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 smtClean="0">
                <a:latin typeface="Arial" panose="020B0604020202020204" pitchFamily="34" charset="0"/>
              </a:rPr>
              <a:t>Objectives: IMS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inventory accuracy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stock shortages and overstock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operational efficiency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real-time reporting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360045"/>
            <a:ext cx="4326903" cy="24979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1973" y="904973"/>
            <a:ext cx="4062953" cy="179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</a:rPr>
              <a:t>PROJECT OBJECTIVES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31026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26903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53146" y="1914762"/>
            <a:ext cx="7390615" cy="2582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 smtClean="0"/>
              <a:t>Solution: IMS</a:t>
            </a:r>
            <a:endParaRPr lang="en-US" dirty="0" smtClean="0"/>
          </a:p>
          <a:p>
            <a:endParaRPr lang="en-US" dirty="0"/>
          </a:p>
          <a:p>
            <a:pPr lvl="1"/>
            <a:r>
              <a:rPr lang="en-US" dirty="0" smtClean="0"/>
              <a:t>Centralized inventory system </a:t>
            </a:r>
          </a:p>
          <a:p>
            <a:pPr lvl="1"/>
            <a:r>
              <a:rPr lang="en-US" dirty="0" smtClean="0"/>
              <a:t>Real-time stock tracking </a:t>
            </a:r>
          </a:p>
          <a:p>
            <a:pPr lvl="1"/>
            <a:r>
              <a:rPr lang="en-US" dirty="0" smtClean="0"/>
              <a:t>Automated alerts </a:t>
            </a:r>
          </a:p>
          <a:p>
            <a:pPr lvl="1"/>
            <a:r>
              <a:rPr lang="en-US" dirty="0" smtClean="0"/>
              <a:t>Reporting and analytics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31973" y="904973"/>
            <a:ext cx="4062953" cy="179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PROPOSED SOLUTION</a:t>
            </a:r>
            <a:endParaRPr lang="en-US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32690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1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26903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53146" y="1121724"/>
            <a:ext cx="7390615" cy="4168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 smtClean="0"/>
              <a:t>In Scope</a:t>
            </a:r>
            <a:endParaRPr lang="en-US" dirty="0" smtClean="0"/>
          </a:p>
          <a:p>
            <a:pPr lvl="1"/>
            <a:r>
              <a:rPr lang="en-US" dirty="0" smtClean="0"/>
              <a:t>Inventory management </a:t>
            </a:r>
          </a:p>
          <a:p>
            <a:pPr lvl="1"/>
            <a:r>
              <a:rPr lang="en-US" dirty="0" smtClean="0"/>
              <a:t>User authentication </a:t>
            </a:r>
          </a:p>
          <a:p>
            <a:pPr lvl="1"/>
            <a:r>
              <a:rPr lang="en-US" dirty="0" smtClean="0"/>
              <a:t>Alerts and reports </a:t>
            </a:r>
          </a:p>
          <a:p>
            <a:pPr lvl="1"/>
            <a:r>
              <a:rPr lang="en-US" dirty="0" smtClean="0"/>
              <a:t>Supplier tracking 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Out of Scope</a:t>
            </a:r>
            <a:endParaRPr lang="en-US" dirty="0" smtClean="0"/>
          </a:p>
          <a:p>
            <a:pPr lvl="1"/>
            <a:r>
              <a:rPr lang="en-US" dirty="0" smtClean="0"/>
              <a:t>Mobile application </a:t>
            </a:r>
          </a:p>
          <a:p>
            <a:pPr lvl="1"/>
            <a:r>
              <a:rPr lang="en-US" dirty="0" smtClean="0"/>
              <a:t>Enterprise Resources Planning integration </a:t>
            </a:r>
          </a:p>
          <a:p>
            <a:pPr lvl="1"/>
            <a:r>
              <a:rPr lang="en-US" dirty="0" smtClean="0"/>
              <a:t>AI forecasting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2460395"/>
            <a:ext cx="4062953" cy="179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PROJECT SCOPE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828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26903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53146" y="1518242"/>
            <a:ext cx="7390615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 smtClean="0"/>
              <a:t>Core Features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User login &amp; authentication </a:t>
            </a:r>
          </a:p>
          <a:p>
            <a:pPr lvl="1"/>
            <a:r>
              <a:rPr lang="en-US" dirty="0" smtClean="0"/>
              <a:t>Add / Edit / Delete items </a:t>
            </a:r>
          </a:p>
          <a:p>
            <a:pPr lvl="1"/>
            <a:r>
              <a:rPr lang="en-US" dirty="0" smtClean="0"/>
              <a:t>Stock tracking </a:t>
            </a:r>
          </a:p>
          <a:p>
            <a:pPr lvl="1"/>
            <a:r>
              <a:rPr lang="en-US" dirty="0" smtClean="0"/>
              <a:t>Low-stock alerts </a:t>
            </a:r>
          </a:p>
          <a:p>
            <a:pPr lvl="1"/>
            <a:r>
              <a:rPr lang="en-US" dirty="0" smtClean="0"/>
              <a:t>Report generation </a:t>
            </a:r>
          </a:p>
          <a:p>
            <a:pPr lvl="1"/>
            <a:r>
              <a:rPr lang="en-US" dirty="0" smtClean="0"/>
              <a:t>User role management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2460395"/>
            <a:ext cx="4251489" cy="179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KEY FEATURES </a:t>
            </a:r>
            <a:r>
              <a:rPr lang="en-US" sz="3600" dirty="0" smtClean="0"/>
              <a:t>(MOSCOW – MUST)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69594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26903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237533" y="1741358"/>
            <a:ext cx="6542202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 smtClean="0"/>
              <a:t>Project Team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Project Manager </a:t>
            </a:r>
          </a:p>
          <a:p>
            <a:pPr lvl="1"/>
            <a:r>
              <a:rPr lang="en-US" dirty="0" smtClean="0"/>
              <a:t>Business Analyst </a:t>
            </a:r>
          </a:p>
          <a:p>
            <a:pPr lvl="1"/>
            <a:r>
              <a:rPr lang="en-US" dirty="0" smtClean="0"/>
              <a:t>Lead Developer </a:t>
            </a:r>
          </a:p>
          <a:p>
            <a:pPr lvl="1"/>
            <a:r>
              <a:rPr lang="en-US" dirty="0" smtClean="0"/>
              <a:t>Software Developer </a:t>
            </a:r>
          </a:p>
          <a:p>
            <a:pPr lvl="1"/>
            <a:r>
              <a:rPr lang="en-US" dirty="0" smtClean="0"/>
              <a:t>UI/UX Designer </a:t>
            </a:r>
          </a:p>
          <a:p>
            <a:pPr lvl="1"/>
            <a:r>
              <a:rPr lang="en-US" dirty="0" smtClean="0"/>
              <a:t>QA/Test Engineer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5414" y="707315"/>
            <a:ext cx="4251489" cy="179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PROJECT TEAM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6172"/>
            <a:ext cx="4326903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26903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41909" y="1741358"/>
            <a:ext cx="5279011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 smtClean="0"/>
              <a:t>WBS: IMS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 smtClean="0"/>
              <a:t>Planning </a:t>
            </a:r>
          </a:p>
          <a:p>
            <a:pPr lvl="1"/>
            <a:r>
              <a:rPr lang="en-US" dirty="0" smtClean="0"/>
              <a:t>Requirements </a:t>
            </a:r>
          </a:p>
          <a:p>
            <a:pPr lvl="1"/>
            <a:r>
              <a:rPr lang="en-US" dirty="0" smtClean="0"/>
              <a:t>Design </a:t>
            </a:r>
          </a:p>
          <a:p>
            <a:pPr lvl="1"/>
            <a:r>
              <a:rPr lang="en-US" dirty="0" smtClean="0"/>
              <a:t> Development </a:t>
            </a:r>
          </a:p>
          <a:p>
            <a:pPr lvl="1"/>
            <a:r>
              <a:rPr lang="en-US" dirty="0" smtClean="0"/>
              <a:t>Testing </a:t>
            </a:r>
          </a:p>
          <a:p>
            <a:pPr lvl="1"/>
            <a:r>
              <a:rPr lang="en-US" dirty="0" smtClean="0"/>
              <a:t>Deployment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2460395"/>
            <a:ext cx="4251489" cy="179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WORK BREAKDOWN STRUCTURE (WBS)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249567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129699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03695" y="2530401"/>
            <a:ext cx="3450209" cy="179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PROJECT TIMELINE</a:t>
            </a:r>
            <a:endParaRPr lang="en-US" sz="3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394" y="860311"/>
            <a:ext cx="8591052" cy="531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2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129699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03695" y="2530401"/>
            <a:ext cx="3450209" cy="179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CRITICAL PATH</a:t>
            </a:r>
          </a:p>
          <a:p>
            <a:pPr algn="ctr"/>
            <a:r>
              <a:rPr lang="en-US" sz="4800" dirty="0" smtClean="0"/>
              <a:t>(15 Weeks)</a:t>
            </a:r>
            <a:endParaRPr lang="en-US" sz="3600" b="1" dirty="0"/>
          </a:p>
        </p:txBody>
      </p:sp>
      <p:sp>
        <p:nvSpPr>
          <p:cNvPr id="3" name="Rectangle 2"/>
          <p:cNvSpPr/>
          <p:nvPr/>
        </p:nvSpPr>
        <p:spPr>
          <a:xfrm>
            <a:off x="4311714" y="560519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“All activities are on the critical path, meaning any delay will directly affect the project completion.”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209" y="1513840"/>
            <a:ext cx="8001780" cy="291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8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26903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53146" y="605687"/>
            <a:ext cx="7390615" cy="5200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 smtClean="0"/>
              <a:t>Negative Risks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Requirement misunderstanding </a:t>
            </a:r>
          </a:p>
          <a:p>
            <a:pPr lvl="1"/>
            <a:r>
              <a:rPr lang="en-US" dirty="0" smtClean="0"/>
              <a:t>Development delays </a:t>
            </a:r>
          </a:p>
          <a:p>
            <a:pPr lvl="1"/>
            <a:r>
              <a:rPr lang="en-US" dirty="0" smtClean="0"/>
              <a:t>System bugs </a:t>
            </a:r>
          </a:p>
          <a:p>
            <a:pPr lvl="1"/>
            <a:r>
              <a:rPr lang="en-US" dirty="0" smtClean="0"/>
              <a:t>Stakeholder unavailability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Positive Risks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Availability of good tools.</a:t>
            </a:r>
          </a:p>
          <a:p>
            <a:pPr lvl="1"/>
            <a:r>
              <a:rPr lang="en-US" dirty="0" smtClean="0"/>
              <a:t>Good team collaboration</a:t>
            </a:r>
          </a:p>
          <a:p>
            <a:pPr lvl="1"/>
            <a:r>
              <a:rPr lang="en-US" dirty="0" smtClean="0"/>
              <a:t>Faster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43" y="944488"/>
            <a:ext cx="4251489" cy="179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smtClean="0"/>
              <a:t>RISKS</a:t>
            </a:r>
            <a:endParaRPr lang="en-US" sz="4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6173"/>
            <a:ext cx="4326903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8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26903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911366" y="1943043"/>
            <a:ext cx="6353666" cy="2582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 smtClean="0"/>
              <a:t>Expected Results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Accurate inventory tracking </a:t>
            </a:r>
          </a:p>
          <a:p>
            <a:pPr lvl="1"/>
            <a:r>
              <a:rPr lang="en-US" dirty="0" smtClean="0"/>
              <a:t>Reduced losses </a:t>
            </a:r>
          </a:p>
          <a:p>
            <a:pPr lvl="1"/>
            <a:r>
              <a:rPr lang="en-US" dirty="0" smtClean="0"/>
              <a:t>Faster operations </a:t>
            </a:r>
          </a:p>
          <a:p>
            <a:pPr lvl="1"/>
            <a:r>
              <a:rPr lang="en-US" dirty="0" smtClean="0"/>
              <a:t>Better decision-making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1263191"/>
            <a:ext cx="4251489" cy="179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EXPECTED OUTCOMES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839950"/>
            <a:ext cx="4326903" cy="301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6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26903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53146" y="2113020"/>
            <a:ext cx="7390615" cy="2185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 smtClean="0"/>
              <a:t>Conclusion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IMS solves critical inventory problems </a:t>
            </a:r>
          </a:p>
          <a:p>
            <a:pPr lvl="1"/>
            <a:r>
              <a:rPr lang="en-US" dirty="0" smtClean="0"/>
              <a:t>Improves efficiency and accuracy </a:t>
            </a:r>
          </a:p>
          <a:p>
            <a:pPr lvl="1"/>
            <a:r>
              <a:rPr lang="en-US" dirty="0" smtClean="0"/>
              <a:t>Delivered within 3–4 months timeline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1408687"/>
            <a:ext cx="4251489" cy="1797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CONCLUSION</a:t>
            </a:r>
            <a:endParaRPr lang="en-US" sz="3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6175"/>
            <a:ext cx="4326903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0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sz="7200" b="1" dirty="0" smtClean="0">
                <a:solidFill>
                  <a:schemeClr val="bg1"/>
                </a:solidFill>
              </a:rPr>
              <a:t>END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9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296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 </vt:lpstr>
      <vt:lpstr>INTRODUCTION / PROBLEM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SOFATWRE PROJECT MANAGEMENT</dc:title>
  <dc:creator>user</dc:creator>
  <cp:lastModifiedBy>user</cp:lastModifiedBy>
  <cp:revision>15</cp:revision>
  <dcterms:created xsi:type="dcterms:W3CDTF">2026-04-27T13:28:16Z</dcterms:created>
  <dcterms:modified xsi:type="dcterms:W3CDTF">2026-04-27T15:30:41Z</dcterms:modified>
</cp:coreProperties>
</file>