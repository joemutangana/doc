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06A67DF-A05F-4E49-98AB-CBA7EE700EE0}" type="doc">
      <dgm:prSet loTypeId="urn:microsoft.com/office/officeart/2009/3/layout/StepUpProcess" loCatId="process" qsTypeId="urn:microsoft.com/office/officeart/2005/8/quickstyle/3d1" qsCatId="3D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91A89F28-5853-4A9E-A13B-2CA7F22BBC0A}">
      <dgm:prSet phldrT="[Text]" custT="1"/>
      <dgm:spPr/>
      <dgm:t>
        <a:bodyPr/>
        <a:lstStyle/>
        <a:p>
          <a:r>
            <a:rPr lang="en-US" sz="1600" dirty="0" smtClean="0"/>
            <a:t>Coding</a:t>
          </a:r>
          <a:endParaRPr lang="en-US" sz="1600" dirty="0"/>
        </a:p>
      </dgm:t>
    </dgm:pt>
    <dgm:pt modelId="{E96CC0EF-A365-429C-BFAF-4AAE26D5409D}" type="parTrans" cxnId="{6DD58592-46B3-4D30-9D1F-A62624E8EDAE}">
      <dgm:prSet/>
      <dgm:spPr/>
      <dgm:t>
        <a:bodyPr/>
        <a:lstStyle/>
        <a:p>
          <a:endParaRPr lang="en-US" sz="1600"/>
        </a:p>
      </dgm:t>
    </dgm:pt>
    <dgm:pt modelId="{38DD4F7B-C6CC-4823-9EF9-F87750CA26AA}" type="sibTrans" cxnId="{6DD58592-46B3-4D30-9D1F-A62624E8EDAE}">
      <dgm:prSet/>
      <dgm:spPr/>
      <dgm:t>
        <a:bodyPr/>
        <a:lstStyle/>
        <a:p>
          <a:endParaRPr lang="en-US" sz="1600"/>
        </a:p>
      </dgm:t>
    </dgm:pt>
    <dgm:pt modelId="{D7520D69-BD22-43C4-8870-3CD79B5C1F5D}">
      <dgm:prSet phldrT="[Text]" custT="1"/>
      <dgm:spPr/>
      <dgm:t>
        <a:bodyPr/>
        <a:lstStyle/>
        <a:p>
          <a:r>
            <a:rPr lang="en-US" sz="1600" dirty="0" smtClean="0"/>
            <a:t>Code Review</a:t>
          </a:r>
          <a:endParaRPr lang="en-US" sz="1600" dirty="0"/>
        </a:p>
      </dgm:t>
    </dgm:pt>
    <dgm:pt modelId="{F9CF1E81-D109-442F-9C03-FFF48D3AEDDF}" type="parTrans" cxnId="{931A9FFE-BEA7-46B1-84BD-0B53698E827C}">
      <dgm:prSet/>
      <dgm:spPr/>
      <dgm:t>
        <a:bodyPr/>
        <a:lstStyle/>
        <a:p>
          <a:endParaRPr lang="en-US" sz="1600"/>
        </a:p>
      </dgm:t>
    </dgm:pt>
    <dgm:pt modelId="{9212385B-0B4F-4B11-ADE5-DEC0E8C0D16E}" type="sibTrans" cxnId="{931A9FFE-BEA7-46B1-84BD-0B53698E827C}">
      <dgm:prSet/>
      <dgm:spPr/>
      <dgm:t>
        <a:bodyPr/>
        <a:lstStyle/>
        <a:p>
          <a:endParaRPr lang="en-US" sz="1600"/>
        </a:p>
      </dgm:t>
    </dgm:pt>
    <dgm:pt modelId="{3022FF99-D6BE-4828-BCD4-C2AB77D6D33A}">
      <dgm:prSet phldrT="[Text]" custT="1"/>
      <dgm:spPr/>
      <dgm:t>
        <a:bodyPr/>
        <a:lstStyle/>
        <a:p>
          <a:r>
            <a:rPr lang="en-US" sz="1600" dirty="0" smtClean="0"/>
            <a:t>Testing</a:t>
          </a:r>
          <a:endParaRPr lang="en-US" sz="1600" dirty="0"/>
        </a:p>
      </dgm:t>
    </dgm:pt>
    <dgm:pt modelId="{49B2DF28-236A-420F-A391-0E049B32D2CB}" type="parTrans" cxnId="{19BDB873-1833-4AD9-9D24-9DF7ADD0CA0E}">
      <dgm:prSet/>
      <dgm:spPr/>
      <dgm:t>
        <a:bodyPr/>
        <a:lstStyle/>
        <a:p>
          <a:endParaRPr lang="en-US" sz="1600"/>
        </a:p>
      </dgm:t>
    </dgm:pt>
    <dgm:pt modelId="{DB9BEF5A-D6C4-4CA3-86C0-E1CDF3977557}" type="sibTrans" cxnId="{19BDB873-1833-4AD9-9D24-9DF7ADD0CA0E}">
      <dgm:prSet/>
      <dgm:spPr/>
      <dgm:t>
        <a:bodyPr/>
        <a:lstStyle/>
        <a:p>
          <a:endParaRPr lang="en-US" sz="1600"/>
        </a:p>
      </dgm:t>
    </dgm:pt>
    <dgm:pt modelId="{C775A9B7-3554-4309-83DC-07FC9823CC1E}">
      <dgm:prSet custT="1"/>
      <dgm:spPr/>
      <dgm:t>
        <a:bodyPr/>
        <a:lstStyle/>
        <a:p>
          <a:r>
            <a:rPr lang="en-US" sz="1600" dirty="0" smtClean="0"/>
            <a:t>Bug Fixes</a:t>
          </a:r>
          <a:endParaRPr lang="en-US" sz="1600" dirty="0"/>
        </a:p>
      </dgm:t>
    </dgm:pt>
    <dgm:pt modelId="{688DA8EC-5596-469D-A075-2B9C41F917FC}" type="parTrans" cxnId="{3B2D8345-FB6E-41FC-A17E-C35B3DF04E04}">
      <dgm:prSet/>
      <dgm:spPr/>
      <dgm:t>
        <a:bodyPr/>
        <a:lstStyle/>
        <a:p>
          <a:endParaRPr lang="en-US" sz="1600"/>
        </a:p>
      </dgm:t>
    </dgm:pt>
    <dgm:pt modelId="{249C4E78-818A-4BF1-98F4-EC274826E0FC}" type="sibTrans" cxnId="{3B2D8345-FB6E-41FC-A17E-C35B3DF04E04}">
      <dgm:prSet/>
      <dgm:spPr/>
      <dgm:t>
        <a:bodyPr/>
        <a:lstStyle/>
        <a:p>
          <a:endParaRPr lang="en-US" sz="1600"/>
        </a:p>
      </dgm:t>
    </dgm:pt>
    <dgm:pt modelId="{1978C292-CD03-4597-A004-96DBF8BDE644}">
      <dgm:prSet custT="1"/>
      <dgm:spPr/>
      <dgm:t>
        <a:bodyPr/>
        <a:lstStyle/>
        <a:p>
          <a:r>
            <a:rPr lang="en-US" sz="1600" dirty="0" smtClean="0"/>
            <a:t>Product Owner Approval</a:t>
          </a:r>
          <a:endParaRPr lang="en-US" sz="1600" dirty="0"/>
        </a:p>
      </dgm:t>
    </dgm:pt>
    <dgm:pt modelId="{6A4A8E6C-2EB3-454A-BA5E-FBA12DC3C265}" type="parTrans" cxnId="{1218869C-90FE-4093-A2D4-9D49B5224569}">
      <dgm:prSet/>
      <dgm:spPr/>
      <dgm:t>
        <a:bodyPr/>
        <a:lstStyle/>
        <a:p>
          <a:endParaRPr lang="en-US" sz="1600"/>
        </a:p>
      </dgm:t>
    </dgm:pt>
    <dgm:pt modelId="{FDF1DE77-7B55-4DBA-8698-14B0F60620D6}" type="sibTrans" cxnId="{1218869C-90FE-4093-A2D4-9D49B5224569}">
      <dgm:prSet/>
      <dgm:spPr/>
      <dgm:t>
        <a:bodyPr/>
        <a:lstStyle/>
        <a:p>
          <a:endParaRPr lang="en-US" sz="1600"/>
        </a:p>
      </dgm:t>
    </dgm:pt>
    <dgm:pt modelId="{F96239FC-7941-42E2-AE60-C0C3F7B7E90F}" type="pres">
      <dgm:prSet presAssocID="{B06A67DF-A05F-4E49-98AB-CBA7EE700EE0}" presName="rootnode" presStyleCnt="0">
        <dgm:presLayoutVars>
          <dgm:chMax/>
          <dgm:chPref/>
          <dgm:dir/>
          <dgm:animLvl val="lvl"/>
        </dgm:presLayoutVars>
      </dgm:prSet>
      <dgm:spPr/>
      <dgm:t>
        <a:bodyPr/>
        <a:lstStyle/>
        <a:p>
          <a:endParaRPr lang="en-US"/>
        </a:p>
      </dgm:t>
    </dgm:pt>
    <dgm:pt modelId="{E9493EF0-6ECA-49CF-9FB4-F15592A6F37C}" type="pres">
      <dgm:prSet presAssocID="{91A89F28-5853-4A9E-A13B-2CA7F22BBC0A}" presName="composite" presStyleCnt="0"/>
      <dgm:spPr/>
    </dgm:pt>
    <dgm:pt modelId="{84675546-E13F-477F-A041-BC0A4814FCB2}" type="pres">
      <dgm:prSet presAssocID="{91A89F28-5853-4A9E-A13B-2CA7F22BBC0A}" presName="LShape" presStyleLbl="alignNode1" presStyleIdx="0" presStyleCnt="9"/>
      <dgm:spPr/>
    </dgm:pt>
    <dgm:pt modelId="{B80D9C63-3508-41AF-98D1-DC3F736D1986}" type="pres">
      <dgm:prSet presAssocID="{91A89F28-5853-4A9E-A13B-2CA7F22BBC0A}" presName="ParentText" presStyleLbl="revTx" presStyleIdx="0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AD54624-1136-42A1-86F2-74FDDEAEADA1}" type="pres">
      <dgm:prSet presAssocID="{91A89F28-5853-4A9E-A13B-2CA7F22BBC0A}" presName="Triangle" presStyleLbl="alignNode1" presStyleIdx="1" presStyleCnt="9"/>
      <dgm:spPr/>
    </dgm:pt>
    <dgm:pt modelId="{82047F56-63AD-4F14-91D7-FD4856B03DEE}" type="pres">
      <dgm:prSet presAssocID="{38DD4F7B-C6CC-4823-9EF9-F87750CA26AA}" presName="sibTrans" presStyleCnt="0"/>
      <dgm:spPr/>
    </dgm:pt>
    <dgm:pt modelId="{3B2E5091-48F7-42D4-9B29-5BEEC75C5FD4}" type="pres">
      <dgm:prSet presAssocID="{38DD4F7B-C6CC-4823-9EF9-F87750CA26AA}" presName="space" presStyleCnt="0"/>
      <dgm:spPr/>
    </dgm:pt>
    <dgm:pt modelId="{000CE4CC-C4A4-463B-9F5E-7BD7F5099472}" type="pres">
      <dgm:prSet presAssocID="{D7520D69-BD22-43C4-8870-3CD79B5C1F5D}" presName="composite" presStyleCnt="0"/>
      <dgm:spPr/>
    </dgm:pt>
    <dgm:pt modelId="{1C9E52D3-35A4-4AA3-86B3-2C7D06D9C613}" type="pres">
      <dgm:prSet presAssocID="{D7520D69-BD22-43C4-8870-3CD79B5C1F5D}" presName="LShape" presStyleLbl="alignNode1" presStyleIdx="2" presStyleCnt="9"/>
      <dgm:spPr/>
    </dgm:pt>
    <dgm:pt modelId="{902758C5-82B7-4F58-B48A-88445189F5E5}" type="pres">
      <dgm:prSet presAssocID="{D7520D69-BD22-43C4-8870-3CD79B5C1F5D}" presName="ParentText" presStyleLbl="revTx" presStyleIdx="1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41945E4-F741-463B-9B74-93CF06E1F488}" type="pres">
      <dgm:prSet presAssocID="{D7520D69-BD22-43C4-8870-3CD79B5C1F5D}" presName="Triangle" presStyleLbl="alignNode1" presStyleIdx="3" presStyleCnt="9"/>
      <dgm:spPr/>
    </dgm:pt>
    <dgm:pt modelId="{76F82A30-809D-44E0-ABAA-25156E52745C}" type="pres">
      <dgm:prSet presAssocID="{9212385B-0B4F-4B11-ADE5-DEC0E8C0D16E}" presName="sibTrans" presStyleCnt="0"/>
      <dgm:spPr/>
    </dgm:pt>
    <dgm:pt modelId="{B5765A0E-E3D1-433F-86A4-9D0B2A51265A}" type="pres">
      <dgm:prSet presAssocID="{9212385B-0B4F-4B11-ADE5-DEC0E8C0D16E}" presName="space" presStyleCnt="0"/>
      <dgm:spPr/>
    </dgm:pt>
    <dgm:pt modelId="{B8E97B70-235C-45D0-B40A-F16C8C065354}" type="pres">
      <dgm:prSet presAssocID="{3022FF99-D6BE-4828-BCD4-C2AB77D6D33A}" presName="composite" presStyleCnt="0"/>
      <dgm:spPr/>
    </dgm:pt>
    <dgm:pt modelId="{F4151B5F-2205-42B3-9993-3EB4A72E7952}" type="pres">
      <dgm:prSet presAssocID="{3022FF99-D6BE-4828-BCD4-C2AB77D6D33A}" presName="LShape" presStyleLbl="alignNode1" presStyleIdx="4" presStyleCnt="9"/>
      <dgm:spPr/>
    </dgm:pt>
    <dgm:pt modelId="{35AFD08A-5769-4442-AA8A-522032B1A318}" type="pres">
      <dgm:prSet presAssocID="{3022FF99-D6BE-4828-BCD4-C2AB77D6D33A}" presName="ParentText" presStyleLbl="revTx" presStyleIdx="2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054776E-7D19-47F7-A911-D8F62859E122}" type="pres">
      <dgm:prSet presAssocID="{3022FF99-D6BE-4828-BCD4-C2AB77D6D33A}" presName="Triangle" presStyleLbl="alignNode1" presStyleIdx="5" presStyleCnt="9"/>
      <dgm:spPr/>
    </dgm:pt>
    <dgm:pt modelId="{469B1933-DF56-4015-A2E6-75EB7A8E7F19}" type="pres">
      <dgm:prSet presAssocID="{DB9BEF5A-D6C4-4CA3-86C0-E1CDF3977557}" presName="sibTrans" presStyleCnt="0"/>
      <dgm:spPr/>
    </dgm:pt>
    <dgm:pt modelId="{328B8052-8E0D-4939-85BB-585A4192F96C}" type="pres">
      <dgm:prSet presAssocID="{DB9BEF5A-D6C4-4CA3-86C0-E1CDF3977557}" presName="space" presStyleCnt="0"/>
      <dgm:spPr/>
    </dgm:pt>
    <dgm:pt modelId="{28D198A6-0DA9-4ACC-841B-2F8FCCE2C129}" type="pres">
      <dgm:prSet presAssocID="{C775A9B7-3554-4309-83DC-07FC9823CC1E}" presName="composite" presStyleCnt="0"/>
      <dgm:spPr/>
    </dgm:pt>
    <dgm:pt modelId="{65F05F1A-C634-4A30-BC21-46BC0BD58E4E}" type="pres">
      <dgm:prSet presAssocID="{C775A9B7-3554-4309-83DC-07FC9823CC1E}" presName="LShape" presStyleLbl="alignNode1" presStyleIdx="6" presStyleCnt="9"/>
      <dgm:spPr/>
    </dgm:pt>
    <dgm:pt modelId="{3D800EA3-950C-4AA2-A8E1-827736B0637F}" type="pres">
      <dgm:prSet presAssocID="{C775A9B7-3554-4309-83DC-07FC9823CC1E}" presName="ParentText" presStyleLbl="revTx" presStyleIdx="3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1E4437C-38A4-4BCD-ACF0-9693DFCE2A85}" type="pres">
      <dgm:prSet presAssocID="{C775A9B7-3554-4309-83DC-07FC9823CC1E}" presName="Triangle" presStyleLbl="alignNode1" presStyleIdx="7" presStyleCnt="9"/>
      <dgm:spPr/>
    </dgm:pt>
    <dgm:pt modelId="{5663111B-B4B8-4AA0-977B-7AA16190E741}" type="pres">
      <dgm:prSet presAssocID="{249C4E78-818A-4BF1-98F4-EC274826E0FC}" presName="sibTrans" presStyleCnt="0"/>
      <dgm:spPr/>
    </dgm:pt>
    <dgm:pt modelId="{8E759E59-FDAE-40D8-BACB-DB13F01D00CB}" type="pres">
      <dgm:prSet presAssocID="{249C4E78-818A-4BF1-98F4-EC274826E0FC}" presName="space" presStyleCnt="0"/>
      <dgm:spPr/>
    </dgm:pt>
    <dgm:pt modelId="{D3784B3D-3295-4A21-A23A-F7F3C2DD7531}" type="pres">
      <dgm:prSet presAssocID="{1978C292-CD03-4597-A004-96DBF8BDE644}" presName="composite" presStyleCnt="0"/>
      <dgm:spPr/>
    </dgm:pt>
    <dgm:pt modelId="{AB466B5A-B822-4871-967F-E4C07EDAB987}" type="pres">
      <dgm:prSet presAssocID="{1978C292-CD03-4597-A004-96DBF8BDE644}" presName="LShape" presStyleLbl="alignNode1" presStyleIdx="8" presStyleCnt="9"/>
      <dgm:spPr/>
    </dgm:pt>
    <dgm:pt modelId="{5C63451A-2D16-48C5-A072-EEF8C0EF79D1}" type="pres">
      <dgm:prSet presAssocID="{1978C292-CD03-4597-A004-96DBF8BDE644}" presName="ParentText" presStyleLbl="revTx" presStyleIdx="4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19BDB873-1833-4AD9-9D24-9DF7ADD0CA0E}" srcId="{B06A67DF-A05F-4E49-98AB-CBA7EE700EE0}" destId="{3022FF99-D6BE-4828-BCD4-C2AB77D6D33A}" srcOrd="2" destOrd="0" parTransId="{49B2DF28-236A-420F-A391-0E049B32D2CB}" sibTransId="{DB9BEF5A-D6C4-4CA3-86C0-E1CDF3977557}"/>
    <dgm:cxn modelId="{4875FE12-5347-4F7C-B442-1625D9A6D81B}" type="presOf" srcId="{C775A9B7-3554-4309-83DC-07FC9823CC1E}" destId="{3D800EA3-950C-4AA2-A8E1-827736B0637F}" srcOrd="0" destOrd="0" presId="urn:microsoft.com/office/officeart/2009/3/layout/StepUpProcess"/>
    <dgm:cxn modelId="{4ECAE772-8631-47DA-9F55-4DD32E438450}" type="presOf" srcId="{B06A67DF-A05F-4E49-98AB-CBA7EE700EE0}" destId="{F96239FC-7941-42E2-AE60-C0C3F7B7E90F}" srcOrd="0" destOrd="0" presId="urn:microsoft.com/office/officeart/2009/3/layout/StepUpProcess"/>
    <dgm:cxn modelId="{1218869C-90FE-4093-A2D4-9D49B5224569}" srcId="{B06A67DF-A05F-4E49-98AB-CBA7EE700EE0}" destId="{1978C292-CD03-4597-A004-96DBF8BDE644}" srcOrd="4" destOrd="0" parTransId="{6A4A8E6C-2EB3-454A-BA5E-FBA12DC3C265}" sibTransId="{FDF1DE77-7B55-4DBA-8698-14B0F60620D6}"/>
    <dgm:cxn modelId="{3784FB5C-419A-40E9-ADE3-BF11516BB1EA}" type="presOf" srcId="{91A89F28-5853-4A9E-A13B-2CA7F22BBC0A}" destId="{B80D9C63-3508-41AF-98D1-DC3F736D1986}" srcOrd="0" destOrd="0" presId="urn:microsoft.com/office/officeart/2009/3/layout/StepUpProcess"/>
    <dgm:cxn modelId="{931A9FFE-BEA7-46B1-84BD-0B53698E827C}" srcId="{B06A67DF-A05F-4E49-98AB-CBA7EE700EE0}" destId="{D7520D69-BD22-43C4-8870-3CD79B5C1F5D}" srcOrd="1" destOrd="0" parTransId="{F9CF1E81-D109-442F-9C03-FFF48D3AEDDF}" sibTransId="{9212385B-0B4F-4B11-ADE5-DEC0E8C0D16E}"/>
    <dgm:cxn modelId="{93247A36-82C6-46FE-9521-2B3874A99B98}" type="presOf" srcId="{D7520D69-BD22-43C4-8870-3CD79B5C1F5D}" destId="{902758C5-82B7-4F58-B48A-88445189F5E5}" srcOrd="0" destOrd="0" presId="urn:microsoft.com/office/officeart/2009/3/layout/StepUpProcess"/>
    <dgm:cxn modelId="{29E88D61-9348-4BC0-9261-6B19927D26B8}" type="presOf" srcId="{3022FF99-D6BE-4828-BCD4-C2AB77D6D33A}" destId="{35AFD08A-5769-4442-AA8A-522032B1A318}" srcOrd="0" destOrd="0" presId="urn:microsoft.com/office/officeart/2009/3/layout/StepUpProcess"/>
    <dgm:cxn modelId="{821574E4-957A-4CF4-A2D5-6446667221D4}" type="presOf" srcId="{1978C292-CD03-4597-A004-96DBF8BDE644}" destId="{5C63451A-2D16-48C5-A072-EEF8C0EF79D1}" srcOrd="0" destOrd="0" presId="urn:microsoft.com/office/officeart/2009/3/layout/StepUpProcess"/>
    <dgm:cxn modelId="{3B2D8345-FB6E-41FC-A17E-C35B3DF04E04}" srcId="{B06A67DF-A05F-4E49-98AB-CBA7EE700EE0}" destId="{C775A9B7-3554-4309-83DC-07FC9823CC1E}" srcOrd="3" destOrd="0" parTransId="{688DA8EC-5596-469D-A075-2B9C41F917FC}" sibTransId="{249C4E78-818A-4BF1-98F4-EC274826E0FC}"/>
    <dgm:cxn modelId="{6DD58592-46B3-4D30-9D1F-A62624E8EDAE}" srcId="{B06A67DF-A05F-4E49-98AB-CBA7EE700EE0}" destId="{91A89F28-5853-4A9E-A13B-2CA7F22BBC0A}" srcOrd="0" destOrd="0" parTransId="{E96CC0EF-A365-429C-BFAF-4AAE26D5409D}" sibTransId="{38DD4F7B-C6CC-4823-9EF9-F87750CA26AA}"/>
    <dgm:cxn modelId="{37AFE82F-0634-4BF7-B1D7-B8F638B8BDE3}" type="presParOf" srcId="{F96239FC-7941-42E2-AE60-C0C3F7B7E90F}" destId="{E9493EF0-6ECA-49CF-9FB4-F15592A6F37C}" srcOrd="0" destOrd="0" presId="urn:microsoft.com/office/officeart/2009/3/layout/StepUpProcess"/>
    <dgm:cxn modelId="{7FF80632-C822-4038-938B-38842D791F7D}" type="presParOf" srcId="{E9493EF0-6ECA-49CF-9FB4-F15592A6F37C}" destId="{84675546-E13F-477F-A041-BC0A4814FCB2}" srcOrd="0" destOrd="0" presId="urn:microsoft.com/office/officeart/2009/3/layout/StepUpProcess"/>
    <dgm:cxn modelId="{BFCA442F-5E3E-4243-A686-F01F5A9A5664}" type="presParOf" srcId="{E9493EF0-6ECA-49CF-9FB4-F15592A6F37C}" destId="{B80D9C63-3508-41AF-98D1-DC3F736D1986}" srcOrd="1" destOrd="0" presId="urn:microsoft.com/office/officeart/2009/3/layout/StepUpProcess"/>
    <dgm:cxn modelId="{4D0747FA-46CC-4B80-85F4-B1188A6C2E4F}" type="presParOf" srcId="{E9493EF0-6ECA-49CF-9FB4-F15592A6F37C}" destId="{1AD54624-1136-42A1-86F2-74FDDEAEADA1}" srcOrd="2" destOrd="0" presId="urn:microsoft.com/office/officeart/2009/3/layout/StepUpProcess"/>
    <dgm:cxn modelId="{A16EFFB9-8926-471C-A590-83E9DAD951D1}" type="presParOf" srcId="{F96239FC-7941-42E2-AE60-C0C3F7B7E90F}" destId="{82047F56-63AD-4F14-91D7-FD4856B03DEE}" srcOrd="1" destOrd="0" presId="urn:microsoft.com/office/officeart/2009/3/layout/StepUpProcess"/>
    <dgm:cxn modelId="{87B50D7B-1DA5-4EAD-9840-FBFC638B4426}" type="presParOf" srcId="{82047F56-63AD-4F14-91D7-FD4856B03DEE}" destId="{3B2E5091-48F7-42D4-9B29-5BEEC75C5FD4}" srcOrd="0" destOrd="0" presId="urn:microsoft.com/office/officeart/2009/3/layout/StepUpProcess"/>
    <dgm:cxn modelId="{E7F731CD-7411-4CAD-8DF2-63B77DD5066A}" type="presParOf" srcId="{F96239FC-7941-42E2-AE60-C0C3F7B7E90F}" destId="{000CE4CC-C4A4-463B-9F5E-7BD7F5099472}" srcOrd="2" destOrd="0" presId="urn:microsoft.com/office/officeart/2009/3/layout/StepUpProcess"/>
    <dgm:cxn modelId="{CA2CB2F5-F8EC-4583-9721-4D5C6C33B3D2}" type="presParOf" srcId="{000CE4CC-C4A4-463B-9F5E-7BD7F5099472}" destId="{1C9E52D3-35A4-4AA3-86B3-2C7D06D9C613}" srcOrd="0" destOrd="0" presId="urn:microsoft.com/office/officeart/2009/3/layout/StepUpProcess"/>
    <dgm:cxn modelId="{D5826473-2D56-4B55-A51A-46F7339E4B84}" type="presParOf" srcId="{000CE4CC-C4A4-463B-9F5E-7BD7F5099472}" destId="{902758C5-82B7-4F58-B48A-88445189F5E5}" srcOrd="1" destOrd="0" presId="urn:microsoft.com/office/officeart/2009/3/layout/StepUpProcess"/>
    <dgm:cxn modelId="{D70830F0-AB84-4D00-9ED7-34AE57952F3B}" type="presParOf" srcId="{000CE4CC-C4A4-463B-9F5E-7BD7F5099472}" destId="{941945E4-F741-463B-9B74-93CF06E1F488}" srcOrd="2" destOrd="0" presId="urn:microsoft.com/office/officeart/2009/3/layout/StepUpProcess"/>
    <dgm:cxn modelId="{EA9D1BF9-EE76-446C-A2FA-920DCBE494B4}" type="presParOf" srcId="{F96239FC-7941-42E2-AE60-C0C3F7B7E90F}" destId="{76F82A30-809D-44E0-ABAA-25156E52745C}" srcOrd="3" destOrd="0" presId="urn:microsoft.com/office/officeart/2009/3/layout/StepUpProcess"/>
    <dgm:cxn modelId="{E65F2007-45B3-4B80-8826-88CBABB00A44}" type="presParOf" srcId="{76F82A30-809D-44E0-ABAA-25156E52745C}" destId="{B5765A0E-E3D1-433F-86A4-9D0B2A51265A}" srcOrd="0" destOrd="0" presId="urn:microsoft.com/office/officeart/2009/3/layout/StepUpProcess"/>
    <dgm:cxn modelId="{0BA09591-9AD0-491C-B698-C0514DA239DA}" type="presParOf" srcId="{F96239FC-7941-42E2-AE60-C0C3F7B7E90F}" destId="{B8E97B70-235C-45D0-B40A-F16C8C065354}" srcOrd="4" destOrd="0" presId="urn:microsoft.com/office/officeart/2009/3/layout/StepUpProcess"/>
    <dgm:cxn modelId="{9D6463D1-213B-45EE-9B22-B8B9974673C7}" type="presParOf" srcId="{B8E97B70-235C-45D0-B40A-F16C8C065354}" destId="{F4151B5F-2205-42B3-9993-3EB4A72E7952}" srcOrd="0" destOrd="0" presId="urn:microsoft.com/office/officeart/2009/3/layout/StepUpProcess"/>
    <dgm:cxn modelId="{22BC7FCC-454E-4C9D-8FF9-4DA8E62BAF23}" type="presParOf" srcId="{B8E97B70-235C-45D0-B40A-F16C8C065354}" destId="{35AFD08A-5769-4442-AA8A-522032B1A318}" srcOrd="1" destOrd="0" presId="urn:microsoft.com/office/officeart/2009/3/layout/StepUpProcess"/>
    <dgm:cxn modelId="{67AA1E84-7250-4D32-ADEA-87D8E9B0A135}" type="presParOf" srcId="{B8E97B70-235C-45D0-B40A-F16C8C065354}" destId="{8054776E-7D19-47F7-A911-D8F62859E122}" srcOrd="2" destOrd="0" presId="urn:microsoft.com/office/officeart/2009/3/layout/StepUpProcess"/>
    <dgm:cxn modelId="{10DF8A2C-8F75-4E93-A092-D09CBE90CC7E}" type="presParOf" srcId="{F96239FC-7941-42E2-AE60-C0C3F7B7E90F}" destId="{469B1933-DF56-4015-A2E6-75EB7A8E7F19}" srcOrd="5" destOrd="0" presId="urn:microsoft.com/office/officeart/2009/3/layout/StepUpProcess"/>
    <dgm:cxn modelId="{5D2DFC52-32C0-4749-BBE1-57475695593B}" type="presParOf" srcId="{469B1933-DF56-4015-A2E6-75EB7A8E7F19}" destId="{328B8052-8E0D-4939-85BB-585A4192F96C}" srcOrd="0" destOrd="0" presId="urn:microsoft.com/office/officeart/2009/3/layout/StepUpProcess"/>
    <dgm:cxn modelId="{E30F6183-4ABA-4D0A-A6A6-ABB7BE6531F7}" type="presParOf" srcId="{F96239FC-7941-42E2-AE60-C0C3F7B7E90F}" destId="{28D198A6-0DA9-4ACC-841B-2F8FCCE2C129}" srcOrd="6" destOrd="0" presId="urn:microsoft.com/office/officeart/2009/3/layout/StepUpProcess"/>
    <dgm:cxn modelId="{060E84F5-126B-4B97-A4A2-4036B17A5542}" type="presParOf" srcId="{28D198A6-0DA9-4ACC-841B-2F8FCCE2C129}" destId="{65F05F1A-C634-4A30-BC21-46BC0BD58E4E}" srcOrd="0" destOrd="0" presId="urn:microsoft.com/office/officeart/2009/3/layout/StepUpProcess"/>
    <dgm:cxn modelId="{D4E06481-068F-4FE3-8C12-037D2A82E29D}" type="presParOf" srcId="{28D198A6-0DA9-4ACC-841B-2F8FCCE2C129}" destId="{3D800EA3-950C-4AA2-A8E1-827736B0637F}" srcOrd="1" destOrd="0" presId="urn:microsoft.com/office/officeart/2009/3/layout/StepUpProcess"/>
    <dgm:cxn modelId="{457C8C65-80F3-4307-944C-E003EB59C0D3}" type="presParOf" srcId="{28D198A6-0DA9-4ACC-841B-2F8FCCE2C129}" destId="{01E4437C-38A4-4BCD-ACF0-9693DFCE2A85}" srcOrd="2" destOrd="0" presId="urn:microsoft.com/office/officeart/2009/3/layout/StepUpProcess"/>
    <dgm:cxn modelId="{F5B29B8A-6DA9-4ADA-8F92-B2DA7223733E}" type="presParOf" srcId="{F96239FC-7941-42E2-AE60-C0C3F7B7E90F}" destId="{5663111B-B4B8-4AA0-977B-7AA16190E741}" srcOrd="7" destOrd="0" presId="urn:microsoft.com/office/officeart/2009/3/layout/StepUpProcess"/>
    <dgm:cxn modelId="{69BCEA95-8F88-4BC4-A77F-A0A049012FFC}" type="presParOf" srcId="{5663111B-B4B8-4AA0-977B-7AA16190E741}" destId="{8E759E59-FDAE-40D8-BACB-DB13F01D00CB}" srcOrd="0" destOrd="0" presId="urn:microsoft.com/office/officeart/2009/3/layout/StepUpProcess"/>
    <dgm:cxn modelId="{2A5C90AF-096B-4A49-8B9C-B02445DECA86}" type="presParOf" srcId="{F96239FC-7941-42E2-AE60-C0C3F7B7E90F}" destId="{D3784B3D-3295-4A21-A23A-F7F3C2DD7531}" srcOrd="8" destOrd="0" presId="urn:microsoft.com/office/officeart/2009/3/layout/StepUpProcess"/>
    <dgm:cxn modelId="{6DDAF949-158A-42C9-973D-22755546DFA1}" type="presParOf" srcId="{D3784B3D-3295-4A21-A23A-F7F3C2DD7531}" destId="{AB466B5A-B822-4871-967F-E4C07EDAB987}" srcOrd="0" destOrd="0" presId="urn:microsoft.com/office/officeart/2009/3/layout/StepUpProcess"/>
    <dgm:cxn modelId="{30546E57-9848-4A15-8102-7ACA0FF0763F}" type="presParOf" srcId="{D3784B3D-3295-4A21-A23A-F7F3C2DD7531}" destId="{5C63451A-2D16-48C5-A072-EEF8C0EF79D1}" srcOrd="1" destOrd="0" presId="urn:microsoft.com/office/officeart/2009/3/layout/StepUpProcess"/>
  </dgm:cxnLst>
  <dgm:bg/>
  <dgm:whole>
    <a:ln w="19050">
      <a:solidFill>
        <a:schemeClr val="accent4"/>
      </a:solidFill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1B2032F-D819-485A-848D-C08A8BFA876C}" type="doc">
      <dgm:prSet loTypeId="urn:microsoft.com/office/officeart/2005/8/layout/cycle1" loCatId="cycle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FF57160E-DC34-45E8-844A-747E43576391}">
      <dgm:prSet phldrT="[Text]" custT="1"/>
      <dgm:spPr/>
      <dgm:t>
        <a:bodyPr/>
        <a:lstStyle/>
        <a:p>
          <a:r>
            <a:rPr lang="en-US" sz="1200" b="1" dirty="0" smtClean="0"/>
            <a:t>Run Test</a:t>
          </a:r>
          <a:endParaRPr lang="en-US" sz="1200" b="1" dirty="0"/>
        </a:p>
      </dgm:t>
    </dgm:pt>
    <dgm:pt modelId="{409729AE-1921-4E5E-9F06-1F82A3CA7DD0}" type="parTrans" cxnId="{DEBF2173-C38C-4B8F-B58C-33FB8A13FF2E}">
      <dgm:prSet/>
      <dgm:spPr/>
      <dgm:t>
        <a:bodyPr/>
        <a:lstStyle/>
        <a:p>
          <a:endParaRPr lang="en-US"/>
        </a:p>
      </dgm:t>
    </dgm:pt>
    <dgm:pt modelId="{5E42AE57-09EE-416A-A6F2-FF25FC6965C7}" type="sibTrans" cxnId="{DEBF2173-C38C-4B8F-B58C-33FB8A13FF2E}">
      <dgm:prSet/>
      <dgm:spPr/>
      <dgm:t>
        <a:bodyPr/>
        <a:lstStyle/>
        <a:p>
          <a:endParaRPr lang="en-US"/>
        </a:p>
      </dgm:t>
    </dgm:pt>
    <dgm:pt modelId="{205F6201-52A4-4424-981E-AB36135232E0}">
      <dgm:prSet phldrT="[Text]" custT="1"/>
      <dgm:spPr/>
      <dgm:t>
        <a:bodyPr/>
        <a:lstStyle/>
        <a:p>
          <a:r>
            <a:rPr lang="en-US" sz="1200" b="1" dirty="0" smtClean="0"/>
            <a:t>Write Code</a:t>
          </a:r>
          <a:endParaRPr lang="en-US" sz="1200" b="1" dirty="0"/>
        </a:p>
      </dgm:t>
    </dgm:pt>
    <dgm:pt modelId="{FC2652DA-1902-4C1D-8587-B00D6FB0E653}" type="parTrans" cxnId="{4D7A808E-217B-476D-8392-5F6BCCAF5C5C}">
      <dgm:prSet/>
      <dgm:spPr/>
      <dgm:t>
        <a:bodyPr/>
        <a:lstStyle/>
        <a:p>
          <a:endParaRPr lang="en-US"/>
        </a:p>
      </dgm:t>
    </dgm:pt>
    <dgm:pt modelId="{99D7F426-2388-446C-9A08-66D1658C0E81}" type="sibTrans" cxnId="{4D7A808E-217B-476D-8392-5F6BCCAF5C5C}">
      <dgm:prSet/>
      <dgm:spPr/>
      <dgm:t>
        <a:bodyPr/>
        <a:lstStyle/>
        <a:p>
          <a:endParaRPr lang="en-US" sz="3200"/>
        </a:p>
      </dgm:t>
    </dgm:pt>
    <dgm:pt modelId="{00F2ED3B-4F9E-4DDB-963E-2E457762F9CE}">
      <dgm:prSet phldrT="[Text]" custT="1"/>
      <dgm:spPr/>
      <dgm:t>
        <a:bodyPr/>
        <a:lstStyle/>
        <a:p>
          <a:r>
            <a:rPr lang="en-US" sz="1200" b="1" dirty="0" smtClean="0"/>
            <a:t>Run Test</a:t>
          </a:r>
          <a:endParaRPr lang="en-US" sz="1200" b="1" dirty="0"/>
        </a:p>
      </dgm:t>
    </dgm:pt>
    <dgm:pt modelId="{1C4CC82D-C4A0-4078-8A1C-66382BB4DB21}" type="parTrans" cxnId="{6A763BA9-FB3D-4D19-B955-1C64929AD283}">
      <dgm:prSet/>
      <dgm:spPr/>
      <dgm:t>
        <a:bodyPr/>
        <a:lstStyle/>
        <a:p>
          <a:endParaRPr lang="en-US"/>
        </a:p>
      </dgm:t>
    </dgm:pt>
    <dgm:pt modelId="{170BC42B-0FC2-40C4-A643-43E86433B15E}" type="sibTrans" cxnId="{6A763BA9-FB3D-4D19-B955-1C64929AD283}">
      <dgm:prSet/>
      <dgm:spPr/>
      <dgm:t>
        <a:bodyPr/>
        <a:lstStyle/>
        <a:p>
          <a:endParaRPr lang="en-US"/>
        </a:p>
      </dgm:t>
    </dgm:pt>
    <dgm:pt modelId="{21F4307D-4489-4A78-85ED-357B613F498D}">
      <dgm:prSet phldrT="[Text]" custT="1"/>
      <dgm:spPr/>
      <dgm:t>
        <a:bodyPr/>
        <a:lstStyle/>
        <a:p>
          <a:r>
            <a:rPr lang="en-US" sz="1200" b="1" dirty="0" smtClean="0"/>
            <a:t>Refactor</a:t>
          </a:r>
          <a:endParaRPr lang="en-US" sz="1200" b="1" dirty="0"/>
        </a:p>
      </dgm:t>
    </dgm:pt>
    <dgm:pt modelId="{3766B8B9-AC0E-4107-95AC-74EB345EDB0C}" type="parTrans" cxnId="{EB6A602E-0D04-4E15-BB54-F9262996857A}">
      <dgm:prSet/>
      <dgm:spPr/>
      <dgm:t>
        <a:bodyPr/>
        <a:lstStyle/>
        <a:p>
          <a:endParaRPr lang="en-US"/>
        </a:p>
      </dgm:t>
    </dgm:pt>
    <dgm:pt modelId="{8A84C351-913B-4C09-818E-32B998DCCF51}" type="sibTrans" cxnId="{EB6A602E-0D04-4E15-BB54-F9262996857A}">
      <dgm:prSet/>
      <dgm:spPr/>
      <dgm:t>
        <a:bodyPr/>
        <a:lstStyle/>
        <a:p>
          <a:endParaRPr lang="en-US"/>
        </a:p>
      </dgm:t>
    </dgm:pt>
    <dgm:pt modelId="{9668B638-776F-472D-9CFE-D21E665867CC}">
      <dgm:prSet phldrT="[Text]" custT="1"/>
      <dgm:spPr/>
      <dgm:t>
        <a:bodyPr/>
        <a:lstStyle/>
        <a:p>
          <a:r>
            <a:rPr lang="en-US" sz="1200" b="1" dirty="0" smtClean="0"/>
            <a:t>Write Test</a:t>
          </a:r>
          <a:endParaRPr lang="en-US" sz="1200" b="1" dirty="0"/>
        </a:p>
      </dgm:t>
    </dgm:pt>
    <dgm:pt modelId="{68288BD3-11F4-4A98-AC6E-ACAB3265CEE5}" type="parTrans" cxnId="{EB1A64BE-A4C0-4F28-B82D-696F080F01EF}">
      <dgm:prSet/>
      <dgm:spPr/>
      <dgm:t>
        <a:bodyPr/>
        <a:lstStyle/>
        <a:p>
          <a:endParaRPr lang="en-US"/>
        </a:p>
      </dgm:t>
    </dgm:pt>
    <dgm:pt modelId="{FF3EFC72-6E4C-433E-A78C-43E19CA5A40A}" type="sibTrans" cxnId="{EB1A64BE-A4C0-4F28-B82D-696F080F01EF}">
      <dgm:prSet/>
      <dgm:spPr/>
      <dgm:t>
        <a:bodyPr/>
        <a:lstStyle/>
        <a:p>
          <a:endParaRPr lang="en-US"/>
        </a:p>
      </dgm:t>
    </dgm:pt>
    <dgm:pt modelId="{D131752D-99E9-4CCE-AE43-1EC8EEEDCCDF}">
      <dgm:prSet custT="1"/>
      <dgm:spPr/>
      <dgm:t>
        <a:bodyPr/>
        <a:lstStyle/>
        <a:p>
          <a:r>
            <a:rPr lang="en-US" sz="1200" b="1" dirty="0" smtClean="0"/>
            <a:t>Repeat</a:t>
          </a:r>
          <a:endParaRPr lang="en-US" sz="1200" b="1" dirty="0"/>
        </a:p>
      </dgm:t>
    </dgm:pt>
    <dgm:pt modelId="{FFAEE87C-76BD-4E5F-9B43-270CDE48D17A}" type="parTrans" cxnId="{EBECC1EC-5D91-4191-A674-EFFB64666906}">
      <dgm:prSet/>
      <dgm:spPr/>
      <dgm:t>
        <a:bodyPr/>
        <a:lstStyle/>
        <a:p>
          <a:endParaRPr lang="en-US"/>
        </a:p>
      </dgm:t>
    </dgm:pt>
    <dgm:pt modelId="{6FB2E9B3-7AF2-473B-940A-B6133D2E3F2F}" type="sibTrans" cxnId="{EBECC1EC-5D91-4191-A674-EFFB64666906}">
      <dgm:prSet/>
      <dgm:spPr/>
      <dgm:t>
        <a:bodyPr/>
        <a:lstStyle/>
        <a:p>
          <a:endParaRPr lang="en-US"/>
        </a:p>
      </dgm:t>
    </dgm:pt>
    <dgm:pt modelId="{604A3670-46CD-4B33-8DD9-686A75E1E0E3}" type="pres">
      <dgm:prSet presAssocID="{B1B2032F-D819-485A-848D-C08A8BFA876C}" presName="cycle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8A6780F-6240-42E5-8DA4-59E37257F898}" type="pres">
      <dgm:prSet presAssocID="{FF57160E-DC34-45E8-844A-747E43576391}" presName="dummy" presStyleCnt="0"/>
      <dgm:spPr/>
    </dgm:pt>
    <dgm:pt modelId="{D9575811-83D2-4A7C-87AF-8B6D969EF966}" type="pres">
      <dgm:prSet presAssocID="{FF57160E-DC34-45E8-844A-747E43576391}" presName="node" presStyleLbl="revTx" presStyleIdx="0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AED01FF-6D03-4995-A87D-C53182260D73}" type="pres">
      <dgm:prSet presAssocID="{5E42AE57-09EE-416A-A6F2-FF25FC6965C7}" presName="sibTrans" presStyleLbl="node1" presStyleIdx="0" presStyleCnt="6"/>
      <dgm:spPr/>
      <dgm:t>
        <a:bodyPr/>
        <a:lstStyle/>
        <a:p>
          <a:endParaRPr lang="en-US"/>
        </a:p>
      </dgm:t>
    </dgm:pt>
    <dgm:pt modelId="{60405B7B-8C18-4F42-984C-61C71031D66F}" type="pres">
      <dgm:prSet presAssocID="{205F6201-52A4-4424-981E-AB36135232E0}" presName="dummy" presStyleCnt="0"/>
      <dgm:spPr/>
    </dgm:pt>
    <dgm:pt modelId="{0F578167-34CA-40FD-963F-6487351DB628}" type="pres">
      <dgm:prSet presAssocID="{205F6201-52A4-4424-981E-AB36135232E0}" presName="node" presStyleLbl="revTx" presStyleIdx="1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3E8A98B-322D-4C43-91CB-3D912E988EF5}" type="pres">
      <dgm:prSet presAssocID="{99D7F426-2388-446C-9A08-66D1658C0E81}" presName="sibTrans" presStyleLbl="node1" presStyleIdx="1" presStyleCnt="6"/>
      <dgm:spPr/>
      <dgm:t>
        <a:bodyPr/>
        <a:lstStyle/>
        <a:p>
          <a:endParaRPr lang="en-US"/>
        </a:p>
      </dgm:t>
    </dgm:pt>
    <dgm:pt modelId="{C11B4007-E7EA-45E7-85AE-7BDE497AB790}" type="pres">
      <dgm:prSet presAssocID="{00F2ED3B-4F9E-4DDB-963E-2E457762F9CE}" presName="dummy" presStyleCnt="0"/>
      <dgm:spPr/>
    </dgm:pt>
    <dgm:pt modelId="{B8BBBFAD-9C58-4AF1-8B17-413FF1879F8D}" type="pres">
      <dgm:prSet presAssocID="{00F2ED3B-4F9E-4DDB-963E-2E457762F9CE}" presName="node" presStyleLbl="revTx" presStyleIdx="2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DE3A81A-33C1-4F8B-A7D7-9BA3B80F16BC}" type="pres">
      <dgm:prSet presAssocID="{170BC42B-0FC2-40C4-A643-43E86433B15E}" presName="sibTrans" presStyleLbl="node1" presStyleIdx="2" presStyleCnt="6"/>
      <dgm:spPr/>
      <dgm:t>
        <a:bodyPr/>
        <a:lstStyle/>
        <a:p>
          <a:endParaRPr lang="en-US"/>
        </a:p>
      </dgm:t>
    </dgm:pt>
    <dgm:pt modelId="{B8EE7BE9-E583-405D-B2D1-1A0404F64AE5}" type="pres">
      <dgm:prSet presAssocID="{21F4307D-4489-4A78-85ED-357B613F498D}" presName="dummy" presStyleCnt="0"/>
      <dgm:spPr/>
    </dgm:pt>
    <dgm:pt modelId="{E24E1FD5-A3A3-4273-BBD9-5E626BDA7F87}" type="pres">
      <dgm:prSet presAssocID="{21F4307D-4489-4A78-85ED-357B613F498D}" presName="node" presStyleLbl="revTx" presStyleIdx="3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DA10468-A2BD-4BAC-9EFE-013B716045A6}" type="pres">
      <dgm:prSet presAssocID="{8A84C351-913B-4C09-818E-32B998DCCF51}" presName="sibTrans" presStyleLbl="node1" presStyleIdx="3" presStyleCnt="6" custScaleX="100828"/>
      <dgm:spPr/>
      <dgm:t>
        <a:bodyPr/>
        <a:lstStyle/>
        <a:p>
          <a:endParaRPr lang="en-US"/>
        </a:p>
      </dgm:t>
    </dgm:pt>
    <dgm:pt modelId="{A5999A29-6463-4322-9556-F0EC24D5943D}" type="pres">
      <dgm:prSet presAssocID="{D131752D-99E9-4CCE-AE43-1EC8EEEDCCDF}" presName="dummy" presStyleCnt="0"/>
      <dgm:spPr/>
    </dgm:pt>
    <dgm:pt modelId="{3C7DF540-D618-40AF-BE30-67EE907977BA}" type="pres">
      <dgm:prSet presAssocID="{D131752D-99E9-4CCE-AE43-1EC8EEEDCCDF}" presName="node" presStyleLbl="revTx" presStyleIdx="4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F102522-45F8-40ED-BF70-74B5F55E1308}" type="pres">
      <dgm:prSet presAssocID="{6FB2E9B3-7AF2-473B-940A-B6133D2E3F2F}" presName="sibTrans" presStyleLbl="node1" presStyleIdx="4" presStyleCnt="6"/>
      <dgm:spPr/>
      <dgm:t>
        <a:bodyPr/>
        <a:lstStyle/>
        <a:p>
          <a:endParaRPr lang="en-US"/>
        </a:p>
      </dgm:t>
    </dgm:pt>
    <dgm:pt modelId="{20F2AFA8-1BC0-4649-9A81-FAED90999824}" type="pres">
      <dgm:prSet presAssocID="{9668B638-776F-472D-9CFE-D21E665867CC}" presName="dummy" presStyleCnt="0"/>
      <dgm:spPr/>
    </dgm:pt>
    <dgm:pt modelId="{551745F5-D89F-4E96-B9EC-ECBD5C0F418C}" type="pres">
      <dgm:prSet presAssocID="{9668B638-776F-472D-9CFE-D21E665867CC}" presName="node" presStyleLbl="revTx" presStyleIdx="5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587E3BF-74D2-485A-ABE8-AC542F782A3A}" type="pres">
      <dgm:prSet presAssocID="{FF3EFC72-6E4C-433E-A78C-43E19CA5A40A}" presName="sibTrans" presStyleLbl="node1" presStyleIdx="5" presStyleCnt="6"/>
      <dgm:spPr/>
      <dgm:t>
        <a:bodyPr/>
        <a:lstStyle/>
        <a:p>
          <a:endParaRPr lang="en-US"/>
        </a:p>
      </dgm:t>
    </dgm:pt>
  </dgm:ptLst>
  <dgm:cxnLst>
    <dgm:cxn modelId="{513F76FA-3187-4D01-844C-49EDC142A163}" type="presOf" srcId="{FF3EFC72-6E4C-433E-A78C-43E19CA5A40A}" destId="{E587E3BF-74D2-485A-ABE8-AC542F782A3A}" srcOrd="0" destOrd="0" presId="urn:microsoft.com/office/officeart/2005/8/layout/cycle1"/>
    <dgm:cxn modelId="{01D99C3D-162A-4DAE-BD02-DFE77417ED47}" type="presOf" srcId="{170BC42B-0FC2-40C4-A643-43E86433B15E}" destId="{ADE3A81A-33C1-4F8B-A7D7-9BA3B80F16BC}" srcOrd="0" destOrd="0" presId="urn:microsoft.com/office/officeart/2005/8/layout/cycle1"/>
    <dgm:cxn modelId="{7F118D24-6E60-4A3D-9393-F49660D0CDA1}" type="presOf" srcId="{9668B638-776F-472D-9CFE-D21E665867CC}" destId="{551745F5-D89F-4E96-B9EC-ECBD5C0F418C}" srcOrd="0" destOrd="0" presId="urn:microsoft.com/office/officeart/2005/8/layout/cycle1"/>
    <dgm:cxn modelId="{FB3F0941-F52A-4D70-8C7A-B2C019CEECC5}" type="presOf" srcId="{00F2ED3B-4F9E-4DDB-963E-2E457762F9CE}" destId="{B8BBBFAD-9C58-4AF1-8B17-413FF1879F8D}" srcOrd="0" destOrd="0" presId="urn:microsoft.com/office/officeart/2005/8/layout/cycle1"/>
    <dgm:cxn modelId="{74930311-3C1A-4DCC-9FC4-41D0A12FA1BE}" type="presOf" srcId="{21F4307D-4489-4A78-85ED-357B613F498D}" destId="{E24E1FD5-A3A3-4273-BBD9-5E626BDA7F87}" srcOrd="0" destOrd="0" presId="urn:microsoft.com/office/officeart/2005/8/layout/cycle1"/>
    <dgm:cxn modelId="{4D7A808E-217B-476D-8392-5F6BCCAF5C5C}" srcId="{B1B2032F-D819-485A-848D-C08A8BFA876C}" destId="{205F6201-52A4-4424-981E-AB36135232E0}" srcOrd="1" destOrd="0" parTransId="{FC2652DA-1902-4C1D-8587-B00D6FB0E653}" sibTransId="{99D7F426-2388-446C-9A08-66D1658C0E81}"/>
    <dgm:cxn modelId="{6A763BA9-FB3D-4D19-B955-1C64929AD283}" srcId="{B1B2032F-D819-485A-848D-C08A8BFA876C}" destId="{00F2ED3B-4F9E-4DDB-963E-2E457762F9CE}" srcOrd="2" destOrd="0" parTransId="{1C4CC82D-C4A0-4078-8A1C-66382BB4DB21}" sibTransId="{170BC42B-0FC2-40C4-A643-43E86433B15E}"/>
    <dgm:cxn modelId="{EB1A64BE-A4C0-4F28-B82D-696F080F01EF}" srcId="{B1B2032F-D819-485A-848D-C08A8BFA876C}" destId="{9668B638-776F-472D-9CFE-D21E665867CC}" srcOrd="5" destOrd="0" parTransId="{68288BD3-11F4-4A98-AC6E-ACAB3265CEE5}" sibTransId="{FF3EFC72-6E4C-433E-A78C-43E19CA5A40A}"/>
    <dgm:cxn modelId="{9E248199-6BE9-4FB8-9F3C-D693A4822AE5}" type="presOf" srcId="{205F6201-52A4-4424-981E-AB36135232E0}" destId="{0F578167-34CA-40FD-963F-6487351DB628}" srcOrd="0" destOrd="0" presId="urn:microsoft.com/office/officeart/2005/8/layout/cycle1"/>
    <dgm:cxn modelId="{A8A2A86C-E595-43F4-B95B-00D1AA284BCA}" type="presOf" srcId="{FF57160E-DC34-45E8-844A-747E43576391}" destId="{D9575811-83D2-4A7C-87AF-8B6D969EF966}" srcOrd="0" destOrd="0" presId="urn:microsoft.com/office/officeart/2005/8/layout/cycle1"/>
    <dgm:cxn modelId="{90CCE2A9-B304-44F1-AC4F-32189EEF767B}" type="presOf" srcId="{D131752D-99E9-4CCE-AE43-1EC8EEEDCCDF}" destId="{3C7DF540-D618-40AF-BE30-67EE907977BA}" srcOrd="0" destOrd="0" presId="urn:microsoft.com/office/officeart/2005/8/layout/cycle1"/>
    <dgm:cxn modelId="{DEBF2173-C38C-4B8F-B58C-33FB8A13FF2E}" srcId="{B1B2032F-D819-485A-848D-C08A8BFA876C}" destId="{FF57160E-DC34-45E8-844A-747E43576391}" srcOrd="0" destOrd="0" parTransId="{409729AE-1921-4E5E-9F06-1F82A3CA7DD0}" sibTransId="{5E42AE57-09EE-416A-A6F2-FF25FC6965C7}"/>
    <dgm:cxn modelId="{7CE3AE9D-65BA-485A-A0CA-0B8CF53803DB}" type="presOf" srcId="{B1B2032F-D819-485A-848D-C08A8BFA876C}" destId="{604A3670-46CD-4B33-8DD9-686A75E1E0E3}" srcOrd="0" destOrd="0" presId="urn:microsoft.com/office/officeart/2005/8/layout/cycle1"/>
    <dgm:cxn modelId="{D82852AC-815E-4FD9-82DA-365B1894B492}" type="presOf" srcId="{99D7F426-2388-446C-9A08-66D1658C0E81}" destId="{D3E8A98B-322D-4C43-91CB-3D912E988EF5}" srcOrd="0" destOrd="0" presId="urn:microsoft.com/office/officeart/2005/8/layout/cycle1"/>
    <dgm:cxn modelId="{EBECC1EC-5D91-4191-A674-EFFB64666906}" srcId="{B1B2032F-D819-485A-848D-C08A8BFA876C}" destId="{D131752D-99E9-4CCE-AE43-1EC8EEEDCCDF}" srcOrd="4" destOrd="0" parTransId="{FFAEE87C-76BD-4E5F-9B43-270CDE48D17A}" sibTransId="{6FB2E9B3-7AF2-473B-940A-B6133D2E3F2F}"/>
    <dgm:cxn modelId="{EB6A602E-0D04-4E15-BB54-F9262996857A}" srcId="{B1B2032F-D819-485A-848D-C08A8BFA876C}" destId="{21F4307D-4489-4A78-85ED-357B613F498D}" srcOrd="3" destOrd="0" parTransId="{3766B8B9-AC0E-4107-95AC-74EB345EDB0C}" sibTransId="{8A84C351-913B-4C09-818E-32B998DCCF51}"/>
    <dgm:cxn modelId="{19417B31-DE56-4B71-99D4-CFB7DAFB86B3}" type="presOf" srcId="{8A84C351-913B-4C09-818E-32B998DCCF51}" destId="{FDA10468-A2BD-4BAC-9EFE-013B716045A6}" srcOrd="0" destOrd="0" presId="urn:microsoft.com/office/officeart/2005/8/layout/cycle1"/>
    <dgm:cxn modelId="{64B5B1FE-88EF-413D-A36B-3D14FB1D7F40}" type="presOf" srcId="{5E42AE57-09EE-416A-A6F2-FF25FC6965C7}" destId="{9AED01FF-6D03-4995-A87D-C53182260D73}" srcOrd="0" destOrd="0" presId="urn:microsoft.com/office/officeart/2005/8/layout/cycle1"/>
    <dgm:cxn modelId="{C4B1BF4D-6B6B-4A7A-93EA-61853D2B0F47}" type="presOf" srcId="{6FB2E9B3-7AF2-473B-940A-B6133D2E3F2F}" destId="{AF102522-45F8-40ED-BF70-74B5F55E1308}" srcOrd="0" destOrd="0" presId="urn:microsoft.com/office/officeart/2005/8/layout/cycle1"/>
    <dgm:cxn modelId="{43A846CD-92F2-4B62-828B-489B7BC39F4A}" type="presParOf" srcId="{604A3670-46CD-4B33-8DD9-686A75E1E0E3}" destId="{E8A6780F-6240-42E5-8DA4-59E37257F898}" srcOrd="0" destOrd="0" presId="urn:microsoft.com/office/officeart/2005/8/layout/cycle1"/>
    <dgm:cxn modelId="{E4F7A031-5F8B-42CF-BE8D-4E159955AD98}" type="presParOf" srcId="{604A3670-46CD-4B33-8DD9-686A75E1E0E3}" destId="{D9575811-83D2-4A7C-87AF-8B6D969EF966}" srcOrd="1" destOrd="0" presId="urn:microsoft.com/office/officeart/2005/8/layout/cycle1"/>
    <dgm:cxn modelId="{AD91C2D1-9096-4BDB-8A3A-9FDAEB8C9B7D}" type="presParOf" srcId="{604A3670-46CD-4B33-8DD9-686A75E1E0E3}" destId="{9AED01FF-6D03-4995-A87D-C53182260D73}" srcOrd="2" destOrd="0" presId="urn:microsoft.com/office/officeart/2005/8/layout/cycle1"/>
    <dgm:cxn modelId="{DF1B9EED-AA5B-4E00-9354-E32C7F21F172}" type="presParOf" srcId="{604A3670-46CD-4B33-8DD9-686A75E1E0E3}" destId="{60405B7B-8C18-4F42-984C-61C71031D66F}" srcOrd="3" destOrd="0" presId="urn:microsoft.com/office/officeart/2005/8/layout/cycle1"/>
    <dgm:cxn modelId="{3DE0A554-BB6A-4055-8CF1-6111AA2F5F12}" type="presParOf" srcId="{604A3670-46CD-4B33-8DD9-686A75E1E0E3}" destId="{0F578167-34CA-40FD-963F-6487351DB628}" srcOrd="4" destOrd="0" presId="urn:microsoft.com/office/officeart/2005/8/layout/cycle1"/>
    <dgm:cxn modelId="{FD0FC354-CCF2-4CB8-BA86-4C346DB56252}" type="presParOf" srcId="{604A3670-46CD-4B33-8DD9-686A75E1E0E3}" destId="{D3E8A98B-322D-4C43-91CB-3D912E988EF5}" srcOrd="5" destOrd="0" presId="urn:microsoft.com/office/officeart/2005/8/layout/cycle1"/>
    <dgm:cxn modelId="{8C7D8B82-32B0-4AE3-9B93-D2640F491C8C}" type="presParOf" srcId="{604A3670-46CD-4B33-8DD9-686A75E1E0E3}" destId="{C11B4007-E7EA-45E7-85AE-7BDE497AB790}" srcOrd="6" destOrd="0" presId="urn:microsoft.com/office/officeart/2005/8/layout/cycle1"/>
    <dgm:cxn modelId="{69802BAC-157B-4BDF-8D48-9607E4C39AE0}" type="presParOf" srcId="{604A3670-46CD-4B33-8DD9-686A75E1E0E3}" destId="{B8BBBFAD-9C58-4AF1-8B17-413FF1879F8D}" srcOrd="7" destOrd="0" presId="urn:microsoft.com/office/officeart/2005/8/layout/cycle1"/>
    <dgm:cxn modelId="{403C9095-EB51-4FDF-88D1-2905475E7720}" type="presParOf" srcId="{604A3670-46CD-4B33-8DD9-686A75E1E0E3}" destId="{ADE3A81A-33C1-4F8B-A7D7-9BA3B80F16BC}" srcOrd="8" destOrd="0" presId="urn:microsoft.com/office/officeart/2005/8/layout/cycle1"/>
    <dgm:cxn modelId="{7027C5EA-0FB2-453B-8844-13308CB73427}" type="presParOf" srcId="{604A3670-46CD-4B33-8DD9-686A75E1E0E3}" destId="{B8EE7BE9-E583-405D-B2D1-1A0404F64AE5}" srcOrd="9" destOrd="0" presId="urn:microsoft.com/office/officeart/2005/8/layout/cycle1"/>
    <dgm:cxn modelId="{8E49E5F3-B70B-4615-8446-65A18AA0424E}" type="presParOf" srcId="{604A3670-46CD-4B33-8DD9-686A75E1E0E3}" destId="{E24E1FD5-A3A3-4273-BBD9-5E626BDA7F87}" srcOrd="10" destOrd="0" presId="urn:microsoft.com/office/officeart/2005/8/layout/cycle1"/>
    <dgm:cxn modelId="{63ED0B93-9A72-45AA-8E6D-284D8DE78E5D}" type="presParOf" srcId="{604A3670-46CD-4B33-8DD9-686A75E1E0E3}" destId="{FDA10468-A2BD-4BAC-9EFE-013B716045A6}" srcOrd="11" destOrd="0" presId="urn:microsoft.com/office/officeart/2005/8/layout/cycle1"/>
    <dgm:cxn modelId="{BD8ACAA7-77A1-4214-877F-F57FEDC6EF33}" type="presParOf" srcId="{604A3670-46CD-4B33-8DD9-686A75E1E0E3}" destId="{A5999A29-6463-4322-9556-F0EC24D5943D}" srcOrd="12" destOrd="0" presId="urn:microsoft.com/office/officeart/2005/8/layout/cycle1"/>
    <dgm:cxn modelId="{71D57388-FA4B-4FA1-8162-5CF9F5D1D7EB}" type="presParOf" srcId="{604A3670-46CD-4B33-8DD9-686A75E1E0E3}" destId="{3C7DF540-D618-40AF-BE30-67EE907977BA}" srcOrd="13" destOrd="0" presId="urn:microsoft.com/office/officeart/2005/8/layout/cycle1"/>
    <dgm:cxn modelId="{4162C5CF-DDC2-428A-A6C7-88E3D7FEB383}" type="presParOf" srcId="{604A3670-46CD-4B33-8DD9-686A75E1E0E3}" destId="{AF102522-45F8-40ED-BF70-74B5F55E1308}" srcOrd="14" destOrd="0" presId="urn:microsoft.com/office/officeart/2005/8/layout/cycle1"/>
    <dgm:cxn modelId="{3D6D631B-53D7-4813-A1B0-829B978BD6B0}" type="presParOf" srcId="{604A3670-46CD-4B33-8DD9-686A75E1E0E3}" destId="{20F2AFA8-1BC0-4649-9A81-FAED90999824}" srcOrd="15" destOrd="0" presId="urn:microsoft.com/office/officeart/2005/8/layout/cycle1"/>
    <dgm:cxn modelId="{30D01A05-F796-4CE2-A1D5-AE6664FAB1DC}" type="presParOf" srcId="{604A3670-46CD-4B33-8DD9-686A75E1E0E3}" destId="{551745F5-D89F-4E96-B9EC-ECBD5C0F418C}" srcOrd="16" destOrd="0" presId="urn:microsoft.com/office/officeart/2005/8/layout/cycle1"/>
    <dgm:cxn modelId="{5CDEE7A3-C63A-4B7E-8B21-6B9433E1CCC3}" type="presParOf" srcId="{604A3670-46CD-4B33-8DD9-686A75E1E0E3}" destId="{E587E3BF-74D2-485A-ABE8-AC542F782A3A}" srcOrd="17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675546-E13F-477F-A041-BC0A4814FCB2}">
      <dsp:nvSpPr>
        <dsp:cNvPr id="0" name=""/>
        <dsp:cNvSpPr/>
      </dsp:nvSpPr>
      <dsp:spPr>
        <a:xfrm rot="5400000">
          <a:off x="335689" y="911396"/>
          <a:ext cx="611827" cy="1018067"/>
        </a:xfrm>
        <a:prstGeom prst="corner">
          <a:avLst>
            <a:gd name="adj1" fmla="val 16120"/>
            <a:gd name="adj2" fmla="val 1611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80D9C63-3508-41AF-98D1-DC3F736D1986}">
      <dsp:nvSpPr>
        <dsp:cNvPr id="0" name=""/>
        <dsp:cNvSpPr/>
      </dsp:nvSpPr>
      <dsp:spPr>
        <a:xfrm>
          <a:off x="233560" y="1215579"/>
          <a:ext cx="919117" cy="8056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Coding</a:t>
          </a:r>
          <a:endParaRPr lang="en-US" sz="1600" kern="1200" dirty="0"/>
        </a:p>
      </dsp:txBody>
      <dsp:txXfrm>
        <a:off x="233560" y="1215579"/>
        <a:ext cx="919117" cy="805660"/>
      </dsp:txXfrm>
    </dsp:sp>
    <dsp:sp modelId="{1AD54624-1136-42A1-86F2-74FDDEAEADA1}">
      <dsp:nvSpPr>
        <dsp:cNvPr id="0" name=""/>
        <dsp:cNvSpPr/>
      </dsp:nvSpPr>
      <dsp:spPr>
        <a:xfrm>
          <a:off x="979259" y="836445"/>
          <a:ext cx="173418" cy="173418"/>
        </a:xfrm>
        <a:prstGeom prst="triangle">
          <a:avLst>
            <a:gd name="adj" fmla="val 100000"/>
          </a:avLst>
        </a:prstGeom>
        <a:gradFill rotWithShape="0">
          <a:gsLst>
            <a:gs pos="0">
              <a:schemeClr val="accent4">
                <a:hueOff val="1299462"/>
                <a:satOff val="-5996"/>
                <a:lumOff val="22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1299462"/>
                <a:satOff val="-5996"/>
                <a:lumOff val="22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1299462"/>
                <a:satOff val="-5996"/>
                <a:lumOff val="22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4">
              <a:hueOff val="1299462"/>
              <a:satOff val="-5996"/>
              <a:lumOff val="221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C9E52D3-35A4-4AA3-86B3-2C7D06D9C613}">
      <dsp:nvSpPr>
        <dsp:cNvPr id="0" name=""/>
        <dsp:cNvSpPr/>
      </dsp:nvSpPr>
      <dsp:spPr>
        <a:xfrm rot="5400000">
          <a:off x="1460868" y="632969"/>
          <a:ext cx="611827" cy="1018067"/>
        </a:xfrm>
        <a:prstGeom prst="corner">
          <a:avLst>
            <a:gd name="adj1" fmla="val 16120"/>
            <a:gd name="adj2" fmla="val 16110"/>
          </a:avLst>
        </a:prstGeom>
        <a:gradFill rotWithShape="0">
          <a:gsLst>
            <a:gs pos="0">
              <a:schemeClr val="accent4">
                <a:hueOff val="2598923"/>
                <a:satOff val="-11992"/>
                <a:lumOff val="44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2598923"/>
                <a:satOff val="-11992"/>
                <a:lumOff val="44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2598923"/>
                <a:satOff val="-11992"/>
                <a:lumOff val="44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4">
              <a:hueOff val="2598923"/>
              <a:satOff val="-11992"/>
              <a:lumOff val="441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02758C5-82B7-4F58-B48A-88445189F5E5}">
      <dsp:nvSpPr>
        <dsp:cNvPr id="0" name=""/>
        <dsp:cNvSpPr/>
      </dsp:nvSpPr>
      <dsp:spPr>
        <a:xfrm>
          <a:off x="1358739" y="937152"/>
          <a:ext cx="919117" cy="8056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Code Review</a:t>
          </a:r>
          <a:endParaRPr lang="en-US" sz="1600" kern="1200" dirty="0"/>
        </a:p>
      </dsp:txBody>
      <dsp:txXfrm>
        <a:off x="1358739" y="937152"/>
        <a:ext cx="919117" cy="805660"/>
      </dsp:txXfrm>
    </dsp:sp>
    <dsp:sp modelId="{941945E4-F741-463B-9B74-93CF06E1F488}">
      <dsp:nvSpPr>
        <dsp:cNvPr id="0" name=""/>
        <dsp:cNvSpPr/>
      </dsp:nvSpPr>
      <dsp:spPr>
        <a:xfrm>
          <a:off x="2104438" y="558018"/>
          <a:ext cx="173418" cy="173418"/>
        </a:xfrm>
        <a:prstGeom prst="triangle">
          <a:avLst>
            <a:gd name="adj" fmla="val 100000"/>
          </a:avLst>
        </a:prstGeom>
        <a:gradFill rotWithShape="0">
          <a:gsLst>
            <a:gs pos="0">
              <a:schemeClr val="accent4">
                <a:hueOff val="3898385"/>
                <a:satOff val="-17988"/>
                <a:lumOff val="66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3898385"/>
                <a:satOff val="-17988"/>
                <a:lumOff val="66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3898385"/>
                <a:satOff val="-17988"/>
                <a:lumOff val="66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4">
              <a:hueOff val="3898385"/>
              <a:satOff val="-17988"/>
              <a:lumOff val="662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4151B5F-2205-42B3-9993-3EB4A72E7952}">
      <dsp:nvSpPr>
        <dsp:cNvPr id="0" name=""/>
        <dsp:cNvSpPr/>
      </dsp:nvSpPr>
      <dsp:spPr>
        <a:xfrm rot="5400000">
          <a:off x="2586047" y="354542"/>
          <a:ext cx="611827" cy="1018067"/>
        </a:xfrm>
        <a:prstGeom prst="corner">
          <a:avLst>
            <a:gd name="adj1" fmla="val 16120"/>
            <a:gd name="adj2" fmla="val 16110"/>
          </a:avLst>
        </a:prstGeom>
        <a:gradFill rotWithShape="0">
          <a:gsLst>
            <a:gs pos="0">
              <a:schemeClr val="accent4">
                <a:hueOff val="5197846"/>
                <a:satOff val="-23984"/>
                <a:lumOff val="88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5197846"/>
                <a:satOff val="-23984"/>
                <a:lumOff val="88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5197846"/>
                <a:satOff val="-23984"/>
                <a:lumOff val="88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4">
              <a:hueOff val="5197846"/>
              <a:satOff val="-23984"/>
              <a:lumOff val="883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5AFD08A-5769-4442-AA8A-522032B1A318}">
      <dsp:nvSpPr>
        <dsp:cNvPr id="0" name=""/>
        <dsp:cNvSpPr/>
      </dsp:nvSpPr>
      <dsp:spPr>
        <a:xfrm>
          <a:off x="2483918" y="658725"/>
          <a:ext cx="919117" cy="8056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Testing</a:t>
          </a:r>
          <a:endParaRPr lang="en-US" sz="1600" kern="1200" dirty="0"/>
        </a:p>
      </dsp:txBody>
      <dsp:txXfrm>
        <a:off x="2483918" y="658725"/>
        <a:ext cx="919117" cy="805660"/>
      </dsp:txXfrm>
    </dsp:sp>
    <dsp:sp modelId="{8054776E-7D19-47F7-A911-D8F62859E122}">
      <dsp:nvSpPr>
        <dsp:cNvPr id="0" name=""/>
        <dsp:cNvSpPr/>
      </dsp:nvSpPr>
      <dsp:spPr>
        <a:xfrm>
          <a:off x="3229617" y="279591"/>
          <a:ext cx="173418" cy="173418"/>
        </a:xfrm>
        <a:prstGeom prst="triangle">
          <a:avLst>
            <a:gd name="adj" fmla="val 100000"/>
          </a:avLst>
        </a:prstGeom>
        <a:gradFill rotWithShape="0">
          <a:gsLst>
            <a:gs pos="0">
              <a:schemeClr val="accent4">
                <a:hueOff val="6497308"/>
                <a:satOff val="-29980"/>
                <a:lumOff val="110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6497308"/>
                <a:satOff val="-29980"/>
                <a:lumOff val="110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6497308"/>
                <a:satOff val="-29980"/>
                <a:lumOff val="110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4">
              <a:hueOff val="6497308"/>
              <a:satOff val="-29980"/>
              <a:lumOff val="1103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5F05F1A-C634-4A30-BC21-46BC0BD58E4E}">
      <dsp:nvSpPr>
        <dsp:cNvPr id="0" name=""/>
        <dsp:cNvSpPr/>
      </dsp:nvSpPr>
      <dsp:spPr>
        <a:xfrm rot="5400000">
          <a:off x="3711226" y="76116"/>
          <a:ext cx="611827" cy="1018067"/>
        </a:xfrm>
        <a:prstGeom prst="corner">
          <a:avLst>
            <a:gd name="adj1" fmla="val 16120"/>
            <a:gd name="adj2" fmla="val 16110"/>
          </a:avLst>
        </a:prstGeom>
        <a:gradFill rotWithShape="0">
          <a:gsLst>
            <a:gs pos="0">
              <a:schemeClr val="accent4">
                <a:hueOff val="7796769"/>
                <a:satOff val="-35976"/>
                <a:lumOff val="132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7796769"/>
                <a:satOff val="-35976"/>
                <a:lumOff val="132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7796769"/>
                <a:satOff val="-35976"/>
                <a:lumOff val="132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4">
              <a:hueOff val="7796769"/>
              <a:satOff val="-35976"/>
              <a:lumOff val="1324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D800EA3-950C-4AA2-A8E1-827736B0637F}">
      <dsp:nvSpPr>
        <dsp:cNvPr id="0" name=""/>
        <dsp:cNvSpPr/>
      </dsp:nvSpPr>
      <dsp:spPr>
        <a:xfrm>
          <a:off x="3609097" y="380299"/>
          <a:ext cx="919117" cy="8056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Bug Fixes</a:t>
          </a:r>
          <a:endParaRPr lang="en-US" sz="1600" kern="1200" dirty="0"/>
        </a:p>
      </dsp:txBody>
      <dsp:txXfrm>
        <a:off x="3609097" y="380299"/>
        <a:ext cx="919117" cy="805660"/>
      </dsp:txXfrm>
    </dsp:sp>
    <dsp:sp modelId="{01E4437C-38A4-4BCD-ACF0-9693DFCE2A85}">
      <dsp:nvSpPr>
        <dsp:cNvPr id="0" name=""/>
        <dsp:cNvSpPr/>
      </dsp:nvSpPr>
      <dsp:spPr>
        <a:xfrm>
          <a:off x="4354796" y="1165"/>
          <a:ext cx="173418" cy="173418"/>
        </a:xfrm>
        <a:prstGeom prst="triangle">
          <a:avLst>
            <a:gd name="adj" fmla="val 100000"/>
          </a:avLst>
        </a:prstGeom>
        <a:gradFill rotWithShape="0">
          <a:gsLst>
            <a:gs pos="0">
              <a:schemeClr val="accent4">
                <a:hueOff val="9096231"/>
                <a:satOff val="-41972"/>
                <a:lumOff val="154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9096231"/>
                <a:satOff val="-41972"/>
                <a:lumOff val="154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9096231"/>
                <a:satOff val="-41972"/>
                <a:lumOff val="154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4">
              <a:hueOff val="9096231"/>
              <a:satOff val="-41972"/>
              <a:lumOff val="1544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B466B5A-B822-4871-967F-E4C07EDAB987}">
      <dsp:nvSpPr>
        <dsp:cNvPr id="0" name=""/>
        <dsp:cNvSpPr/>
      </dsp:nvSpPr>
      <dsp:spPr>
        <a:xfrm rot="5400000">
          <a:off x="4836405" y="-202310"/>
          <a:ext cx="611827" cy="1018067"/>
        </a:xfrm>
        <a:prstGeom prst="corner">
          <a:avLst>
            <a:gd name="adj1" fmla="val 16120"/>
            <a:gd name="adj2" fmla="val 16110"/>
          </a:avLst>
        </a:prstGeom>
        <a:gradFill rotWithShape="0">
          <a:gsLst>
            <a:gs pos="0">
              <a:schemeClr val="accent4">
                <a:hueOff val="10395692"/>
                <a:satOff val="-47968"/>
                <a:lumOff val="1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10395692"/>
                <a:satOff val="-47968"/>
                <a:lumOff val="1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10395692"/>
                <a:satOff val="-47968"/>
                <a:lumOff val="1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4">
              <a:hueOff val="10395692"/>
              <a:satOff val="-47968"/>
              <a:lumOff val="1765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C63451A-2D16-48C5-A072-EEF8C0EF79D1}">
      <dsp:nvSpPr>
        <dsp:cNvPr id="0" name=""/>
        <dsp:cNvSpPr/>
      </dsp:nvSpPr>
      <dsp:spPr>
        <a:xfrm>
          <a:off x="4734276" y="101872"/>
          <a:ext cx="919117" cy="8056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Product Owner Approval</a:t>
          </a:r>
          <a:endParaRPr lang="en-US" sz="1600" kern="1200" dirty="0"/>
        </a:p>
      </dsp:txBody>
      <dsp:txXfrm>
        <a:off x="4734276" y="101872"/>
        <a:ext cx="919117" cy="80566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9575811-83D2-4A7C-87AF-8B6D969EF966}">
      <dsp:nvSpPr>
        <dsp:cNvPr id="0" name=""/>
        <dsp:cNvSpPr/>
      </dsp:nvSpPr>
      <dsp:spPr>
        <a:xfrm>
          <a:off x="3036322" y="6419"/>
          <a:ext cx="589828" cy="5898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b="1" kern="1200" dirty="0" smtClean="0"/>
            <a:t>Run Test</a:t>
          </a:r>
          <a:endParaRPr lang="en-US" sz="1200" b="1" kern="1200" dirty="0"/>
        </a:p>
      </dsp:txBody>
      <dsp:txXfrm>
        <a:off x="3036322" y="6419"/>
        <a:ext cx="589828" cy="589828"/>
      </dsp:txXfrm>
    </dsp:sp>
    <dsp:sp modelId="{9AED01FF-6D03-4995-A87D-C53182260D73}">
      <dsp:nvSpPr>
        <dsp:cNvPr id="0" name=""/>
        <dsp:cNvSpPr/>
      </dsp:nvSpPr>
      <dsp:spPr>
        <a:xfrm>
          <a:off x="1230422" y="224"/>
          <a:ext cx="2884153" cy="2884153"/>
        </a:xfrm>
        <a:prstGeom prst="circularArrow">
          <a:avLst>
            <a:gd name="adj1" fmla="val 3988"/>
            <a:gd name="adj2" fmla="val 250153"/>
            <a:gd name="adj3" fmla="val 20573737"/>
            <a:gd name="adj4" fmla="val 18982387"/>
            <a:gd name="adj5" fmla="val 4653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578167-34CA-40FD-963F-6487351DB628}">
      <dsp:nvSpPr>
        <dsp:cNvPr id="0" name=""/>
        <dsp:cNvSpPr/>
      </dsp:nvSpPr>
      <dsp:spPr>
        <a:xfrm>
          <a:off x="3695060" y="1147386"/>
          <a:ext cx="589828" cy="5898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b="1" kern="1200" dirty="0" smtClean="0"/>
            <a:t>Write Code</a:t>
          </a:r>
          <a:endParaRPr lang="en-US" sz="1200" b="1" kern="1200" dirty="0"/>
        </a:p>
      </dsp:txBody>
      <dsp:txXfrm>
        <a:off x="3695060" y="1147386"/>
        <a:ext cx="589828" cy="589828"/>
      </dsp:txXfrm>
    </dsp:sp>
    <dsp:sp modelId="{D3E8A98B-322D-4C43-91CB-3D912E988EF5}">
      <dsp:nvSpPr>
        <dsp:cNvPr id="0" name=""/>
        <dsp:cNvSpPr/>
      </dsp:nvSpPr>
      <dsp:spPr>
        <a:xfrm>
          <a:off x="1230422" y="224"/>
          <a:ext cx="2884153" cy="2884153"/>
        </a:xfrm>
        <a:prstGeom prst="circularArrow">
          <a:avLst>
            <a:gd name="adj1" fmla="val 3988"/>
            <a:gd name="adj2" fmla="val 250153"/>
            <a:gd name="adj3" fmla="val 2367460"/>
            <a:gd name="adj4" fmla="val 776109"/>
            <a:gd name="adj5" fmla="val 4653"/>
          </a:avLst>
        </a:prstGeom>
        <a:solidFill>
          <a:schemeClr val="accent4">
            <a:hueOff val="2079139"/>
            <a:satOff val="-9594"/>
            <a:lumOff val="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BBBFAD-9C58-4AF1-8B17-413FF1879F8D}">
      <dsp:nvSpPr>
        <dsp:cNvPr id="0" name=""/>
        <dsp:cNvSpPr/>
      </dsp:nvSpPr>
      <dsp:spPr>
        <a:xfrm>
          <a:off x="3036322" y="2288353"/>
          <a:ext cx="589828" cy="5898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b="1" kern="1200" dirty="0" smtClean="0"/>
            <a:t>Run Test</a:t>
          </a:r>
          <a:endParaRPr lang="en-US" sz="1200" b="1" kern="1200" dirty="0"/>
        </a:p>
      </dsp:txBody>
      <dsp:txXfrm>
        <a:off x="3036322" y="2288353"/>
        <a:ext cx="589828" cy="589828"/>
      </dsp:txXfrm>
    </dsp:sp>
    <dsp:sp modelId="{ADE3A81A-33C1-4F8B-A7D7-9BA3B80F16BC}">
      <dsp:nvSpPr>
        <dsp:cNvPr id="0" name=""/>
        <dsp:cNvSpPr/>
      </dsp:nvSpPr>
      <dsp:spPr>
        <a:xfrm>
          <a:off x="1230422" y="224"/>
          <a:ext cx="2884153" cy="2884153"/>
        </a:xfrm>
        <a:prstGeom prst="circularArrow">
          <a:avLst>
            <a:gd name="adj1" fmla="val 3988"/>
            <a:gd name="adj2" fmla="val 250153"/>
            <a:gd name="adj3" fmla="val 6111687"/>
            <a:gd name="adj4" fmla="val 4438160"/>
            <a:gd name="adj5" fmla="val 4653"/>
          </a:avLst>
        </a:prstGeom>
        <a:solidFill>
          <a:schemeClr val="accent4">
            <a:hueOff val="4158277"/>
            <a:satOff val="-19187"/>
            <a:lumOff val="70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4E1FD5-A3A3-4273-BBD9-5E626BDA7F87}">
      <dsp:nvSpPr>
        <dsp:cNvPr id="0" name=""/>
        <dsp:cNvSpPr/>
      </dsp:nvSpPr>
      <dsp:spPr>
        <a:xfrm>
          <a:off x="1718846" y="2288353"/>
          <a:ext cx="589828" cy="5898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b="1" kern="1200" dirty="0" smtClean="0"/>
            <a:t>Refactor</a:t>
          </a:r>
          <a:endParaRPr lang="en-US" sz="1200" b="1" kern="1200" dirty="0"/>
        </a:p>
      </dsp:txBody>
      <dsp:txXfrm>
        <a:off x="1718846" y="2288353"/>
        <a:ext cx="589828" cy="589828"/>
      </dsp:txXfrm>
    </dsp:sp>
    <dsp:sp modelId="{FDA10468-A2BD-4BAC-9EFE-013B716045A6}">
      <dsp:nvSpPr>
        <dsp:cNvPr id="0" name=""/>
        <dsp:cNvSpPr/>
      </dsp:nvSpPr>
      <dsp:spPr>
        <a:xfrm>
          <a:off x="1218481" y="224"/>
          <a:ext cx="2908034" cy="2884153"/>
        </a:xfrm>
        <a:prstGeom prst="circularArrow">
          <a:avLst>
            <a:gd name="adj1" fmla="val 3988"/>
            <a:gd name="adj2" fmla="val 250153"/>
            <a:gd name="adj3" fmla="val 9773737"/>
            <a:gd name="adj4" fmla="val 8182387"/>
            <a:gd name="adj5" fmla="val 4653"/>
          </a:avLst>
        </a:prstGeom>
        <a:solidFill>
          <a:schemeClr val="accent4">
            <a:hueOff val="6237415"/>
            <a:satOff val="-28781"/>
            <a:lumOff val="105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7DF540-D618-40AF-BE30-67EE907977BA}">
      <dsp:nvSpPr>
        <dsp:cNvPr id="0" name=""/>
        <dsp:cNvSpPr/>
      </dsp:nvSpPr>
      <dsp:spPr>
        <a:xfrm>
          <a:off x="1060108" y="1147386"/>
          <a:ext cx="589828" cy="5898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b="1" kern="1200" dirty="0" smtClean="0"/>
            <a:t>Repeat</a:t>
          </a:r>
          <a:endParaRPr lang="en-US" sz="1200" b="1" kern="1200" dirty="0"/>
        </a:p>
      </dsp:txBody>
      <dsp:txXfrm>
        <a:off x="1060108" y="1147386"/>
        <a:ext cx="589828" cy="589828"/>
      </dsp:txXfrm>
    </dsp:sp>
    <dsp:sp modelId="{AF102522-45F8-40ED-BF70-74B5F55E1308}">
      <dsp:nvSpPr>
        <dsp:cNvPr id="0" name=""/>
        <dsp:cNvSpPr/>
      </dsp:nvSpPr>
      <dsp:spPr>
        <a:xfrm>
          <a:off x="1230422" y="224"/>
          <a:ext cx="2884153" cy="2884153"/>
        </a:xfrm>
        <a:prstGeom prst="circularArrow">
          <a:avLst>
            <a:gd name="adj1" fmla="val 3988"/>
            <a:gd name="adj2" fmla="val 250153"/>
            <a:gd name="adj3" fmla="val 13167460"/>
            <a:gd name="adj4" fmla="val 11576109"/>
            <a:gd name="adj5" fmla="val 4653"/>
          </a:avLst>
        </a:prstGeom>
        <a:solidFill>
          <a:schemeClr val="accent4">
            <a:hueOff val="8316554"/>
            <a:satOff val="-38374"/>
            <a:lumOff val="141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1745F5-D89F-4E96-B9EC-ECBD5C0F418C}">
      <dsp:nvSpPr>
        <dsp:cNvPr id="0" name=""/>
        <dsp:cNvSpPr/>
      </dsp:nvSpPr>
      <dsp:spPr>
        <a:xfrm>
          <a:off x="1718846" y="6419"/>
          <a:ext cx="589828" cy="5898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b="1" kern="1200" dirty="0" smtClean="0"/>
            <a:t>Write Test</a:t>
          </a:r>
          <a:endParaRPr lang="en-US" sz="1200" b="1" kern="1200" dirty="0"/>
        </a:p>
      </dsp:txBody>
      <dsp:txXfrm>
        <a:off x="1718846" y="6419"/>
        <a:ext cx="589828" cy="589828"/>
      </dsp:txXfrm>
    </dsp:sp>
    <dsp:sp modelId="{E587E3BF-74D2-485A-ABE8-AC542F782A3A}">
      <dsp:nvSpPr>
        <dsp:cNvPr id="0" name=""/>
        <dsp:cNvSpPr/>
      </dsp:nvSpPr>
      <dsp:spPr>
        <a:xfrm>
          <a:off x="1230422" y="224"/>
          <a:ext cx="2884153" cy="2884153"/>
        </a:xfrm>
        <a:prstGeom prst="circularArrow">
          <a:avLst>
            <a:gd name="adj1" fmla="val 3988"/>
            <a:gd name="adj2" fmla="val 250153"/>
            <a:gd name="adj3" fmla="val 16911687"/>
            <a:gd name="adj4" fmla="val 15238160"/>
            <a:gd name="adj5" fmla="val 4653"/>
          </a:avLst>
        </a:prstGeom>
        <a:solidFill>
          <a:schemeClr val="accent4">
            <a:hueOff val="10395692"/>
            <a:satOff val="-47968"/>
            <a:lumOff val="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StepUpProcess">
  <dgm:title val=""/>
  <dgm:desc val=""/>
  <dgm:catLst>
    <dgm:cat type="process" pri="13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b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b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onstrLst>
      <dgm:constr type="alignOff" forName="rootnode" val="1"/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-0.765"/>
      <dgm:constr type="w" for="ch" forName="sibTrans" refType="w" fact="0.103"/>
      <dgm:constr type="h" for="ch" forName="sibTrans" refType="h" fact="0.103"/>
    </dgm:constrLst>
    <dgm:forEach name="nodesForEach" axis="ch" ptType="node">
      <dgm:layoutNode name="composite">
        <dgm:alg type="composite">
          <dgm:param type="ar" val="0.861"/>
        </dgm:alg>
        <dgm:shape xmlns:r="http://schemas.openxmlformats.org/officeDocument/2006/relationships" r:blip="">
          <dgm:adjLst/>
        </dgm:shape>
        <dgm:choose name="Name3">
          <dgm:if name="Name4" func="var" arg="dir" op="equ" val="norm">
            <dgm:constrLst>
              <dgm:constr type="l" for="ch" forName="LShape" refType="w" fact="0"/>
              <dgm:constr type="t" for="ch" forName="LShape" refType="h" fact="0.2347"/>
              <dgm:constr type="w" for="ch" forName="LShape" refType="w" fact="0.998"/>
              <dgm:constr type="h" for="ch" forName="LShape" refType="h" fact="0.5164"/>
              <dgm:constr type="r" for="ch" forName="ParentText" refType="w"/>
              <dgm:constr type="t" for="ch" forName="ParentText" refType="h" fact="0.32"/>
              <dgm:constr type="w" for="ch" forName="ParentText" refType="w" fact="0.901"/>
              <dgm:constr type="h" for="ch" forName="ParentText" refType="h" fact="0.68"/>
              <dgm:constr type="l" for="ch" forName="Triangle" refType="w" fact="0.83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if>
          <dgm:else name="Name5">
            <dgm:constrLst>
              <dgm:constr type="l" for="ch" forName="LShape" refType="w" fact="0.002"/>
              <dgm:constr type="t" for="ch" forName="LShape" refType="h" fact="0.2347"/>
              <dgm:constr type="w" for="ch" forName="LShape" refType="w"/>
              <dgm:constr type="h" for="ch" forName="LShape" refType="h" fact="0.5164"/>
              <dgm:constr type="l" for="ch" forName="ParentText" refType="w" fact="0"/>
              <dgm:constr type="t" for="ch" forName="ParentText" refType="h" fact="0.32"/>
              <dgm:constr type="w" for="ch" forName="ParentText" refType="w" fact="0.902"/>
              <dgm:constr type="h" for="ch" forName="ParentText" refType="h" fact="0.68"/>
              <dgm:constr type="l" for="ch" forName="Triangle" refType="w" fact="0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else>
        </dgm:choose>
        <dgm:layoutNode name="LShape" styleLbl="alignNode1">
          <dgm:alg type="sp"/>
          <dgm:choose name="Name6">
            <dgm:if name="Name7" func="var" arg="dir" op="equ" val="norm">
              <dgm:shape xmlns:r="http://schemas.openxmlformats.org/officeDocument/2006/relationships" rot="90" type="corner" r:blip="">
                <dgm:adjLst>
                  <dgm:adj idx="1" val="0.1612"/>
                  <dgm:adj idx="2" val="0.1611"/>
                </dgm:adjLst>
              </dgm:shape>
            </dgm:if>
            <dgm:else name="Name8">
              <dgm:shape xmlns:r="http://schemas.openxmlformats.org/officeDocument/2006/relationships" rot="180" type="corner" r:blip="">
                <dgm:adjLst>
                  <dgm:adj idx="1" val="0.1612"/>
                  <dgm:adj idx="2" val="0.1611"/>
                </dgm:adjLst>
              </dgm:shape>
            </dgm:else>
          </dgm:choose>
          <dgm:presOf/>
        </dgm:layoutNode>
        <dgm:layoutNode name="ParentText" styleLbl="revTx">
          <dgm:varLst>
            <dgm:chMax val="0"/>
            <dgm:chPref val="0"/>
            <dgm:bulletEnabled val="1"/>
          </dgm:varLst>
          <dgm:alg type="tx">
            <dgm:param type="parTxLTRAlign" val="l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9">
          <dgm:if name="Name10" axis="followSib" ptType="node" func="cnt" op="gte" val="1">
            <dgm:layoutNode name="Triangle" styleLbl="alignNode1">
              <dgm:alg type="sp"/>
              <dgm:choose name="Name11">
                <dgm:if name="Name12" func="var" arg="dir" op="equ" val="norm">
                  <dgm:shape xmlns:r="http://schemas.openxmlformats.org/officeDocument/2006/relationships" type="triangle" r:blip="">
                    <dgm:adjLst>
                      <dgm:adj idx="1" val="1"/>
                    </dgm:adjLst>
                  </dgm:shape>
                </dgm:if>
                <dgm:else name="Name13">
                  <dgm:shape xmlns:r="http://schemas.openxmlformats.org/officeDocument/2006/relationships" rot="90" type="triangle" r:blip="">
                    <dgm:adjLst>
                      <dgm:adj idx="1" val="1"/>
                    </dgm:adjLst>
                  </dgm:shape>
                </dgm:else>
              </dgm:choose>
              <dgm:presOf/>
            </dgm:layoutNode>
          </dgm:if>
          <dgm:else name="Name14"/>
        </dgm:choose>
      </dgm:layoutNode>
      <dgm:forEach name="sibTransForEach" axis="followSib" ptType="sibTrans" cnt="1">
        <dgm:layoutNode name="sibTrans">
          <dgm:alg type="composite">
            <dgm:param type="ar" val="0.861"/>
          </dgm:alg>
          <dgm:constrLst>
            <dgm:constr type="w" for="ch" forName="space" refType="w"/>
            <dgm:constr type="h" for="ch" forName="space" refType="w"/>
          </dgm:constrLst>
          <dgm:layoutNode name="space" styleLbl="alignNode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5A1E4-AA7B-4D39-8D8B-779CBAFC0B7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04D30-9EE7-42F2-B397-E531C4B7CF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7785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5A1E4-AA7B-4D39-8D8B-779CBAFC0B7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04D30-9EE7-42F2-B397-E531C4B7CF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82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5A1E4-AA7B-4D39-8D8B-779CBAFC0B7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04D30-9EE7-42F2-B397-E531C4B7CF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0558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5A1E4-AA7B-4D39-8D8B-779CBAFC0B7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04D30-9EE7-42F2-B397-E531C4B7CF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1389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5A1E4-AA7B-4D39-8D8B-779CBAFC0B7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04D30-9EE7-42F2-B397-E531C4B7CF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2572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5A1E4-AA7B-4D39-8D8B-779CBAFC0B7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04D30-9EE7-42F2-B397-E531C4B7CF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265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5A1E4-AA7B-4D39-8D8B-779CBAFC0B7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04D30-9EE7-42F2-B397-E531C4B7CF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9916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5A1E4-AA7B-4D39-8D8B-779CBAFC0B7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04D30-9EE7-42F2-B397-E531C4B7CF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0952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5A1E4-AA7B-4D39-8D8B-779CBAFC0B7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04D30-9EE7-42F2-B397-E531C4B7CF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1423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5A1E4-AA7B-4D39-8D8B-779CBAFC0B7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04D30-9EE7-42F2-B397-E531C4B7CF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4561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5A1E4-AA7B-4D39-8D8B-779CBAFC0B7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04D30-9EE7-42F2-B397-E531C4B7CF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220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B5A1E4-AA7B-4D39-8D8B-779CBAFC0B7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804D30-9EE7-42F2-B397-E531C4B7CF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298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94268" y="65988"/>
            <a:ext cx="11915481" cy="933254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216818" y="129619"/>
            <a:ext cx="810705" cy="80599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tx1"/>
                </a:solidFill>
              </a:rPr>
              <a:t>Q5</a:t>
            </a:r>
            <a:endParaRPr lang="en-US" sz="2400" b="1"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027523" y="230957"/>
            <a:ext cx="5901178" cy="67873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Customer Reports Defects In A Food Delivery Application</a:t>
            </a:r>
            <a:endParaRPr lang="en-US" b="1" dirty="0"/>
          </a:p>
        </p:txBody>
      </p:sp>
      <p:sp>
        <p:nvSpPr>
          <p:cNvPr id="7" name="Rounded Rectangle 6"/>
          <p:cNvSpPr/>
          <p:nvPr/>
        </p:nvSpPr>
        <p:spPr>
          <a:xfrm>
            <a:off x="339365" y="1244338"/>
            <a:ext cx="11425286" cy="829559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tx1"/>
                </a:solidFill>
              </a:rPr>
              <a:t>Imagine a software company develops a food delivery application for a restaurant. The team follows Scrum and releases new software updates every two weeks.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09047" y="2997724"/>
            <a:ext cx="4053526" cy="1329179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</a:rPr>
              <a:t>Online Payment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</a:rPr>
              <a:t>Oder tracking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</a:rPr>
              <a:t>Restaurant Search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043393" y="2997724"/>
            <a:ext cx="4053526" cy="132917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</a:rPr>
              <a:t>Orders disappear after payments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</a:rPr>
              <a:t>Delivery status is incorrect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</a:rPr>
              <a:t>Discount codes do not work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043393" y="2413262"/>
            <a:ext cx="4053526" cy="678730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 smtClean="0"/>
              <a:t>However, customers report issues such as:</a:t>
            </a:r>
            <a:endParaRPr lang="en-US" b="1" dirty="0"/>
          </a:p>
        </p:txBody>
      </p:sp>
      <p:sp>
        <p:nvSpPr>
          <p:cNvPr id="9" name="Rounded Rectangle 8"/>
          <p:cNvSpPr/>
          <p:nvPr/>
        </p:nvSpPr>
        <p:spPr>
          <a:xfrm>
            <a:off x="509047" y="2413262"/>
            <a:ext cx="4053526" cy="67873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 smtClean="0"/>
              <a:t>Every two weeks, the team releases features such as:</a:t>
            </a:r>
            <a:endParaRPr lang="en-US" b="1" dirty="0"/>
          </a:p>
        </p:txBody>
      </p:sp>
      <p:sp>
        <p:nvSpPr>
          <p:cNvPr id="15" name="Rounded Rectangle 14"/>
          <p:cNvSpPr/>
          <p:nvPr/>
        </p:nvSpPr>
        <p:spPr>
          <a:xfrm>
            <a:off x="339365" y="5033914"/>
            <a:ext cx="11425286" cy="103852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/>
              <a:t>Releasing software frequently does not automatically mean releasing high-quality software. Without strong QA practices, defects can be delivered to customers just as quickly as new features.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Right Arrow 15"/>
          <p:cNvSpPr/>
          <p:nvPr/>
        </p:nvSpPr>
        <p:spPr>
          <a:xfrm>
            <a:off x="4604993" y="2955304"/>
            <a:ext cx="2395979" cy="914400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292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94267" y="80128"/>
            <a:ext cx="11915481" cy="933254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216818" y="129619"/>
            <a:ext cx="999240" cy="80599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schemeClr val="tx1"/>
                </a:solidFill>
              </a:rPr>
              <a:t>Q5.a</a:t>
            </a:r>
            <a:endParaRPr lang="en-US" sz="2000" b="1"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216058" y="207390"/>
            <a:ext cx="5043340" cy="67873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Role of Definition of Done (DoD) in Scrum</a:t>
            </a:r>
            <a:endParaRPr lang="en-US" b="1" dirty="0"/>
          </a:p>
        </p:txBody>
      </p:sp>
      <p:sp>
        <p:nvSpPr>
          <p:cNvPr id="7" name="Rounded Rectangle 6"/>
          <p:cNvSpPr/>
          <p:nvPr/>
        </p:nvSpPr>
        <p:spPr>
          <a:xfrm>
            <a:off x="339365" y="1244338"/>
            <a:ext cx="11425286" cy="829559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tx1"/>
                </a:solidFill>
              </a:rPr>
              <a:t>The </a:t>
            </a:r>
            <a:r>
              <a:rPr lang="en-US" b="1" dirty="0" smtClean="0">
                <a:solidFill>
                  <a:schemeClr val="tx1"/>
                </a:solidFill>
              </a:rPr>
              <a:t>Definition of Done (DoD)</a:t>
            </a:r>
            <a:r>
              <a:rPr lang="en-US" dirty="0" smtClean="0">
                <a:solidFill>
                  <a:schemeClr val="tx1"/>
                </a:solidFill>
              </a:rPr>
              <a:t> is an agreed checklist that every feature must satisfy before it is considered complete and ready for release.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09047" y="2997724"/>
            <a:ext cx="4053526" cy="1734697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</a:rPr>
              <a:t>Code is completed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</a:rPr>
              <a:t>Code reviewed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</a:rPr>
              <a:t>Unit Tests Passed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</a:rPr>
              <a:t>No critical bugs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</a:rPr>
              <a:t>Product Owner approved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9047" y="2413262"/>
            <a:ext cx="4053526" cy="67873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 smtClean="0"/>
              <a:t>Example DoD Checklist</a:t>
            </a:r>
            <a:r>
              <a:rPr lang="en-US" dirty="0" smtClean="0"/>
              <a:t> </a:t>
            </a:r>
            <a:endParaRPr lang="en-US" b="1" dirty="0"/>
          </a:p>
        </p:txBody>
      </p:sp>
      <p:sp>
        <p:nvSpPr>
          <p:cNvPr id="15" name="Rounded Rectangle 14"/>
          <p:cNvSpPr/>
          <p:nvPr/>
        </p:nvSpPr>
        <p:spPr>
          <a:xfrm>
            <a:off x="339365" y="5033914"/>
            <a:ext cx="11425286" cy="805412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/>
              <a:t>A feature is not "Done" because coding has ended—it is done only when it meets all agreed quality standards.</a:t>
            </a:r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2367730855"/>
              </p:ext>
            </p:extLst>
          </p:nvPr>
        </p:nvGraphicFramePr>
        <p:xfrm>
          <a:off x="5194168" y="2526384"/>
          <a:ext cx="5785963" cy="20220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4633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94267" y="80128"/>
            <a:ext cx="11915481" cy="933254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235670" y="129619"/>
            <a:ext cx="980388" cy="80599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schemeClr val="tx1"/>
                </a:solidFill>
              </a:rPr>
              <a:t>Q5.b</a:t>
            </a:r>
            <a:endParaRPr lang="en-US" sz="2000" b="1"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216058" y="207390"/>
            <a:ext cx="5722070" cy="67873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H</a:t>
            </a:r>
            <a:r>
              <a:rPr lang="en-US" b="1" dirty="0" smtClean="0"/>
              <a:t>ow Test-Driven Development (TDD) improves quality. </a:t>
            </a:r>
            <a:endParaRPr lang="en-US" b="1" dirty="0"/>
          </a:p>
        </p:txBody>
      </p:sp>
      <p:sp>
        <p:nvSpPr>
          <p:cNvPr id="7" name="Rounded Rectangle 6"/>
          <p:cNvSpPr/>
          <p:nvPr/>
        </p:nvSpPr>
        <p:spPr>
          <a:xfrm>
            <a:off x="339365" y="1244338"/>
            <a:ext cx="11425286" cy="829559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tx1"/>
                </a:solidFill>
              </a:rPr>
              <a:t>Test-Driven Development (TDD) is a software development approach where developers </a:t>
            </a:r>
            <a:r>
              <a:rPr lang="en-US" b="1" dirty="0" smtClean="0">
                <a:solidFill>
                  <a:schemeClr val="tx1"/>
                </a:solidFill>
              </a:rPr>
              <a:t>write tests before writing the actual code</a:t>
            </a:r>
            <a:r>
              <a:rPr lang="en-US" dirty="0" smtClean="0">
                <a:solidFill>
                  <a:schemeClr val="tx1"/>
                </a:solidFill>
              </a:rPr>
              <a:t>.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362334" y="2964647"/>
            <a:ext cx="4053526" cy="2473627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 smtClean="0"/>
              <a:t>Before writing the code, they create tests such as:</a:t>
            </a:r>
          </a:p>
          <a:p>
            <a:endParaRPr lang="en-US" dirty="0" smtClean="0">
              <a:solidFill>
                <a:schemeClr val="bg1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</a:rPr>
              <a:t>Valid Payment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</a:rPr>
              <a:t>Invalid card should be rejected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</a:rPr>
              <a:t>Payments should fail if the balance is insufficient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62334" y="2380185"/>
            <a:ext cx="4053526" cy="67873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/>
              <a:t>Example: A developer adds an Online Payment feature</a:t>
            </a:r>
            <a:endParaRPr lang="en-US" dirty="0"/>
          </a:p>
        </p:txBody>
      </p:sp>
      <p:sp>
        <p:nvSpPr>
          <p:cNvPr id="15" name="Rounded Rectangle 14"/>
          <p:cNvSpPr/>
          <p:nvPr/>
        </p:nvSpPr>
        <p:spPr>
          <a:xfrm>
            <a:off x="339365" y="5701067"/>
            <a:ext cx="11425286" cy="805412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/>
              <a:t>TDD helps developers find defects early, making software more reliable and reducing the cost of fixing bugs later.</a:t>
            </a:r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13" name="Diagram 12"/>
          <p:cNvGraphicFramePr/>
          <p:nvPr>
            <p:extLst>
              <p:ext uri="{D42A27DB-BD31-4B8C-83A1-F6EECF244321}">
                <p14:modId xmlns:p14="http://schemas.microsoft.com/office/powerpoint/2010/main" val="3518488387"/>
              </p:ext>
            </p:extLst>
          </p:nvPr>
        </p:nvGraphicFramePr>
        <p:xfrm>
          <a:off x="339365" y="2380185"/>
          <a:ext cx="5344998" cy="28846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55508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94267" y="80128"/>
            <a:ext cx="11915481" cy="933254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235670" y="129619"/>
            <a:ext cx="980388" cy="80599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schemeClr val="tx1"/>
                </a:solidFill>
              </a:rPr>
              <a:t>Q5.c</a:t>
            </a:r>
            <a:endParaRPr lang="en-US" sz="2000" b="1"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216058" y="207390"/>
            <a:ext cx="5722070" cy="67873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The Role Of QA During Sprint Planning And Sprint Review</a:t>
            </a:r>
            <a:endParaRPr lang="en-US" b="1" dirty="0"/>
          </a:p>
        </p:txBody>
      </p:sp>
      <p:sp>
        <p:nvSpPr>
          <p:cNvPr id="11" name="Rounded Rectangle 10"/>
          <p:cNvSpPr/>
          <p:nvPr/>
        </p:nvSpPr>
        <p:spPr>
          <a:xfrm>
            <a:off x="1748670" y="2152578"/>
            <a:ext cx="2229439" cy="678730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 smtClean="0"/>
              <a:t>Sprint Phases</a:t>
            </a:r>
            <a:endParaRPr lang="en-US" b="1" dirty="0"/>
          </a:p>
        </p:txBody>
      </p:sp>
      <p:sp>
        <p:nvSpPr>
          <p:cNvPr id="12" name="Rounded Rectangle 11"/>
          <p:cNvSpPr/>
          <p:nvPr/>
        </p:nvSpPr>
        <p:spPr>
          <a:xfrm>
            <a:off x="4194926" y="2152578"/>
            <a:ext cx="6089715" cy="67873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 smtClean="0"/>
              <a:t>QA Responsibility</a:t>
            </a:r>
            <a:endParaRPr lang="en-US" b="1" dirty="0"/>
          </a:p>
        </p:txBody>
      </p:sp>
      <p:sp>
        <p:nvSpPr>
          <p:cNvPr id="14" name="Rounded Rectangle 13"/>
          <p:cNvSpPr/>
          <p:nvPr/>
        </p:nvSpPr>
        <p:spPr>
          <a:xfrm>
            <a:off x="1748670" y="2995947"/>
            <a:ext cx="2229439" cy="678730"/>
          </a:xfrm>
          <a:prstGeom prst="round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 smtClean="0"/>
              <a:t>Sprint Planning</a:t>
            </a:r>
            <a:endParaRPr lang="en-US" b="1" dirty="0"/>
          </a:p>
        </p:txBody>
      </p:sp>
      <p:sp>
        <p:nvSpPr>
          <p:cNvPr id="16" name="Rounded Rectangle 15"/>
          <p:cNvSpPr/>
          <p:nvPr/>
        </p:nvSpPr>
        <p:spPr>
          <a:xfrm>
            <a:off x="1748670" y="3839316"/>
            <a:ext cx="2229439" cy="678730"/>
          </a:xfrm>
          <a:prstGeom prst="round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 smtClean="0"/>
              <a:t>Sprint Review</a:t>
            </a:r>
            <a:endParaRPr lang="en-US" b="1" dirty="0"/>
          </a:p>
        </p:txBody>
      </p:sp>
      <p:sp>
        <p:nvSpPr>
          <p:cNvPr id="17" name="Rounded Rectangle 16"/>
          <p:cNvSpPr/>
          <p:nvPr/>
        </p:nvSpPr>
        <p:spPr>
          <a:xfrm>
            <a:off x="4194926" y="2995947"/>
            <a:ext cx="6089715" cy="678730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tx1"/>
                </a:solidFill>
              </a:rPr>
              <a:t>Review user stories, identify risks, define acceptance criteria.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194926" y="3883141"/>
            <a:ext cx="6089715" cy="678730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tx1"/>
                </a:solidFill>
              </a:rPr>
              <a:t>Verify completed features meet requirements before release.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339365" y="5701067"/>
            <a:ext cx="11425286" cy="805412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/>
              <a:t>QA should be involved before development begins, not only after coding is finished. Early QA prevents defects instead of simply finding them later.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7840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94267" y="80128"/>
            <a:ext cx="11915481" cy="933254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235670" y="129619"/>
            <a:ext cx="980388" cy="80599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schemeClr val="tx1"/>
                </a:solidFill>
              </a:rPr>
              <a:t>Q5.d</a:t>
            </a:r>
            <a:endParaRPr lang="en-US" sz="2000" b="1"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216058" y="207390"/>
            <a:ext cx="3214540" cy="67873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Two Actions to Reduce Defects</a:t>
            </a:r>
            <a:endParaRPr lang="en-US" b="1" dirty="0"/>
          </a:p>
        </p:txBody>
      </p:sp>
      <p:sp>
        <p:nvSpPr>
          <p:cNvPr id="19" name="Rounded Rectangle 18"/>
          <p:cNvSpPr/>
          <p:nvPr/>
        </p:nvSpPr>
        <p:spPr>
          <a:xfrm>
            <a:off x="339364" y="5408920"/>
            <a:ext cx="11425286" cy="805412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 smtClean="0"/>
              <a:t>Since Scrum delivers software frequently, quality should be built into every sprint—not checked only at the end.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09047" y="2997724"/>
            <a:ext cx="4053526" cy="1329179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bg1"/>
                </a:solidFill>
              </a:rPr>
              <a:t>Require every feature to pass: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</a:rPr>
              <a:t>Code Reviews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</a:rPr>
              <a:t>Unit Testing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</a:rPr>
              <a:t>Product Owner approval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043393" y="2997724"/>
            <a:ext cx="4053526" cy="1329179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bg1"/>
                </a:solidFill>
              </a:rPr>
              <a:t>Benefits: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</a:rPr>
              <a:t>Faster Feedback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</a:rPr>
              <a:t>Consistent testing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</a:rPr>
              <a:t>Fewer human errors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3393" y="2413262"/>
            <a:ext cx="4053526" cy="678730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 smtClean="0"/>
              <a:t>Increase Test Automation </a:t>
            </a:r>
            <a:endParaRPr lang="en-US" b="1" dirty="0"/>
          </a:p>
        </p:txBody>
      </p:sp>
      <p:sp>
        <p:nvSpPr>
          <p:cNvPr id="21" name="Rounded Rectangle 20"/>
          <p:cNvSpPr/>
          <p:nvPr/>
        </p:nvSpPr>
        <p:spPr>
          <a:xfrm>
            <a:off x="509047" y="2413262"/>
            <a:ext cx="4053526" cy="67873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 smtClean="0"/>
              <a:t>Strengthen the Definition of Done</a:t>
            </a:r>
            <a:endParaRPr lang="en-US" b="1" dirty="0"/>
          </a:p>
        </p:txBody>
      </p:sp>
      <p:sp>
        <p:nvSpPr>
          <p:cNvPr id="22" name="Right Arrow 21"/>
          <p:cNvSpPr/>
          <p:nvPr/>
        </p:nvSpPr>
        <p:spPr>
          <a:xfrm>
            <a:off x="4604993" y="2955304"/>
            <a:ext cx="2395979" cy="914400"/>
          </a:xfrm>
          <a:prstGeom prst="rightArrow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2135170" y="1619344"/>
            <a:ext cx="801279" cy="805992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1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24" name="Oval 23"/>
          <p:cNvSpPr/>
          <p:nvPr/>
        </p:nvSpPr>
        <p:spPr>
          <a:xfrm>
            <a:off x="8579962" y="1619344"/>
            <a:ext cx="762001" cy="805992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305873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94268" y="65988"/>
            <a:ext cx="11915481" cy="933254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216818" y="129619"/>
            <a:ext cx="810705" cy="80599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tx1"/>
                </a:solidFill>
              </a:rPr>
              <a:t>Q6</a:t>
            </a:r>
            <a:endParaRPr lang="en-US" sz="2400" b="1"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027523" y="230957"/>
            <a:ext cx="2837467" cy="67873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Verification vs Validation</a:t>
            </a:r>
            <a:endParaRPr lang="en-US" b="1" dirty="0"/>
          </a:p>
        </p:txBody>
      </p:sp>
      <p:sp>
        <p:nvSpPr>
          <p:cNvPr id="7" name="Rounded Rectangle 6"/>
          <p:cNvSpPr/>
          <p:nvPr/>
        </p:nvSpPr>
        <p:spPr>
          <a:xfrm>
            <a:off x="4110086" y="1291471"/>
            <a:ext cx="3129699" cy="829559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 smtClean="0">
                <a:solidFill>
                  <a:schemeClr val="tx1"/>
                </a:solidFill>
              </a:rPr>
              <a:t>School Management System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09047" y="2997724"/>
            <a:ext cx="4053525" cy="1508288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</a:rPr>
              <a:t>Stores students records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</a:rPr>
              <a:t>Records fee payments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</a:rPr>
              <a:t>Calculates grades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43393" y="2997724"/>
            <a:ext cx="4053526" cy="150828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</a:rPr>
              <a:t>Grade calculations are incorrect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</a:rPr>
              <a:t>Final grades do not follow the school’s grading policy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</a:rPr>
              <a:t>Teachers reject the system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043393" y="2413262"/>
            <a:ext cx="4053526" cy="678730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 smtClean="0"/>
              <a:t>Problem Found During UAT</a:t>
            </a:r>
            <a:endParaRPr lang="en-US" b="1" dirty="0"/>
          </a:p>
        </p:txBody>
      </p:sp>
      <p:sp>
        <p:nvSpPr>
          <p:cNvPr id="9" name="Rounded Rectangle 8"/>
          <p:cNvSpPr/>
          <p:nvPr/>
        </p:nvSpPr>
        <p:spPr>
          <a:xfrm>
            <a:off x="509047" y="2413262"/>
            <a:ext cx="4053526" cy="67873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 smtClean="0"/>
              <a:t>What the system does</a:t>
            </a:r>
            <a:endParaRPr lang="en-US" b="1" dirty="0"/>
          </a:p>
        </p:txBody>
      </p:sp>
      <p:sp>
        <p:nvSpPr>
          <p:cNvPr id="15" name="Rounded Rectangle 14"/>
          <p:cNvSpPr/>
          <p:nvPr/>
        </p:nvSpPr>
        <p:spPr>
          <a:xfrm>
            <a:off x="339365" y="5033914"/>
            <a:ext cx="11425286" cy="103852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/>
              <a:t>Even if the system runs without crashing, it fails if it does not satisfy the users' actual requirements. Software quality is about building the right system, not just a working system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Right Arrow 15"/>
          <p:cNvSpPr/>
          <p:nvPr/>
        </p:nvSpPr>
        <p:spPr>
          <a:xfrm>
            <a:off x="4604993" y="2955304"/>
            <a:ext cx="2395979" cy="914400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136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94267" y="80128"/>
            <a:ext cx="11915481" cy="933254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235670" y="129619"/>
            <a:ext cx="980388" cy="80599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schemeClr val="tx1"/>
                </a:solidFill>
              </a:rPr>
              <a:t>Q6.a</a:t>
            </a:r>
            <a:endParaRPr lang="en-US" sz="2000" b="1"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216058" y="207390"/>
            <a:ext cx="3044857" cy="67873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Verification or Validation?</a:t>
            </a:r>
            <a:endParaRPr lang="en-US" b="1" dirty="0"/>
          </a:p>
        </p:txBody>
      </p:sp>
      <p:sp>
        <p:nvSpPr>
          <p:cNvPr id="19" name="Rounded Rectangle 18"/>
          <p:cNvSpPr/>
          <p:nvPr/>
        </p:nvSpPr>
        <p:spPr>
          <a:xfrm>
            <a:off x="235670" y="1998482"/>
            <a:ext cx="11425286" cy="1302967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tx1"/>
                </a:solidFill>
              </a:rPr>
              <a:t>Why?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Validation checks whether the software meets the users' actual needs and requirements.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The teachers discovered the problem during User Acceptance Testing (UAT), meaning the system worked technically but did not meet the school's grading policy.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235670" y="1218414"/>
            <a:ext cx="3044857" cy="67873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This Validation Issue.</a:t>
            </a:r>
            <a:endParaRPr lang="en-US" b="1" dirty="0"/>
          </a:p>
        </p:txBody>
      </p:sp>
      <p:sp>
        <p:nvSpPr>
          <p:cNvPr id="16" name="Rectangle 15"/>
          <p:cNvSpPr/>
          <p:nvPr/>
        </p:nvSpPr>
        <p:spPr>
          <a:xfrm>
            <a:off x="565608" y="4192281"/>
            <a:ext cx="4053525" cy="1508288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</a:rPr>
              <a:t>90 – 100 = 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</a:rPr>
              <a:t>80 – 89   = B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</a:rPr>
              <a:t>70 – 79   = 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99954" y="4192281"/>
            <a:ext cx="4053526" cy="150828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</a:rPr>
              <a:t>85 = 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</a:rPr>
              <a:t>75 = B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</a:rPr>
              <a:t>65 = C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099954" y="3607819"/>
            <a:ext cx="4053526" cy="678730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 smtClean="0"/>
              <a:t>But the system calculates:</a:t>
            </a:r>
            <a:endParaRPr lang="en-US" b="1" dirty="0"/>
          </a:p>
        </p:txBody>
      </p:sp>
      <p:sp>
        <p:nvSpPr>
          <p:cNvPr id="25" name="Rounded Rectangle 24"/>
          <p:cNvSpPr/>
          <p:nvPr/>
        </p:nvSpPr>
        <p:spPr>
          <a:xfrm>
            <a:off x="565608" y="3607819"/>
            <a:ext cx="4053526" cy="67873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 smtClean="0"/>
              <a:t>Imagine the school’s policy is:</a:t>
            </a:r>
            <a:endParaRPr lang="en-US" b="1" dirty="0"/>
          </a:p>
        </p:txBody>
      </p:sp>
      <p:sp>
        <p:nvSpPr>
          <p:cNvPr id="26" name="Right Arrow 25"/>
          <p:cNvSpPr/>
          <p:nvPr/>
        </p:nvSpPr>
        <p:spPr>
          <a:xfrm>
            <a:off x="4661554" y="4149861"/>
            <a:ext cx="2395979" cy="914400"/>
          </a:xfrm>
          <a:prstGeom prst="rightArrow">
            <a:avLst/>
          </a:prstGeom>
          <a:solidFill>
            <a:schemeClr val="tx2">
              <a:lumMod val="5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ounded Rectangle 26"/>
          <p:cNvSpPr/>
          <p:nvPr/>
        </p:nvSpPr>
        <p:spPr>
          <a:xfrm>
            <a:off x="235670" y="5912673"/>
            <a:ext cx="11425286" cy="616875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bg1"/>
                </a:solidFill>
              </a:rPr>
              <a:t>The software was built correctly, but it was not the correct software for the users' requirements.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5032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94267" y="40911"/>
            <a:ext cx="11915481" cy="933254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235670" y="129619"/>
            <a:ext cx="980388" cy="80599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schemeClr val="tx1"/>
                </a:solidFill>
              </a:rPr>
              <a:t>Q6.b</a:t>
            </a:r>
            <a:endParaRPr lang="en-US" sz="2000" b="1"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216058" y="207390"/>
            <a:ext cx="3874415" cy="67873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7" name="Rectangle 16"/>
          <p:cNvSpPr/>
          <p:nvPr/>
        </p:nvSpPr>
        <p:spPr>
          <a:xfrm>
            <a:off x="6249970" y="2278640"/>
            <a:ext cx="5118755" cy="61038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Checks whether the correct software is built.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249969" y="1384417"/>
            <a:ext cx="5118755" cy="67873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Validation Activities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0510" y="1482365"/>
            <a:ext cx="5118755" cy="678730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Verification Activities</a:t>
            </a:r>
            <a:endParaRPr lang="en-US" b="1" dirty="0"/>
          </a:p>
        </p:txBody>
      </p:sp>
      <p:sp>
        <p:nvSpPr>
          <p:cNvPr id="27" name="Rounded Rectangle 26"/>
          <p:cNvSpPr/>
          <p:nvPr/>
        </p:nvSpPr>
        <p:spPr>
          <a:xfrm>
            <a:off x="235670" y="5912673"/>
            <a:ext cx="11425286" cy="752078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A system may pass verification because it follows the design documents, yet still fail validation if those documents do not reflect what users actually need.</a:t>
            </a:r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6249969" y="3149296"/>
            <a:ext cx="5118755" cy="61038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Performed after development or on completed features.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249969" y="4090572"/>
            <a:ext cx="5118755" cy="61038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Uses User Acceptance Testing (UAT).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249969" y="4948864"/>
            <a:ext cx="5118755" cy="61038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Focuses on user needs.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20512" y="2357032"/>
            <a:ext cx="5118755" cy="61038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Checks whether the software is built correctly.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20511" y="3227688"/>
            <a:ext cx="5118755" cy="61038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Performed during development.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320511" y="4168964"/>
            <a:ext cx="5118755" cy="61038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Uses reviews, inspections, walkthroughs.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320511" y="5027256"/>
            <a:ext cx="5118755" cy="61038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Focuses on specifications.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1216058" y="151305"/>
            <a:ext cx="3205113" cy="67873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Verification </a:t>
            </a:r>
            <a:r>
              <a:rPr lang="en-US" b="1" dirty="0" smtClean="0"/>
              <a:t>vs Validation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939189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94267" y="42421"/>
            <a:ext cx="11915481" cy="933254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235670" y="129619"/>
            <a:ext cx="980388" cy="80599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smtClean="0">
                <a:solidFill>
                  <a:schemeClr val="tx1"/>
                </a:solidFill>
              </a:rPr>
              <a:t>Q6.c</a:t>
            </a:r>
            <a:endParaRPr lang="en-US" sz="2000" b="1"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216059" y="207390"/>
            <a:ext cx="4006390" cy="67873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Verification and Validation Activities</a:t>
            </a:r>
            <a:endParaRPr lang="en-US" b="1" dirty="0"/>
          </a:p>
        </p:txBody>
      </p:sp>
      <p:sp>
        <p:nvSpPr>
          <p:cNvPr id="17" name="Rectangle 16"/>
          <p:cNvSpPr/>
          <p:nvPr/>
        </p:nvSpPr>
        <p:spPr>
          <a:xfrm>
            <a:off x="6278249" y="2913459"/>
            <a:ext cx="5118755" cy="9316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tx1"/>
                </a:solidFill>
              </a:rPr>
              <a:t>1. User Acceptance Testing (UAT)</a:t>
            </a:r>
          </a:p>
          <a:p>
            <a:r>
              <a:rPr lang="en-US" sz="1400" dirty="0" smtClean="0">
                <a:solidFill>
                  <a:schemeClr val="tx1"/>
                </a:solidFill>
              </a:rPr>
              <a:t>Teachers test the system using real student marks.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278249" y="2006276"/>
            <a:ext cx="5118755" cy="67873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Validation</a:t>
            </a:r>
            <a:endParaRPr lang="en-US" b="1" dirty="0"/>
          </a:p>
        </p:txBody>
      </p:sp>
      <p:sp>
        <p:nvSpPr>
          <p:cNvPr id="25" name="Rounded Rectangle 24"/>
          <p:cNvSpPr/>
          <p:nvPr/>
        </p:nvSpPr>
        <p:spPr>
          <a:xfrm>
            <a:off x="348790" y="2047663"/>
            <a:ext cx="5118755" cy="678730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Verification</a:t>
            </a:r>
            <a:endParaRPr lang="en-US" b="1" dirty="0"/>
          </a:p>
        </p:txBody>
      </p:sp>
      <p:sp>
        <p:nvSpPr>
          <p:cNvPr id="27" name="Rounded Rectangle 26"/>
          <p:cNvSpPr/>
          <p:nvPr/>
        </p:nvSpPr>
        <p:spPr>
          <a:xfrm>
            <a:off x="235670" y="5592162"/>
            <a:ext cx="11425286" cy="752078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/>
              <a:t>If the requirements and design had been reviewed carefully, the grading error could have been detected before UAT, saving time and reducing rework.</a:t>
            </a:r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6278249" y="4112730"/>
            <a:ext cx="5118755" cy="88452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 smtClean="0">
                <a:solidFill>
                  <a:schemeClr val="tx1"/>
                </a:solidFill>
              </a:rPr>
              <a:t>2. Functional Testing</a:t>
            </a:r>
          </a:p>
          <a:p>
            <a:r>
              <a:rPr lang="en-US" sz="1400" dirty="0" smtClean="0">
                <a:solidFill>
                  <a:schemeClr val="tx1"/>
                </a:solidFill>
              </a:rPr>
              <a:t>Verify that the calculated grades exactly match the school's grading policy.</a:t>
            </a:r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48792" y="2960037"/>
            <a:ext cx="5118755" cy="88508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 smtClean="0">
                <a:solidFill>
                  <a:schemeClr val="tx1"/>
                </a:solidFill>
              </a:rPr>
              <a:t>1. Requirements Review</a:t>
            </a:r>
          </a:p>
          <a:p>
            <a:r>
              <a:rPr lang="en-US" sz="1400" dirty="0" smtClean="0">
                <a:solidFill>
                  <a:schemeClr val="tx1"/>
                </a:solidFill>
              </a:rPr>
              <a:t>Check whether the grading policy has been correctly documented before development begins.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48789" y="4078766"/>
            <a:ext cx="5118755" cy="91849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 smtClean="0">
                <a:solidFill>
                  <a:schemeClr val="tx1"/>
                </a:solidFill>
              </a:rPr>
              <a:t>2. Design Review</a:t>
            </a:r>
          </a:p>
          <a:p>
            <a:r>
              <a:rPr lang="en-US" sz="1400" dirty="0" smtClean="0">
                <a:solidFill>
                  <a:schemeClr val="tx1"/>
                </a:solidFill>
              </a:rPr>
              <a:t>Ensure the grading algorithm matches the documented requirements.</a:t>
            </a:r>
            <a:endParaRPr 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3579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</TotalTime>
  <Words>765</Words>
  <Application>Microsoft Office PowerPoint</Application>
  <PresentationFormat>Widescreen</PresentationFormat>
  <Paragraphs>121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28</cp:revision>
  <dcterms:created xsi:type="dcterms:W3CDTF">2026-06-23T15:51:24Z</dcterms:created>
  <dcterms:modified xsi:type="dcterms:W3CDTF">2026-06-23T19:15:31Z</dcterms:modified>
</cp:coreProperties>
</file>