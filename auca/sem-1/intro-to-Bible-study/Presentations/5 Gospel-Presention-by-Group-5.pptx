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jpeg" ContentType="image/jpeg"/>
  <Override PartName="/ppt/media/image11.png" ContentType="image/png"/>
  <Override PartName="/ppt/media/image2.png" ContentType="image/png"/>
  <Override PartName="/ppt/media/image30.jpeg" ContentType="image/jpeg"/>
  <Override PartName="/ppt/media/image7.png" ContentType="image/png"/>
  <Override PartName="/ppt/media/image16.png" ContentType="image/png"/>
  <Override PartName="/ppt/media/image17.png" ContentType="image/png"/>
  <Override PartName="/ppt/media/image8.png" ContentType="image/png"/>
  <Override PartName="/ppt/media/image12.png" ContentType="image/png"/>
  <Override PartName="/ppt/media/image3.png" ContentType="image/png"/>
  <Override PartName="/ppt/media/image20.png" ContentType="image/png"/>
  <Override PartName="/ppt/media/image9.png" ContentType="image/png"/>
  <Override PartName="/ppt/media/image28.jpeg" ContentType="image/jpeg"/>
  <Override PartName="/ppt/media/image18.png" ContentType="image/png"/>
  <Override PartName="/ppt/media/image4.png" ContentType="image/png"/>
  <Override PartName="/ppt/media/image13.png" ContentType="image/png"/>
  <Override PartName="/ppt/media/image31.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26.jpeg" ContentType="image/jpe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7.jpeg" ContentType="image/jpeg"/>
  <Override PartName="/ppt/media/image25.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Lst>
  <p:notesMasterIdLst>
    <p:notesMasterId r:id="rId22"/>
  </p:notesMasterIdLst>
  <p:sldIdLst>
    <p:sldId id="256" r:id="rId23"/>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notesMaster" Target="notesMasters/notesMaster1.xml"/><Relationship Id="rId23"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 Id="rId62" Type="http://schemas.openxmlformats.org/officeDocument/2006/relationships/slide" Target="slides/slide40.xml"/><Relationship Id="rId63" Type="http://schemas.openxmlformats.org/officeDocument/2006/relationships/slide" Target="slides/slide41.xml"/><Relationship Id="rId6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1.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11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1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14" name="PlaceHolder 4"/>
          <p:cNvSpPr>
            <a:spLocks noGrp="1"/>
          </p:cNvSpPr>
          <p:nvPr>
            <p:ph type="dt" idx="6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5" name="PlaceHolder 5"/>
          <p:cNvSpPr>
            <a:spLocks noGrp="1"/>
          </p:cNvSpPr>
          <p:nvPr>
            <p:ph type="ftr" idx="6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6" name="PlaceHolder 6"/>
          <p:cNvSpPr>
            <a:spLocks noGrp="1"/>
          </p:cNvSpPr>
          <p:nvPr>
            <p:ph type="sldNum" idx="6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F77AFE6-A9D7-4B96-8F46-35335209B95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415800" y="1562040"/>
            <a:ext cx="7500600" cy="4219200"/>
          </a:xfrm>
          <a:prstGeom prst="rect">
            <a:avLst/>
          </a:prstGeom>
          <a:ln w="0">
            <a:noFill/>
          </a:ln>
        </p:spPr>
      </p:sp>
      <p:sp>
        <p:nvSpPr>
          <p:cNvPr id="228"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Before we get start about book of john we re going to see in briefy who wos John   the parent of jhn were both old but bcs de miracle they got chirld</a:t>
            </a:r>
            <a:endParaRPr b="0" lang="en-US" sz="2000" spc="-1" strike="noStrike">
              <a:solidFill>
                <a:srgbClr val="000000"/>
              </a:solidFill>
              <a:latin typeface="Arial"/>
            </a:endParaRPr>
          </a:p>
        </p:txBody>
      </p:sp>
      <p:sp>
        <p:nvSpPr>
          <p:cNvPr id="229" name="PlaceHolder 3"/>
          <p:cNvSpPr>
            <a:spLocks noGrp="1"/>
          </p:cNvSpPr>
          <p:nvPr>
            <p:ph type="sldNum" idx="64"/>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415800" y="1562040"/>
            <a:ext cx="7500600" cy="4219200"/>
          </a:xfrm>
          <a:prstGeom prst="rect">
            <a:avLst/>
          </a:prstGeom>
          <a:ln w="0">
            <a:noFill/>
          </a:ln>
        </p:spPr>
      </p:sp>
      <p:sp>
        <p:nvSpPr>
          <p:cNvPr id="231"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2" name="PlaceHolder 3"/>
          <p:cNvSpPr>
            <a:spLocks noGrp="1"/>
          </p:cNvSpPr>
          <p:nvPr>
            <p:ph type="sldNum" idx="65"/>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415800" y="1562040"/>
            <a:ext cx="7500600" cy="4219200"/>
          </a:xfrm>
          <a:prstGeom prst="rect">
            <a:avLst/>
          </a:prstGeom>
          <a:ln w="0">
            <a:noFill/>
          </a:ln>
        </p:spPr>
      </p:sp>
      <p:sp>
        <p:nvSpPr>
          <p:cNvPr id="234"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5" name="PlaceHolder 3"/>
          <p:cNvSpPr>
            <a:spLocks noGrp="1"/>
          </p:cNvSpPr>
          <p:nvPr>
            <p:ph type="sldNum" idx="66"/>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415800" y="1562040"/>
            <a:ext cx="7500600" cy="4219200"/>
          </a:xfrm>
          <a:prstGeom prst="rect">
            <a:avLst/>
          </a:prstGeom>
          <a:ln w="0">
            <a:noFill/>
          </a:ln>
        </p:spPr>
      </p:sp>
      <p:sp>
        <p:nvSpPr>
          <p:cNvPr id="237"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8" name="PlaceHolder 3"/>
          <p:cNvSpPr>
            <a:spLocks noGrp="1"/>
          </p:cNvSpPr>
          <p:nvPr>
            <p:ph type="sldNum" idx="67"/>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415800" y="1562040"/>
            <a:ext cx="7500600" cy="4219200"/>
          </a:xfrm>
          <a:prstGeom prst="rect">
            <a:avLst/>
          </a:prstGeom>
          <a:ln w="0">
            <a:noFill/>
          </a:ln>
        </p:spPr>
      </p:sp>
      <p:sp>
        <p:nvSpPr>
          <p:cNvPr id="240"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0" defTabSz="1042560">
              <a:lnSpc>
                <a:spcPct val="100000"/>
              </a:lnSpc>
              <a:buNone/>
            </a:pPr>
            <a:r>
              <a:rPr b="1" lang="en-US" sz="1400" spc="-1" strike="noStrike">
                <a:solidFill>
                  <a:srgbClr val="000000"/>
                </a:solidFill>
                <a:latin typeface="Arial"/>
              </a:rPr>
              <a:t>Key Message:</a:t>
            </a:r>
            <a:r>
              <a:rPr b="0" lang="en-US" sz="1400" spc="-1" strike="noStrike">
                <a:solidFill>
                  <a:srgbClr val="000000"/>
                </a:solidFill>
                <a:latin typeface="Arial"/>
              </a:rPr>
              <a:t> Jesus calls His followers to </a:t>
            </a:r>
            <a:r>
              <a:rPr b="1" lang="en-US" sz="1400" spc="-1" strike="noStrike">
                <a:solidFill>
                  <a:srgbClr val="000000"/>
                </a:solidFill>
                <a:latin typeface="Arial"/>
              </a:rPr>
              <a:t>love, serve, and stay connected to Him</a:t>
            </a:r>
            <a:r>
              <a:rPr b="0" lang="en-US" sz="1400" spc="-1" strike="noStrike">
                <a:solidFill>
                  <a:srgbClr val="000000"/>
                </a:solidFill>
                <a:latin typeface="Arial"/>
              </a:rPr>
              <a:t>.</a:t>
            </a:r>
            <a:endParaRPr b="0" lang="en-US" sz="1400" spc="-1" strike="noStrike">
              <a:solidFill>
                <a:srgbClr val="000000"/>
              </a:solidFill>
              <a:latin typeface="Arial"/>
            </a:endParaRPr>
          </a:p>
          <a:p>
            <a:pPr marL="216000" indent="0" defTabSz="1042560">
              <a:lnSpc>
                <a:spcPct val="100000"/>
              </a:lnSpc>
              <a:buNone/>
            </a:pPr>
            <a:endParaRPr b="0" lang="en-US" sz="1400" spc="-1" strike="noStrike">
              <a:solidFill>
                <a:srgbClr val="000000"/>
              </a:solidFill>
              <a:latin typeface="Arial"/>
            </a:endParaRPr>
          </a:p>
        </p:txBody>
      </p:sp>
      <p:sp>
        <p:nvSpPr>
          <p:cNvPr id="241" name="PlaceHolder 3"/>
          <p:cNvSpPr>
            <a:spLocks noGrp="1"/>
          </p:cNvSpPr>
          <p:nvPr>
            <p:ph type="sldNum" idx="68"/>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415800" y="1562040"/>
            <a:ext cx="7500600" cy="4219200"/>
          </a:xfrm>
          <a:prstGeom prst="rect">
            <a:avLst/>
          </a:prstGeom>
          <a:ln w="0">
            <a:noFill/>
          </a:ln>
        </p:spPr>
      </p:sp>
      <p:sp>
        <p:nvSpPr>
          <p:cNvPr id="243"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0" defTabSz="1042560">
              <a:lnSpc>
                <a:spcPct val="100000"/>
              </a:lnSpc>
              <a:buNone/>
            </a:pPr>
            <a:r>
              <a:rPr b="1" lang="en-US" sz="2000" spc="-1" strike="noStrike">
                <a:solidFill>
                  <a:srgbClr val="000000"/>
                </a:solidFill>
                <a:latin typeface="Arial"/>
              </a:rPr>
              <a:t>Key Message:</a:t>
            </a:r>
            <a:r>
              <a:rPr b="0" lang="en-US" sz="2000" spc="-1" strike="noStrike">
                <a:solidFill>
                  <a:srgbClr val="000000"/>
                </a:solidFill>
                <a:latin typeface="Arial"/>
              </a:rPr>
              <a:t> Jesus prepares His disciples for the future, giving them </a:t>
            </a:r>
            <a:r>
              <a:rPr b="1" lang="en-US" sz="2000" spc="-1" strike="noStrike">
                <a:solidFill>
                  <a:srgbClr val="000000"/>
                </a:solidFill>
                <a:latin typeface="Arial"/>
              </a:rPr>
              <a:t>peace and purpose</a:t>
            </a:r>
            <a:r>
              <a:rPr b="0" lang="en-US" sz="2000" spc="-1" strike="noStrike">
                <a:solidFill>
                  <a:srgbClr val="000000"/>
                </a:solidFill>
                <a:latin typeface="Arial"/>
              </a:rPr>
              <a:t>.</a:t>
            </a:r>
            <a:endParaRPr b="0" lang="en-US" sz="2000" spc="-1" strike="noStrike">
              <a:solidFill>
                <a:srgbClr val="000000"/>
              </a:solidFill>
              <a:latin typeface="Arial"/>
            </a:endParaRPr>
          </a:p>
          <a:p>
            <a:pPr marL="216000" indent="0" defTabSz="1042560">
              <a:lnSpc>
                <a:spcPct val="100000"/>
              </a:lnSpc>
              <a:buNone/>
            </a:pPr>
            <a:endParaRPr b="0" lang="en-US" sz="2000" spc="-1" strike="noStrike">
              <a:solidFill>
                <a:srgbClr val="000000"/>
              </a:solidFill>
              <a:latin typeface="Arial"/>
            </a:endParaRPr>
          </a:p>
        </p:txBody>
      </p:sp>
      <p:sp>
        <p:nvSpPr>
          <p:cNvPr id="244" name="PlaceHolder 3"/>
          <p:cNvSpPr>
            <a:spLocks noGrp="1"/>
          </p:cNvSpPr>
          <p:nvPr>
            <p:ph type="sldNum" idx="69"/>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415800" y="1562040"/>
            <a:ext cx="7500600" cy="4219200"/>
          </a:xfrm>
          <a:prstGeom prst="rect">
            <a:avLst/>
          </a:prstGeom>
          <a:ln w="0">
            <a:noFill/>
          </a:ln>
        </p:spPr>
      </p:sp>
      <p:sp>
        <p:nvSpPr>
          <p:cNvPr id="246"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0" defTabSz="1042560">
              <a:lnSpc>
                <a:spcPct val="100000"/>
              </a:lnSpc>
              <a:buNone/>
            </a:pPr>
            <a:r>
              <a:rPr b="1" lang="en-US" sz="1400" spc="-1" strike="noStrike">
                <a:solidFill>
                  <a:srgbClr val="000000"/>
                </a:solidFill>
                <a:latin typeface="Arial"/>
              </a:rPr>
              <a:t>Key Message:</a:t>
            </a:r>
            <a:r>
              <a:rPr b="0" lang="en-US" sz="1400" spc="-1" strike="noStrike">
                <a:solidFill>
                  <a:srgbClr val="000000"/>
                </a:solidFill>
                <a:latin typeface="Arial"/>
              </a:rPr>
              <a:t> Jesus’ </a:t>
            </a:r>
            <a:r>
              <a:rPr b="1" lang="en-US" sz="1400" spc="-1" strike="noStrike">
                <a:solidFill>
                  <a:srgbClr val="000000"/>
                </a:solidFill>
                <a:latin typeface="Arial"/>
              </a:rPr>
              <a:t>death and resurrection</a:t>
            </a:r>
            <a:r>
              <a:rPr b="0" lang="en-US" sz="1400" spc="-1" strike="noStrike">
                <a:solidFill>
                  <a:srgbClr val="000000"/>
                </a:solidFill>
                <a:latin typeface="Arial"/>
              </a:rPr>
              <a:t> bring </a:t>
            </a:r>
            <a:r>
              <a:rPr b="1" lang="en-US" sz="1400" spc="-1" strike="noStrike">
                <a:solidFill>
                  <a:srgbClr val="000000"/>
                </a:solidFill>
                <a:latin typeface="Arial"/>
              </a:rPr>
              <a:t>forgiveness, restoration, and mission</a:t>
            </a:r>
            <a:r>
              <a:rPr b="0" lang="en-US" sz="1400" spc="-1" strike="noStrike">
                <a:solidFill>
                  <a:srgbClr val="000000"/>
                </a:solidFill>
                <a:latin typeface="Arial"/>
              </a:rPr>
              <a:t>.</a:t>
            </a:r>
            <a:endParaRPr b="0" lang="en-US" sz="1400" spc="-1" strike="noStrike">
              <a:solidFill>
                <a:srgbClr val="000000"/>
              </a:solidFill>
              <a:latin typeface="Arial"/>
            </a:endParaRPr>
          </a:p>
          <a:p>
            <a:pPr marL="216000" indent="0" defTabSz="1042560">
              <a:lnSpc>
                <a:spcPct val="100000"/>
              </a:lnSpc>
              <a:buNone/>
            </a:pPr>
            <a:endParaRPr b="0" lang="en-US" sz="1400" spc="-1" strike="noStrike">
              <a:solidFill>
                <a:srgbClr val="000000"/>
              </a:solidFill>
              <a:latin typeface="Arial"/>
            </a:endParaRPr>
          </a:p>
        </p:txBody>
      </p:sp>
      <p:sp>
        <p:nvSpPr>
          <p:cNvPr id="247" name="PlaceHolder 3"/>
          <p:cNvSpPr>
            <a:spLocks noGrp="1"/>
          </p:cNvSpPr>
          <p:nvPr>
            <p:ph type="sldNum" idx="70"/>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415800" y="1562040"/>
            <a:ext cx="7500600" cy="4219200"/>
          </a:xfrm>
          <a:prstGeom prst="rect">
            <a:avLst/>
          </a:prstGeom>
          <a:ln w="0">
            <a:noFill/>
          </a:ln>
        </p:spPr>
      </p:sp>
      <p:sp>
        <p:nvSpPr>
          <p:cNvPr id="249" name="PlaceHolder 2"/>
          <p:cNvSpPr>
            <a:spLocks noGrp="1"/>
          </p:cNvSpPr>
          <p:nvPr>
            <p:ph type="body"/>
          </p:nvPr>
        </p:nvSpPr>
        <p:spPr>
          <a:xfrm>
            <a:off x="833400" y="6015960"/>
            <a:ext cx="6666120" cy="492192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conclution brings us to the end of our presentation</a:t>
            </a:r>
            <a:endParaRPr b="0" lang="en-US" sz="2000" spc="-1" strike="noStrike">
              <a:solidFill>
                <a:srgbClr val="000000"/>
              </a:solidFill>
              <a:latin typeface="Arial"/>
            </a:endParaRPr>
          </a:p>
        </p:txBody>
      </p:sp>
      <p:sp>
        <p:nvSpPr>
          <p:cNvPr id="250" name="PlaceHolder 3"/>
          <p:cNvSpPr>
            <a:spLocks noGrp="1"/>
          </p:cNvSpPr>
          <p:nvPr>
            <p:ph type="sldNum" idx="71"/>
          </p:nvPr>
        </p:nvSpPr>
        <p:spPr>
          <a:xfrm>
            <a:off x="4720320" y="11873520"/>
            <a:ext cx="3610800" cy="626760"/>
          </a:xfrm>
          <a:prstGeom prst="rect">
            <a:avLst/>
          </a:prstGeom>
          <a:noFill/>
          <a:ln w="0">
            <a:noFill/>
          </a:ln>
        </p:spPr>
        <p:txBody>
          <a:bodyPr lIns="91440" rIns="91440" tIns="45720" bIns="45720" anchor="b">
            <a:noAutofit/>
          </a:bodyPr>
          <a:p>
            <a:pPr indent="0">
              <a:buNone/>
            </a:pPr>
            <a:endParaRPr b="0" lang="en-US" sz="1200" spc="-1" strike="noStrike">
              <a:solidFill>
                <a:schemeClr val="dk1"/>
              </a:solidFill>
              <a:latin typeface="+mn-lt"/>
              <a:ea typeface="+mn-ea"/>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096ABD0-C069-4E38-8164-F32575ADC16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78FC22B-00CB-492B-8235-244C65C8A8C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C57C245D-5679-4C62-BF47-446FA9938EB6}"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2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0E93025A-6C01-444A-88C4-41262E912CB9}"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FF57CA9-F50D-4170-91AA-698B70EF36D2}"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DA331977-70A6-4779-8CB9-293FE9D76636}" type="slidenum">
              <a:t>&lt;#&gt;</a:t>
            </a:fld>
          </a:p>
        </p:txBody>
      </p:sp>
      <p:sp>
        <p:nvSpPr>
          <p:cNvPr id="5" name="PlaceHolder 4"/>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5FEF6621-88D5-4B8D-AF96-9CF177D82F44}"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61759ACA-14A1-4808-8C6C-8FC479B357F9}"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B92C991-6C2B-4B8F-8F1D-FDAF1B41E678}"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4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6B2F4FB4-5576-47DE-B185-A9156540D926}" type="slidenum">
              <a:t>&lt;#&gt;</a:t>
            </a:fld>
          </a:p>
        </p:txBody>
      </p:sp>
      <p:sp>
        <p:nvSpPr>
          <p:cNvPr id="6" name="PlaceHolder 5"/>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DDD11EB3-0C9A-4963-B54E-78D9DF0D9807}"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1">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B9EF600B-583E-4345-AB63-69CC6E141F3A}"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64"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38"/>
          </p:nvPr>
        </p:nvSpPr>
        <p:spPr/>
        <p:txBody>
          <a:bodyPr/>
          <a:p>
            <a:r>
              <a:t>Footer</a:t>
            </a:r>
          </a:p>
        </p:txBody>
      </p:sp>
      <p:sp>
        <p:nvSpPr>
          <p:cNvPr id="5" name="PlaceHolder 4"/>
          <p:cNvSpPr>
            <a:spLocks noGrp="1"/>
          </p:cNvSpPr>
          <p:nvPr>
            <p:ph type="sldNum" idx="39"/>
          </p:nvPr>
        </p:nvSpPr>
        <p:spPr/>
        <p:txBody>
          <a:bodyPr/>
          <a:p>
            <a:fld id="{3EA4E00F-814D-4478-823F-4141F7718922}" type="slidenum">
              <a:t>&lt;#&gt;</a:t>
            </a:fld>
          </a:p>
        </p:txBody>
      </p:sp>
      <p:sp>
        <p:nvSpPr>
          <p:cNvPr id="6" name="PlaceHolder 5"/>
          <p:cNvSpPr>
            <a:spLocks noGrp="1"/>
          </p:cNvSpPr>
          <p:nvPr>
            <p:ph type="dt" idx="37"/>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1"/>
          </p:nvPr>
        </p:nvSpPr>
        <p:spPr/>
        <p:txBody>
          <a:bodyPr/>
          <a:p>
            <a:r>
              <a:t>Footer</a:t>
            </a:r>
          </a:p>
        </p:txBody>
      </p:sp>
      <p:sp>
        <p:nvSpPr>
          <p:cNvPr id="3" name="PlaceHolder 2"/>
          <p:cNvSpPr>
            <a:spLocks noGrp="1"/>
          </p:cNvSpPr>
          <p:nvPr>
            <p:ph type="sldNum" idx="42"/>
          </p:nvPr>
        </p:nvSpPr>
        <p:spPr/>
        <p:txBody>
          <a:bodyPr/>
          <a:p>
            <a:fld id="{4D287EE6-F780-4E37-B713-18DF82CD4173}" type="slidenum">
              <a:t>&lt;#&gt;</a:t>
            </a:fld>
          </a:p>
        </p:txBody>
      </p:sp>
      <p:sp>
        <p:nvSpPr>
          <p:cNvPr id="4" name="PlaceHolder 3"/>
          <p:cNvSpPr>
            <a:spLocks noGrp="1"/>
          </p:cNvSpPr>
          <p:nvPr>
            <p:ph type="dt" idx="40"/>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4">
    <p:spTree>
      <p:nvGrpSpPr>
        <p:cNvPr id="1" name=""/>
        <p:cNvGrpSpPr/>
        <p:nvPr/>
      </p:nvGrpSpPr>
      <p:grpSpPr>
        <a:xfrm>
          <a:off x="0" y="0"/>
          <a:ext cx="0" cy="0"/>
          <a:chOff x="0" y="0"/>
          <a:chExt cx="0" cy="0"/>
        </a:xfrm>
      </p:grpSpPr>
      <p:sp>
        <p:nvSpPr>
          <p:cNvPr id="77"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7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7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44"/>
          </p:nvPr>
        </p:nvSpPr>
        <p:spPr/>
        <p:txBody>
          <a:bodyPr/>
          <a:p>
            <a:r>
              <a:t>Footer</a:t>
            </a:r>
          </a:p>
        </p:txBody>
      </p:sp>
      <p:sp>
        <p:nvSpPr>
          <p:cNvPr id="6" name="PlaceHolder 5"/>
          <p:cNvSpPr>
            <a:spLocks noGrp="1"/>
          </p:cNvSpPr>
          <p:nvPr>
            <p:ph type="sldNum" idx="45"/>
          </p:nvPr>
        </p:nvSpPr>
        <p:spPr/>
        <p:txBody>
          <a:bodyPr/>
          <a:p>
            <a:fld id="{B749785D-00C0-4691-8D23-91CC404BD83D}" type="slidenum">
              <a:t>&lt;#&gt;</a:t>
            </a:fld>
          </a:p>
        </p:txBody>
      </p:sp>
      <p:sp>
        <p:nvSpPr>
          <p:cNvPr id="7" name="PlaceHolder 6"/>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spTree>
      <p:nvGrpSpPr>
        <p:cNvPr id="1" name=""/>
        <p:cNvGrpSpPr/>
        <p:nvPr/>
      </p:nvGrpSpPr>
      <p:grpSpPr>
        <a:xfrm>
          <a:off x="0" y="0"/>
          <a:ext cx="0" cy="0"/>
          <a:chOff x="0" y="0"/>
          <a:chExt cx="0" cy="0"/>
        </a:xfrm>
      </p:grpSpPr>
      <p:sp>
        <p:nvSpPr>
          <p:cNvPr id="2" name="PlaceHolder 1"/>
          <p:cNvSpPr>
            <a:spLocks noGrp="1"/>
          </p:cNvSpPr>
          <p:nvPr>
            <p:ph type="ftr" idx="47"/>
          </p:nvPr>
        </p:nvSpPr>
        <p:spPr/>
        <p:txBody>
          <a:bodyPr/>
          <a:p>
            <a:r>
              <a:t>Footer</a:t>
            </a:r>
          </a:p>
        </p:txBody>
      </p:sp>
      <p:sp>
        <p:nvSpPr>
          <p:cNvPr id="3" name="PlaceHolder 2"/>
          <p:cNvSpPr>
            <a:spLocks noGrp="1"/>
          </p:cNvSpPr>
          <p:nvPr>
            <p:ph type="sldNum" idx="48"/>
          </p:nvPr>
        </p:nvSpPr>
        <p:spPr/>
        <p:txBody>
          <a:bodyPr/>
          <a:p>
            <a:fld id="{4C7B1CF2-46BC-4542-A582-F0730E02E444}" type="slidenum">
              <a:t>&lt;#&gt;</a:t>
            </a:fld>
          </a:p>
        </p:txBody>
      </p:sp>
      <p:sp>
        <p:nvSpPr>
          <p:cNvPr id="4" name="PlaceHolder 3"/>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6">
    <p:spTree>
      <p:nvGrpSpPr>
        <p:cNvPr id="1" name=""/>
        <p:cNvGrpSpPr/>
        <p:nvPr/>
      </p:nvGrpSpPr>
      <p:grpSpPr>
        <a:xfrm>
          <a:off x="0" y="0"/>
          <a:ext cx="0" cy="0"/>
          <a:chOff x="0" y="0"/>
          <a:chExt cx="0" cy="0"/>
        </a:xfrm>
      </p:grpSpPr>
      <p:sp>
        <p:nvSpPr>
          <p:cNvPr id="93" name="PlaceHolder 1"/>
          <p:cNvSpPr>
            <a:spLocks noGrp="1"/>
          </p:cNvSpPr>
          <p:nvPr>
            <p:ph type="title"/>
          </p:nvPr>
        </p:nvSpPr>
        <p:spPr>
          <a:xfrm>
            <a:off x="914400" y="2130480"/>
            <a:ext cx="10362960" cy="1469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50"/>
          </p:nvPr>
        </p:nvSpPr>
        <p:spPr/>
        <p:txBody>
          <a:bodyPr/>
          <a:p>
            <a:r>
              <a:t>Footer</a:t>
            </a:r>
          </a:p>
        </p:txBody>
      </p:sp>
      <p:sp>
        <p:nvSpPr>
          <p:cNvPr id="4" name="PlaceHolder 3"/>
          <p:cNvSpPr>
            <a:spLocks noGrp="1"/>
          </p:cNvSpPr>
          <p:nvPr>
            <p:ph type="sldNum" idx="51"/>
          </p:nvPr>
        </p:nvSpPr>
        <p:spPr/>
        <p:txBody>
          <a:bodyPr/>
          <a:p>
            <a:fld id="{54BB42DA-893B-493D-A091-BEFA3DD1451E}" type="slidenum">
              <a:t>&lt;#&gt;</a:t>
            </a:fld>
          </a:p>
        </p:txBody>
      </p:sp>
      <p:sp>
        <p:nvSpPr>
          <p:cNvPr id="5" name="PlaceHolder 4"/>
          <p:cNvSpPr>
            <a:spLocks noGrp="1"/>
          </p:cNvSpPr>
          <p:nvPr>
            <p:ph type="dt" idx="4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spTree>
      <p:nvGrpSpPr>
        <p:cNvPr id="1" name=""/>
        <p:cNvGrpSpPr/>
        <p:nvPr/>
      </p:nvGrpSpPr>
      <p:grpSpPr>
        <a:xfrm>
          <a:off x="0" y="0"/>
          <a:ext cx="0" cy="0"/>
          <a:chOff x="0" y="0"/>
          <a:chExt cx="0" cy="0"/>
        </a:xfrm>
      </p:grpSpPr>
      <p:sp>
        <p:nvSpPr>
          <p:cNvPr id="2" name="PlaceHolder 1"/>
          <p:cNvSpPr>
            <a:spLocks noGrp="1"/>
          </p:cNvSpPr>
          <p:nvPr>
            <p:ph type="ftr" idx="53"/>
          </p:nvPr>
        </p:nvSpPr>
        <p:spPr/>
        <p:txBody>
          <a:bodyPr/>
          <a:p>
            <a:r>
              <a:t>Footer</a:t>
            </a:r>
          </a:p>
        </p:txBody>
      </p:sp>
      <p:sp>
        <p:nvSpPr>
          <p:cNvPr id="3" name="PlaceHolder 2"/>
          <p:cNvSpPr>
            <a:spLocks noGrp="1"/>
          </p:cNvSpPr>
          <p:nvPr>
            <p:ph type="sldNum" idx="54"/>
          </p:nvPr>
        </p:nvSpPr>
        <p:spPr/>
        <p:txBody>
          <a:bodyPr/>
          <a:p>
            <a:fld id="{5EE7D5A1-05E0-44CF-B305-7248E706EC4D}" type="slidenum">
              <a:t>&lt;#&gt;</a:t>
            </a:fld>
          </a:p>
        </p:txBody>
      </p:sp>
      <p:sp>
        <p:nvSpPr>
          <p:cNvPr id="4" name="PlaceHolder 3"/>
          <p:cNvSpPr>
            <a:spLocks noGrp="1"/>
          </p:cNvSpPr>
          <p:nvPr>
            <p:ph type="dt" idx="52"/>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56"/>
          </p:nvPr>
        </p:nvSpPr>
        <p:spPr/>
        <p:txBody>
          <a:bodyPr/>
          <a:p>
            <a:r>
              <a:t>Footer</a:t>
            </a:r>
          </a:p>
        </p:txBody>
      </p:sp>
      <p:sp>
        <p:nvSpPr>
          <p:cNvPr id="3" name="PlaceHolder 2"/>
          <p:cNvSpPr>
            <a:spLocks noGrp="1"/>
          </p:cNvSpPr>
          <p:nvPr>
            <p:ph type="sldNum" idx="57"/>
          </p:nvPr>
        </p:nvSpPr>
        <p:spPr/>
        <p:txBody>
          <a:bodyPr/>
          <a:p>
            <a:fld id="{1BF74E12-582E-4D31-96FC-D8AE359886AC}" type="slidenum">
              <a:t>&lt;#&gt;</a:t>
            </a:fld>
          </a:p>
        </p:txBody>
      </p:sp>
      <p:sp>
        <p:nvSpPr>
          <p:cNvPr id="4" name="PlaceHolder 3"/>
          <p:cNvSpPr>
            <a:spLocks noGrp="1"/>
          </p:cNvSpPr>
          <p:nvPr>
            <p:ph type="dt" idx="55"/>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
        <p:nvSpPr>
          <p:cNvPr id="2" name="PlaceHolder 1"/>
          <p:cNvSpPr>
            <a:spLocks noGrp="1"/>
          </p:cNvSpPr>
          <p:nvPr>
            <p:ph type="ftr" idx="59"/>
          </p:nvPr>
        </p:nvSpPr>
        <p:spPr/>
        <p:txBody>
          <a:bodyPr/>
          <a:p>
            <a:r>
              <a:t>Footer</a:t>
            </a:r>
          </a:p>
        </p:txBody>
      </p:sp>
      <p:sp>
        <p:nvSpPr>
          <p:cNvPr id="3" name="PlaceHolder 2"/>
          <p:cNvSpPr>
            <a:spLocks noGrp="1"/>
          </p:cNvSpPr>
          <p:nvPr>
            <p:ph type="sldNum" idx="60"/>
          </p:nvPr>
        </p:nvSpPr>
        <p:spPr/>
        <p:txBody>
          <a:bodyPr/>
          <a:p>
            <a:fld id="{194E9108-1430-4C65-BAC2-BB4F2A9D34F7}" type="slidenum">
              <a:t>&lt;#&gt;</a:t>
            </a:fld>
          </a:p>
        </p:txBody>
      </p:sp>
      <p:sp>
        <p:nvSpPr>
          <p:cNvPr id="4" name="PlaceHolder 3"/>
          <p:cNvSpPr>
            <a:spLocks noGrp="1"/>
          </p:cNvSpPr>
          <p:nvPr>
            <p:ph type="dt" idx="5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47640" y="258480"/>
            <a:ext cx="10514880" cy="132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 name="PlaceHolder 2"/>
          <p:cNvSpPr>
            <a:spLocks noGrp="1"/>
          </p:cNvSpPr>
          <p:nvPr>
            <p:ph type="body"/>
          </p:nvPr>
        </p:nvSpPr>
        <p:spPr>
          <a:xfrm>
            <a:off x="647640" y="1825560"/>
            <a:ext cx="518076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2" name="PlaceHolder 3"/>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4" name="PlaceHolder 5"/>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647640" y="258480"/>
            <a:ext cx="10514880" cy="132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6" name="PlaceHolder 2"/>
          <p:cNvSpPr>
            <a:spLocks noGrp="1"/>
          </p:cNvSpPr>
          <p:nvPr>
            <p:ph type="body"/>
          </p:nvPr>
        </p:nvSpPr>
        <p:spPr>
          <a:xfrm>
            <a:off x="647640" y="1825560"/>
            <a:ext cx="2527920" cy="4350600"/>
          </a:xfrm>
          <a:prstGeom prst="rect">
            <a:avLst/>
          </a:prstGeom>
          <a:noFill/>
          <a:ln w="0">
            <a:noFill/>
          </a:ln>
        </p:spPr>
        <p:txBody>
          <a:bodyPr lIns="0" rIns="0" tIns="0" bIns="0" anchor="t">
            <a:normAutofit fontScale="37222" lnSpcReduction="20000"/>
          </a:bodyPr>
          <a:p>
            <a:pPr marL="432000" indent="-324000">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7" name="PlaceHolder 3"/>
          <p:cNvSpPr>
            <a:spLocks noGrp="1"/>
          </p:cNvSpPr>
          <p:nvPr>
            <p:ph type="body"/>
          </p:nvPr>
        </p:nvSpPr>
        <p:spPr>
          <a:xfrm>
            <a:off x="3302640" y="1825560"/>
            <a:ext cx="2527920" cy="4350600"/>
          </a:xfrm>
          <a:prstGeom prst="rect">
            <a:avLst/>
          </a:prstGeom>
          <a:noFill/>
          <a:ln w="0">
            <a:noFill/>
          </a:ln>
        </p:spPr>
        <p:txBody>
          <a:bodyPr lIns="0" rIns="0" tIns="0" bIns="0" anchor="t">
            <a:normAutofit fontScale="37222" lnSpcReduction="20000"/>
          </a:bodyPr>
          <a:p>
            <a:pPr marL="432000" indent="-324000">
              <a:spcBef>
                <a:spcPts val="1417"/>
              </a:spcBef>
              <a:buClr>
                <a:srgbClr val="000000"/>
              </a:buClr>
              <a:buSzPct val="45000"/>
              <a:buFont typeface="Wingdings" charset="2"/>
              <a:buChar char=""/>
            </a:pPr>
            <a:r>
              <a:rPr b="0" lang="en-US" sz="1800" spc="-1" strike="noStrike">
                <a:solidFill>
                  <a:schemeClr val="dk1"/>
                </a:solidFill>
                <a:latin typeface="Arial"/>
              </a:rPr>
              <a:t>Click to edit the outline text format</a:t>
            </a:r>
            <a:endParaRPr b="0" lang="en-US" sz="18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Arial"/>
              </a:rPr>
              <a:t>Second Outline Level</a:t>
            </a:r>
            <a:endParaRPr b="0" lang="en-US" sz="18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chemeClr val="dk1"/>
                </a:solidFill>
                <a:latin typeface="Arial"/>
              </a:rPr>
              <a:t>Third Outline Level</a:t>
            </a:r>
            <a:endParaRPr b="0" lang="en-US" sz="18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1800" spc="-1" strike="noStrike">
                <a:solidFill>
                  <a:schemeClr val="dk1"/>
                </a:solidFill>
                <a:latin typeface="Arial"/>
              </a:rPr>
              <a:t>Fourth Outline Level</a:t>
            </a:r>
            <a:endParaRPr b="0" lang="en-US" sz="18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chemeClr val="dk1"/>
                </a:solidFill>
                <a:latin typeface="Arial"/>
              </a:rPr>
              <a:t>Fifth Outline Level</a:t>
            </a:r>
            <a:endParaRPr b="0" lang="en-US" sz="18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chemeClr val="dk1"/>
                </a:solidFill>
                <a:latin typeface="Arial"/>
              </a:rPr>
              <a:t>Sixth Outline Level</a:t>
            </a:r>
            <a:endParaRPr b="0" lang="en-US" sz="18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chemeClr val="dk1"/>
                </a:solidFill>
                <a:latin typeface="Arial"/>
              </a:rPr>
              <a:t>Seventh Outline Level</a:t>
            </a:r>
            <a:endParaRPr b="0" lang="en-US" sz="1800" spc="-1" strike="noStrike">
              <a:solidFill>
                <a:schemeClr val="dk1"/>
              </a:solidFill>
              <a:latin typeface="Arial"/>
            </a:endParaRPr>
          </a:p>
        </p:txBody>
      </p:sp>
      <p:sp>
        <p:nvSpPr>
          <p:cNvPr id="18" name="PlaceHolder 4"/>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5"/>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20" name="PlaceHolder 6"/>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5"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26"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47640" y="258480"/>
            <a:ext cx="10514880" cy="132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28" name="PlaceHolder 2"/>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3"/>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30" name="PlaceHolder 4"/>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cxnSp>
        <p:nvCxnSpPr>
          <p:cNvPr id="35" name="直接连接符 7"/>
          <p:cNvCxnSpPr/>
          <p:nvPr/>
        </p:nvCxnSpPr>
        <p:spPr>
          <a:xfrm>
            <a:off x="742680" y="434160"/>
            <a:ext cx="720" cy="1392120"/>
          </a:xfrm>
          <a:prstGeom prst="straightConnector1">
            <a:avLst/>
          </a:prstGeom>
          <a:ln w="0">
            <a:solidFill>
              <a:srgbClr val="5b9bd5"/>
            </a:solidFill>
          </a:ln>
        </p:spPr>
      </p:cxnSp>
      <p:sp>
        <p:nvSpPr>
          <p:cNvPr id="36" name="PlaceHolder 1"/>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2"/>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38" name="PlaceHolder 3"/>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p>
            <a:pPr indent="0">
              <a:buNone/>
            </a:pPr>
            <a:endParaRPr b="0" lang="en-US" sz="1800" spc="-1" strike="noStrike">
              <a:solidFill>
                <a:srgbClr val="000000"/>
              </a:solidFill>
              <a:latin typeface="Times New Roman"/>
            </a:endParaRPr>
          </a:p>
        </p:txBody>
      </p:sp>
      <p:sp>
        <p:nvSpPr>
          <p:cNvPr id="41"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914400" y="2130480"/>
            <a:ext cx="1036296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3" name="PlaceHolder 2"/>
          <p:cNvSpPr>
            <a:spLocks noGrp="1"/>
          </p:cNvSpPr>
          <p:nvPr>
            <p:ph type="dt" idx="28"/>
          </p:nvPr>
        </p:nvSpPr>
        <p:spPr>
          <a:xfrm>
            <a:off x="609480" y="6356520"/>
            <a:ext cx="2844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4" name="PlaceHolder 3"/>
          <p:cNvSpPr>
            <a:spLocks noGrp="1"/>
          </p:cNvSpPr>
          <p:nvPr>
            <p:ph type="ftr" idx="29"/>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defRPr b="0" lang="en-US" sz="1200" spc="-1" strike="noStrike">
                <a:solidFill>
                  <a:schemeClr val="dk1">
                    <a:tint val="75000"/>
                  </a:schemeClr>
                </a:solidFill>
                <a:latin typeface="Calibri"/>
              </a:defRPr>
            </a:lvl1pPr>
          </a:lstStyle>
          <a:p>
            <a:pPr indent="0" algn="ctr" defTabSz="914400">
              <a:lnSpc>
                <a:spcPct val="100000"/>
              </a:lnSpc>
              <a:buNone/>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45" name="PlaceHolder 4"/>
          <p:cNvSpPr>
            <a:spLocks noGrp="1"/>
          </p:cNvSpPr>
          <p:nvPr>
            <p:ph type="sldNum" idx="30"/>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
        <p:nvSpPr>
          <p:cNvPr id="4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50" name="PlaceHolder 2"/>
          <p:cNvSpPr>
            <a:spLocks noGrp="1"/>
          </p:cNvSpPr>
          <p:nvPr>
            <p:ph type="body"/>
          </p:nvPr>
        </p:nvSpPr>
        <p:spPr>
          <a:xfrm>
            <a:off x="609480" y="1600200"/>
            <a:ext cx="109724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1" name="PlaceHolder 3"/>
          <p:cNvSpPr>
            <a:spLocks noGrp="1"/>
          </p:cNvSpPr>
          <p:nvPr>
            <p:ph type="dt" idx="31"/>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4"/>
          <p:cNvSpPr>
            <a:spLocks noGrp="1"/>
          </p:cNvSpPr>
          <p:nvPr>
            <p:ph type="ftr" idx="32"/>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5"/>
          <p:cNvSpPr>
            <a:spLocks noGrp="1"/>
          </p:cNvSpPr>
          <p:nvPr>
            <p:ph type="sldNum" idx="33"/>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839080" y="274680"/>
            <a:ext cx="27428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55" name="PlaceHolder 2"/>
          <p:cNvSpPr>
            <a:spLocks noGrp="1"/>
          </p:cNvSpPr>
          <p:nvPr>
            <p:ph type="body"/>
          </p:nvPr>
        </p:nvSpPr>
        <p:spPr>
          <a:xfrm>
            <a:off x="609480" y="274680"/>
            <a:ext cx="802620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6" name="PlaceHolder 3"/>
          <p:cNvSpPr>
            <a:spLocks noGrp="1"/>
          </p:cNvSpPr>
          <p:nvPr>
            <p:ph type="dt" idx="34"/>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 name="PlaceHolder 4"/>
          <p:cNvSpPr>
            <a:spLocks noGrp="1"/>
          </p:cNvSpPr>
          <p:nvPr>
            <p:ph type="ftr" idx="35"/>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5"/>
          <p:cNvSpPr>
            <a:spLocks noGrp="1"/>
          </p:cNvSpPr>
          <p:nvPr>
            <p:ph type="sldNum" idx="36"/>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60" name="PlaceHolder 2"/>
          <p:cNvSpPr>
            <a:spLocks noGrp="1"/>
          </p:cNvSpPr>
          <p:nvPr>
            <p:ph type="body"/>
          </p:nvPr>
        </p:nvSpPr>
        <p:spPr>
          <a:xfrm>
            <a:off x="609480" y="1600200"/>
            <a:ext cx="109724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61" name="PlaceHolder 3"/>
          <p:cNvSpPr>
            <a:spLocks noGrp="1"/>
          </p:cNvSpPr>
          <p:nvPr>
            <p:ph type="dt" idx="37"/>
          </p:nvPr>
        </p:nvSpPr>
        <p:spPr>
          <a:xfrm>
            <a:off x="609480" y="6356520"/>
            <a:ext cx="2844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2" name="PlaceHolder 4"/>
          <p:cNvSpPr>
            <a:spLocks noGrp="1"/>
          </p:cNvSpPr>
          <p:nvPr>
            <p:ph type="ftr" idx="38"/>
          </p:nvPr>
        </p:nvSpPr>
        <p:spPr>
          <a:xfrm>
            <a:off x="4165560" y="6356520"/>
            <a:ext cx="38602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3" name="PlaceHolder 5"/>
          <p:cNvSpPr>
            <a:spLocks noGrp="1"/>
          </p:cNvSpPr>
          <p:nvPr>
            <p:ph type="sldNum" idx="39"/>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963000" y="4406760"/>
            <a:ext cx="1036296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67" name="PlaceHolder 2"/>
          <p:cNvSpPr>
            <a:spLocks noGrp="1"/>
          </p:cNvSpPr>
          <p:nvPr>
            <p:ph type="body"/>
          </p:nvPr>
        </p:nvSpPr>
        <p:spPr>
          <a:xfrm>
            <a:off x="963000" y="2906640"/>
            <a:ext cx="1036296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68" name="PlaceHolder 3"/>
          <p:cNvSpPr>
            <a:spLocks noGrp="1"/>
          </p:cNvSpPr>
          <p:nvPr>
            <p:ph type="dt" idx="40"/>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9" name="PlaceHolder 4"/>
          <p:cNvSpPr>
            <a:spLocks noGrp="1"/>
          </p:cNvSpPr>
          <p:nvPr>
            <p:ph type="ftr" idx="41"/>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0" name="PlaceHolder 5"/>
          <p:cNvSpPr>
            <a:spLocks noGrp="1"/>
          </p:cNvSpPr>
          <p:nvPr>
            <p:ph type="sldNum" idx="42"/>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2" name="PlaceHolder 2"/>
          <p:cNvSpPr>
            <a:spLocks noGrp="1"/>
          </p:cNvSpPr>
          <p:nvPr>
            <p:ph type="body"/>
          </p:nvPr>
        </p:nvSpPr>
        <p:spPr>
          <a:xfrm>
            <a:off x="609480" y="1600200"/>
            <a:ext cx="53845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73" name="PlaceHolder 3"/>
          <p:cNvSpPr>
            <a:spLocks noGrp="1"/>
          </p:cNvSpPr>
          <p:nvPr>
            <p:ph type="body"/>
          </p:nvPr>
        </p:nvSpPr>
        <p:spPr>
          <a:xfrm>
            <a:off x="6197760" y="1600200"/>
            <a:ext cx="53845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74" name="PlaceHolder 4"/>
          <p:cNvSpPr>
            <a:spLocks noGrp="1"/>
          </p:cNvSpPr>
          <p:nvPr>
            <p:ph type="dt" idx="43"/>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5" name="PlaceHolder 5"/>
          <p:cNvSpPr>
            <a:spLocks noGrp="1"/>
          </p:cNvSpPr>
          <p:nvPr>
            <p:ph type="ftr" idx="44"/>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6" name="PlaceHolder 6"/>
          <p:cNvSpPr>
            <a:spLocks noGrp="1"/>
          </p:cNvSpPr>
          <p:nvPr>
            <p:ph type="sldNum" idx="45"/>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81" name="PlaceHolder 2"/>
          <p:cNvSpPr>
            <a:spLocks noGrp="1"/>
          </p:cNvSpPr>
          <p:nvPr>
            <p:ph type="body"/>
          </p:nvPr>
        </p:nvSpPr>
        <p:spPr>
          <a:xfrm>
            <a:off x="609480" y="1535040"/>
            <a:ext cx="538668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82" name="PlaceHolder 3"/>
          <p:cNvSpPr>
            <a:spLocks noGrp="1"/>
          </p:cNvSpPr>
          <p:nvPr>
            <p:ph type="body"/>
          </p:nvPr>
        </p:nvSpPr>
        <p:spPr>
          <a:xfrm>
            <a:off x="609480" y="2174760"/>
            <a:ext cx="538668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83" name="PlaceHolder 4"/>
          <p:cNvSpPr>
            <a:spLocks noGrp="1"/>
          </p:cNvSpPr>
          <p:nvPr>
            <p:ph type="body"/>
          </p:nvPr>
        </p:nvSpPr>
        <p:spPr>
          <a:xfrm>
            <a:off x="6193440" y="1535040"/>
            <a:ext cx="538884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84" name="PlaceHolder 5"/>
          <p:cNvSpPr>
            <a:spLocks noGrp="1"/>
          </p:cNvSpPr>
          <p:nvPr>
            <p:ph type="body"/>
          </p:nvPr>
        </p:nvSpPr>
        <p:spPr>
          <a:xfrm>
            <a:off x="6193440" y="2174760"/>
            <a:ext cx="538884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85" name="PlaceHolder 6"/>
          <p:cNvSpPr>
            <a:spLocks noGrp="1"/>
          </p:cNvSpPr>
          <p:nvPr>
            <p:ph type="dt" idx="46"/>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6" name="PlaceHolder 7"/>
          <p:cNvSpPr>
            <a:spLocks noGrp="1"/>
          </p:cNvSpPr>
          <p:nvPr>
            <p:ph type="ftr" idx="47"/>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7" name="PlaceHolder 8"/>
          <p:cNvSpPr>
            <a:spLocks noGrp="1"/>
          </p:cNvSpPr>
          <p:nvPr>
            <p:ph type="sldNum" idx="48"/>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89" name="PlaceHolder 2"/>
          <p:cNvSpPr>
            <a:spLocks noGrp="1"/>
          </p:cNvSpPr>
          <p:nvPr>
            <p:ph type="dt" idx="49"/>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0" name="PlaceHolder 3"/>
          <p:cNvSpPr>
            <a:spLocks noGrp="1"/>
          </p:cNvSpPr>
          <p:nvPr>
            <p:ph type="ftr" idx="50"/>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1" name="PlaceHolder 4"/>
          <p:cNvSpPr>
            <a:spLocks noGrp="1"/>
          </p:cNvSpPr>
          <p:nvPr>
            <p:ph type="sldNum" idx="51"/>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
        <p:nvSpPr>
          <p:cNvPr id="9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PlaceHolder 1"/>
          <p:cNvSpPr>
            <a:spLocks noGrp="1"/>
          </p:cNvSpPr>
          <p:nvPr>
            <p:ph type="dt" idx="52"/>
          </p:nvPr>
        </p:nvSpPr>
        <p:spPr>
          <a:xfrm>
            <a:off x="609480" y="6356520"/>
            <a:ext cx="284436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5" name="PlaceHolder 2"/>
          <p:cNvSpPr>
            <a:spLocks noGrp="1"/>
          </p:cNvSpPr>
          <p:nvPr>
            <p:ph type="ftr" idx="53"/>
          </p:nvPr>
        </p:nvSpPr>
        <p:spPr>
          <a:xfrm>
            <a:off x="4165560" y="6356520"/>
            <a:ext cx="386028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6" name="PlaceHolder 3"/>
          <p:cNvSpPr>
            <a:spLocks noGrp="1"/>
          </p:cNvSpPr>
          <p:nvPr>
            <p:ph type="sldNum" idx="54"/>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
        <p:nvSpPr>
          <p:cNvPr id="9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9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2880"/>
            <a:ext cx="401076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100" name="PlaceHolder 2"/>
          <p:cNvSpPr>
            <a:spLocks noGrp="1"/>
          </p:cNvSpPr>
          <p:nvPr>
            <p:ph type="body"/>
          </p:nvPr>
        </p:nvSpPr>
        <p:spPr>
          <a:xfrm>
            <a:off x="4766760" y="272880"/>
            <a:ext cx="681516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01" name="PlaceHolder 3"/>
          <p:cNvSpPr>
            <a:spLocks noGrp="1"/>
          </p:cNvSpPr>
          <p:nvPr>
            <p:ph type="body"/>
          </p:nvPr>
        </p:nvSpPr>
        <p:spPr>
          <a:xfrm>
            <a:off x="609480" y="1434960"/>
            <a:ext cx="401076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102" name="PlaceHolder 4"/>
          <p:cNvSpPr>
            <a:spLocks noGrp="1"/>
          </p:cNvSpPr>
          <p:nvPr>
            <p:ph type="dt" idx="55"/>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3" name="PlaceHolder 5"/>
          <p:cNvSpPr>
            <a:spLocks noGrp="1"/>
          </p:cNvSpPr>
          <p:nvPr>
            <p:ph type="ftr" idx="56"/>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4" name="PlaceHolder 6"/>
          <p:cNvSpPr>
            <a:spLocks noGrp="1"/>
          </p:cNvSpPr>
          <p:nvPr>
            <p:ph type="sldNum" idx="57"/>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2389680" y="4800600"/>
            <a:ext cx="73148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106" name="PlaceHolder 2"/>
          <p:cNvSpPr>
            <a:spLocks noGrp="1"/>
          </p:cNvSpPr>
          <p:nvPr>
            <p:ph type="body"/>
          </p:nvPr>
        </p:nvSpPr>
        <p:spPr>
          <a:xfrm>
            <a:off x="2389680" y="612720"/>
            <a:ext cx="73148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107" name="PlaceHolder 3"/>
          <p:cNvSpPr>
            <a:spLocks noGrp="1"/>
          </p:cNvSpPr>
          <p:nvPr>
            <p:ph type="body"/>
          </p:nvPr>
        </p:nvSpPr>
        <p:spPr>
          <a:xfrm>
            <a:off x="2389680" y="5367240"/>
            <a:ext cx="73148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108" name="PlaceHolder 4"/>
          <p:cNvSpPr>
            <a:spLocks noGrp="1"/>
          </p:cNvSpPr>
          <p:nvPr>
            <p:ph type="dt" idx="58"/>
          </p:nvPr>
        </p:nvSpPr>
        <p:spPr>
          <a:xfrm>
            <a:off x="609480" y="6356520"/>
            <a:ext cx="2844360" cy="3646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pc="-1" strike="noStrike">
                <a:solidFill>
                  <a:srgbClr val="000000"/>
                </a:solidFill>
                <a:latin typeface="Times New Roman"/>
              </a:defRPr>
            </a:lvl1pPr>
          </a:lstStyle>
          <a:p>
            <a:pPr indent="0" defTabSz="914400">
              <a:lnSpc>
                <a:spcPct val="100000"/>
              </a:lnSpc>
              <a:buNone/>
              <a:tabLst>
                <a:tab algn="l" pos="0"/>
              </a:tabLst>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9" name="PlaceHolder 5"/>
          <p:cNvSpPr>
            <a:spLocks noGrp="1"/>
          </p:cNvSpPr>
          <p:nvPr>
            <p:ph type="ftr" idx="59"/>
          </p:nvPr>
        </p:nvSpPr>
        <p:spPr>
          <a:xfrm>
            <a:off x="4165560" y="6356520"/>
            <a:ext cx="3860280" cy="3646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pc="-1" strike="noStrike">
                <a:solidFill>
                  <a:srgbClr val="000000"/>
                </a:solidFill>
                <a:latin typeface="Times New Roman"/>
              </a:defRPr>
            </a:lvl1pPr>
          </a:lstStyle>
          <a:p>
            <a:pPr indent="0" algn="ctr" defTabSz="914400">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0" name="PlaceHolder 6"/>
          <p:cNvSpPr>
            <a:spLocks noGrp="1"/>
          </p:cNvSpPr>
          <p:nvPr>
            <p:ph type="sldNum" idx="60"/>
          </p:nvPr>
        </p:nvSpPr>
        <p:spPr>
          <a:xfrm>
            <a:off x="8737560" y="6356520"/>
            <a:ext cx="2844360" cy="364680"/>
          </a:xfrm>
          <a:prstGeom prst="rect">
            <a:avLst/>
          </a:prstGeom>
          <a:noFill/>
          <a:ln w="0">
            <a:noFill/>
          </a:ln>
        </p:spPr>
        <p:txBody>
          <a:bodyPr lIns="91440" rIns="91440" tIns="45720" bIns="45720" anchor="ctr">
            <a:noAutofit/>
          </a:bodyPr>
          <a:p>
            <a:pPr indent="0">
              <a:buNone/>
            </a:pPr>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0.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png"/><Relationship Id="rId3" Type="http://schemas.openxmlformats.org/officeDocument/2006/relationships/slideLayout" Target="../slideLayouts/slideLayout10.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png"/><Relationship Id="rId3" Type="http://schemas.openxmlformats.org/officeDocument/2006/relationships/slideLayout" Target="../slideLayouts/slideLayout3.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3.png"/><Relationship Id="rId3"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png"/><Relationship Id="rId3"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9.png"/><Relationship Id="rId3"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2.png"/><Relationship Id="rId3"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0.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3.png"/><Relationship Id="rId3"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4.png"/><Relationship Id="rId3" Type="http://schemas.openxmlformats.org/officeDocument/2006/relationships/slideLayout" Target="../slideLayouts/slideLayout10.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5.png"/><Relationship Id="rId3"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0.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10.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slideLayout" Target="../slideLayouts/slideLayout18.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7.jpeg"/><Relationship Id="rId3" Type="http://schemas.openxmlformats.org/officeDocument/2006/relationships/slideLayout" Target="../slideLayouts/slideLayout18.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8.jpeg"/><Relationship Id="rId3" Type="http://schemas.openxmlformats.org/officeDocument/2006/relationships/slideLayout" Target="../slideLayouts/slideLayout18.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9.jpeg"/><Relationship Id="rId3" Type="http://schemas.openxmlformats.org/officeDocument/2006/relationships/slideLayout" Target="../slideLayouts/slideLayout18.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0.jpeg"/><Relationship Id="rId3" Type="http://schemas.openxmlformats.org/officeDocument/2006/relationships/slideLayout" Target="../slideLayouts/slideLayout18.xml"/><Relationship Id="rId4"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8.xml"/>
</Relationships>
</file>

<file path=ppt/slides/_rels/slide3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8.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8.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7" name="PlaceHolder 1"/>
          <p:cNvSpPr>
            <a:spLocks noGrp="1"/>
          </p:cNvSpPr>
          <p:nvPr>
            <p:ph type="title"/>
          </p:nvPr>
        </p:nvSpPr>
        <p:spPr>
          <a:xfrm>
            <a:off x="649440" y="774000"/>
            <a:ext cx="10514520" cy="1220040"/>
          </a:xfrm>
          <a:prstGeom prst="rect">
            <a:avLst/>
          </a:prstGeom>
          <a:noFill/>
          <a:ln w="0">
            <a:noFill/>
          </a:ln>
        </p:spPr>
        <p:txBody>
          <a:bodyPr lIns="91440" rIns="91440" tIns="45720" bIns="45720" anchor="ctr">
            <a:normAutofit fontScale="41824"/>
          </a:bodyPr>
          <a:p>
            <a:pPr indent="0" algn="ctr" defTabSz="914400">
              <a:lnSpc>
                <a:spcPct val="100000"/>
              </a:lnSpc>
              <a:buNone/>
            </a:pPr>
            <a:r>
              <a:rPr b="1" lang="en-US" sz="8800" spc="-1" strike="noStrike">
                <a:solidFill>
                  <a:schemeClr val="lt1"/>
                </a:solidFill>
                <a:latin typeface="Calibri"/>
              </a:rPr>
              <a:t> </a:t>
            </a:r>
            <a:r>
              <a:rPr b="1" lang="en-US" sz="8800" spc="-1" strike="noStrike">
                <a:solidFill>
                  <a:schemeClr val="lt1"/>
                </a:solidFill>
                <a:latin typeface="Calibri"/>
              </a:rPr>
              <a:t>The Gospels</a:t>
            </a:r>
            <a:br>
              <a:rPr sz="8800"/>
            </a:br>
            <a:endParaRPr b="0" lang="en-US" sz="8800" spc="-1" strike="noStrike">
              <a:solidFill>
                <a:schemeClr val="dk1"/>
              </a:solidFill>
              <a:latin typeface="Calibri"/>
            </a:endParaRPr>
          </a:p>
        </p:txBody>
      </p:sp>
      <p:sp>
        <p:nvSpPr>
          <p:cNvPr id="118" name="PlaceHolder 2"/>
          <p:cNvSpPr>
            <a:spLocks noGrp="1"/>
          </p:cNvSpPr>
          <p:nvPr>
            <p:ph type="subTitle"/>
          </p:nvPr>
        </p:nvSpPr>
        <p:spPr>
          <a:xfrm>
            <a:off x="767160" y="1828800"/>
            <a:ext cx="10279800" cy="4572000"/>
          </a:xfrm>
          <a:prstGeom prst="rect">
            <a:avLst/>
          </a:prstGeom>
          <a:noFill/>
          <a:ln w="0">
            <a:noFill/>
          </a:ln>
        </p:spPr>
        <p:txBody>
          <a:bodyPr lIns="91440" rIns="91440" tIns="45720" bIns="45720" anchor="t">
            <a:normAutofit/>
          </a:bodyPr>
          <a:p>
            <a:pPr indent="0" algn="ctr" defTabSz="914400">
              <a:lnSpc>
                <a:spcPct val="100000"/>
              </a:lnSpc>
              <a:spcBef>
                <a:spcPts val="799"/>
              </a:spcBef>
              <a:buNone/>
              <a:tabLst>
                <a:tab algn="l" pos="0"/>
              </a:tabLst>
            </a:pPr>
            <a:r>
              <a:rPr b="0" lang="en-US" sz="3200" spc="-1" strike="noStrike">
                <a:solidFill>
                  <a:schemeClr val="lt1"/>
                </a:solidFill>
                <a:latin typeface="Calibri"/>
              </a:rPr>
              <a:t> </a:t>
            </a:r>
            <a:r>
              <a:rPr b="1" lang="en-US" sz="4000" spc="-1" strike="noStrike">
                <a:solidFill>
                  <a:schemeClr val="lt1"/>
                </a:solidFill>
                <a:latin typeface="Calibri"/>
              </a:rPr>
              <a:t>An Overview of the Four Gospels in the New  Testament</a:t>
            </a:r>
            <a:br>
              <a:rPr sz="4000"/>
            </a:br>
            <a:br>
              <a:rPr sz="4000"/>
            </a:br>
            <a:r>
              <a:rPr b="1" lang="en-US" sz="2400" spc="-1" strike="noStrike">
                <a:solidFill>
                  <a:schemeClr val="lt1"/>
                </a:solidFill>
                <a:latin typeface="Calibri"/>
              </a:rPr>
              <a:t>   </a:t>
            </a:r>
            <a:endParaRPr b="0" lang="en-US" sz="2400" spc="-1" strike="noStrike">
              <a:solidFill>
                <a:srgbClr val="ffffff"/>
              </a:solidFill>
              <a:latin typeface="Arial"/>
            </a:endParaRPr>
          </a:p>
          <a:p>
            <a:pPr indent="0" algn="ctr" defTabSz="914400">
              <a:lnSpc>
                <a:spcPct val="100000"/>
              </a:lnSpc>
              <a:spcBef>
                <a:spcPts val="479"/>
              </a:spcBef>
              <a:buNone/>
              <a:tabLst>
                <a:tab algn="l" pos="0"/>
              </a:tabLst>
            </a:pPr>
            <a:endParaRPr b="0" lang="en-US" sz="2400" spc="-1" strike="noStrike">
              <a:solidFill>
                <a:srgbClr val="ffffff"/>
              </a:solidFill>
              <a:latin typeface="Arial"/>
            </a:endParaRPr>
          </a:p>
          <a:p>
            <a:pPr indent="0" algn="ctr" defTabSz="914400">
              <a:lnSpc>
                <a:spcPct val="100000"/>
              </a:lnSpc>
              <a:spcBef>
                <a:spcPts val="479"/>
              </a:spcBef>
              <a:buNone/>
              <a:tabLst>
                <a:tab algn="l" pos="0"/>
              </a:tabLst>
            </a:pPr>
            <a:endParaRPr b="0" lang="en-US" sz="2400" spc="-1" strike="noStrike">
              <a:solidFill>
                <a:srgbClr val="ffffff"/>
              </a:solidFill>
              <a:latin typeface="Arial"/>
            </a:endParaRPr>
          </a:p>
          <a:p>
            <a:pPr indent="0" algn="ctr" defTabSz="914400">
              <a:lnSpc>
                <a:spcPct val="100000"/>
              </a:lnSpc>
              <a:spcBef>
                <a:spcPts val="641"/>
              </a:spcBef>
              <a:buNone/>
              <a:tabLst>
                <a:tab algn="l" pos="0"/>
              </a:tabLst>
            </a:pPr>
            <a:r>
              <a:rPr b="1" lang="en-US" sz="2400" spc="-1" strike="noStrike">
                <a:solidFill>
                  <a:schemeClr val="lt1"/>
                </a:solidFill>
                <a:latin typeface="Calibri"/>
              </a:rPr>
              <a:t>Presented By:</a:t>
            </a:r>
            <a:r>
              <a:rPr b="0" lang="en-US" sz="3200" spc="-1" strike="noStrike">
                <a:solidFill>
                  <a:schemeClr val="lt1"/>
                </a:solidFill>
                <a:latin typeface="Calibri"/>
              </a:rPr>
              <a:t> </a:t>
            </a:r>
            <a:endParaRPr b="0" lang="en-US" sz="3200" spc="-1" strike="noStrike">
              <a:solidFill>
                <a:srgbClr val="ffffff"/>
              </a:solidFill>
              <a:latin typeface="Arial"/>
            </a:endParaRPr>
          </a:p>
          <a:p>
            <a:pPr indent="0" algn="ctr" defTabSz="914400">
              <a:lnSpc>
                <a:spcPct val="100000"/>
              </a:lnSpc>
              <a:spcBef>
                <a:spcPts val="641"/>
              </a:spcBef>
              <a:buNone/>
              <a:tabLst>
                <a:tab algn="l" pos="0"/>
              </a:tabLst>
            </a:pPr>
            <a:endParaRPr b="0" lang="en-US" sz="3200" spc="-1" strike="noStrike">
              <a:solidFill>
                <a:srgbClr val="ffffff"/>
              </a:solidFill>
              <a:latin typeface="Arial"/>
            </a:endParaRPr>
          </a:p>
          <a:p>
            <a:pPr indent="0" algn="ctr" defTabSz="914400">
              <a:lnSpc>
                <a:spcPct val="100000"/>
              </a:lnSpc>
              <a:spcBef>
                <a:spcPts val="641"/>
              </a:spcBef>
              <a:buNone/>
              <a:tabLst>
                <a:tab algn="l" pos="0"/>
              </a:tabLst>
            </a:pPr>
            <a:endParaRPr b="0" lang="en-US" sz="3200" spc="-1" strike="noStrike">
              <a:solidFill>
                <a:srgbClr val="ffffff"/>
              </a:solidFill>
              <a:latin typeface="Arial"/>
            </a:endParaRPr>
          </a:p>
        </p:txBody>
      </p:sp>
      <p:sp>
        <p:nvSpPr>
          <p:cNvPr id="119" name="Text Box 4"/>
          <p:cNvSpPr/>
          <p:nvPr/>
        </p:nvSpPr>
        <p:spPr>
          <a:xfrm>
            <a:off x="7607880" y="4796640"/>
            <a:ext cx="3938040" cy="1461240"/>
          </a:xfrm>
          <a:prstGeom prst="rect">
            <a:avLst/>
          </a:prstGeom>
          <a:noFill/>
          <a:ln w="0">
            <a:noFill/>
          </a:ln>
        </p:spPr>
        <p:style>
          <a:lnRef idx="0"/>
          <a:fillRef idx="0"/>
          <a:effectRef idx="0"/>
          <a:fontRef idx="minor"/>
        </p:style>
        <p:txBody>
          <a:bodyPr lIns="90000" rIns="90000" tIns="45000" bIns="45000" anchor="t">
            <a:spAutoFit/>
          </a:bodyPr>
          <a:p>
            <a:pPr marL="343080" indent="-343080" defTabSz="914400">
              <a:lnSpc>
                <a:spcPct val="100000"/>
              </a:lnSpc>
              <a:buClr>
                <a:srgbClr val="ffffff"/>
              </a:buClr>
              <a:buFont typeface="OpenSymbol"/>
              <a:buAutoNum type="arabicPeriod"/>
            </a:pPr>
            <a:r>
              <a:rPr b="0" lang="en-US" sz="1800" spc="-1" strike="noStrike">
                <a:solidFill>
                  <a:schemeClr val="lt1"/>
                </a:solidFill>
                <a:latin typeface="Calibri"/>
              </a:rPr>
              <a:t>INEZA Ange Pamella</a:t>
            </a:r>
            <a:endParaRPr b="0" lang="en-US" sz="1800" spc="-1" strike="noStrike">
              <a:solidFill>
                <a:srgbClr val="ffffff"/>
              </a:solidFill>
              <a:latin typeface="Arial"/>
            </a:endParaRPr>
          </a:p>
          <a:p>
            <a:pPr marL="343080" indent="-343080" defTabSz="914400">
              <a:lnSpc>
                <a:spcPct val="100000"/>
              </a:lnSpc>
              <a:buClr>
                <a:srgbClr val="ffffff"/>
              </a:buClr>
              <a:buFont typeface="OpenSymbol"/>
              <a:buAutoNum type="arabicPeriod"/>
            </a:pPr>
            <a:r>
              <a:rPr b="0" lang="en-US" sz="1800" spc="-1" strike="noStrike">
                <a:solidFill>
                  <a:schemeClr val="lt1"/>
                </a:solidFill>
                <a:latin typeface="Calibri"/>
              </a:rPr>
              <a:t>TUYISENGE Esperance</a:t>
            </a:r>
            <a:endParaRPr b="0" lang="en-US" sz="1800" spc="-1" strike="noStrike">
              <a:solidFill>
                <a:srgbClr val="ffffff"/>
              </a:solidFill>
              <a:latin typeface="Arial"/>
            </a:endParaRPr>
          </a:p>
          <a:p>
            <a:pPr marL="343080" indent="-343080" defTabSz="914400">
              <a:lnSpc>
                <a:spcPct val="100000"/>
              </a:lnSpc>
              <a:buClr>
                <a:srgbClr val="ffffff"/>
              </a:buClr>
              <a:buFont typeface="OpenSymbol"/>
              <a:buAutoNum type="arabicPeriod"/>
            </a:pPr>
            <a:r>
              <a:rPr b="0" lang="en-US" sz="1800" spc="-1" strike="noStrike">
                <a:solidFill>
                  <a:schemeClr val="lt1"/>
                </a:solidFill>
                <a:latin typeface="Calibri"/>
              </a:rPr>
              <a:t>MUTANGANA Joseph</a:t>
            </a:r>
            <a:endParaRPr b="0" lang="en-US" sz="1800" spc="-1" strike="noStrike">
              <a:solidFill>
                <a:srgbClr val="ffffff"/>
              </a:solidFill>
              <a:latin typeface="Arial"/>
            </a:endParaRPr>
          </a:p>
          <a:p>
            <a:pPr marL="343080" indent="-343080" defTabSz="914400">
              <a:lnSpc>
                <a:spcPct val="100000"/>
              </a:lnSpc>
              <a:buClr>
                <a:srgbClr val="ffffff"/>
              </a:buClr>
              <a:buFont typeface="OpenSymbol"/>
              <a:buAutoNum type="arabicPeriod"/>
            </a:pPr>
            <a:r>
              <a:rPr b="0" lang="en-US" sz="1800" spc="-1" strike="noStrike">
                <a:solidFill>
                  <a:schemeClr val="lt1"/>
                </a:solidFill>
                <a:latin typeface="Calibri"/>
              </a:rPr>
              <a:t>NKURANGA Baziga Caleb</a:t>
            </a:r>
            <a:endParaRPr b="0" lang="en-US" sz="1800" spc="-1" strike="noStrike">
              <a:solidFill>
                <a:srgbClr val="ffffff"/>
              </a:solidFill>
              <a:latin typeface="Arial"/>
            </a:endParaRPr>
          </a:p>
          <a:p>
            <a:pPr marL="343080" indent="-343080" defTabSz="914400">
              <a:lnSpc>
                <a:spcPct val="100000"/>
              </a:lnSpc>
              <a:buClr>
                <a:srgbClr val="ffffff"/>
              </a:buClr>
              <a:buFont typeface="OpenSymbol"/>
              <a:buAutoNum type="arabicPeriod"/>
            </a:pPr>
            <a:r>
              <a:rPr b="0" lang="en-US" sz="1800" spc="-1" strike="noStrike">
                <a:solidFill>
                  <a:schemeClr val="lt1"/>
                </a:solidFill>
                <a:latin typeface="Calibri"/>
              </a:rPr>
              <a:t>UWAYEZU Samuel</a:t>
            </a:r>
            <a:endParaRPr b="0" lang="en-US" sz="1800" spc="-1" strike="noStrike">
              <a:solidFill>
                <a:srgbClr val="ffffff"/>
              </a:solidFill>
              <a:latin typeface="Arial"/>
            </a:endParaRPr>
          </a:p>
        </p:txBody>
      </p:sp>
    </p:spTree>
  </p:cSld>
  <mc:AlternateContent>
    <mc:Choice Requires="p14">
      <p:transition spd="med" p14:dur="699">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622800" y="620280"/>
            <a:ext cx="10514520" cy="1377720"/>
          </a:xfrm>
          <a:prstGeom prst="rect">
            <a:avLst/>
          </a:prstGeom>
          <a:noFill/>
          <a:ln w="0">
            <a:noFill/>
          </a:ln>
        </p:spPr>
        <p:txBody>
          <a:bodyPr lIns="91440" rIns="91440" tIns="45720" bIns="45720" anchor="ctr">
            <a:normAutofit fontScale="87285" lnSpcReduction="20000"/>
          </a:bodyPr>
          <a:p>
            <a:pPr indent="0" algn="ctr" defTabSz="914400">
              <a:lnSpc>
                <a:spcPct val="100000"/>
              </a:lnSpc>
              <a:buNone/>
            </a:pPr>
            <a:r>
              <a:rPr b="1" lang="en-US" sz="5400" spc="-1" strike="noStrike">
                <a:solidFill>
                  <a:schemeClr val="lt1"/>
                </a:solidFill>
                <a:latin typeface="Calibri"/>
              </a:rPr>
              <a:t> </a:t>
            </a:r>
            <a:r>
              <a:rPr b="1" lang="en-US" sz="5400" spc="-1" strike="noStrike">
                <a:solidFill>
                  <a:schemeClr val="lt1"/>
                </a:solidFill>
                <a:latin typeface="Calibri"/>
              </a:rPr>
              <a:t>Introduction to the Gospels</a:t>
            </a:r>
            <a:br>
              <a:rPr sz="5400"/>
            </a:br>
            <a:endParaRPr b="0" lang="en-US" sz="5400" spc="-1" strike="noStrike">
              <a:solidFill>
                <a:schemeClr val="dk1"/>
              </a:solidFill>
              <a:latin typeface="Calibri"/>
            </a:endParaRPr>
          </a:p>
        </p:txBody>
      </p:sp>
      <p:sp>
        <p:nvSpPr>
          <p:cNvPr id="121" name="PlaceHolder 2"/>
          <p:cNvSpPr>
            <a:spLocks noGrp="1"/>
          </p:cNvSpPr>
          <p:nvPr>
            <p:ph type="subTitle"/>
          </p:nvPr>
        </p:nvSpPr>
        <p:spPr>
          <a:xfrm>
            <a:off x="3935880" y="2204640"/>
            <a:ext cx="6993000" cy="3746880"/>
          </a:xfrm>
          <a:prstGeom prst="rect">
            <a:avLst/>
          </a:prstGeom>
          <a:noFill/>
          <a:ln w="0">
            <a:noFill/>
          </a:ln>
        </p:spPr>
        <p:txBody>
          <a:bodyPr lIns="91440" rIns="91440" tIns="45720" bIns="45720" anchor="t">
            <a:normAutofit fontScale="56244" lnSpcReduction="10000"/>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What are the Gospels?</a:t>
            </a: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The first four books of the New Testament:   1. Matthew </a:t>
            </a: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                                                                                </a:t>
            </a:r>
            <a:r>
              <a:rPr b="0" lang="en-US" sz="3200" spc="-1" strike="noStrike">
                <a:solidFill>
                  <a:schemeClr val="lt1"/>
                </a:solidFill>
                <a:latin typeface="Calibri"/>
              </a:rPr>
              <a:t>2. Mark </a:t>
            </a: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                                                                                </a:t>
            </a:r>
            <a:r>
              <a:rPr b="0" lang="en-US" sz="3200" spc="-1" strike="noStrike">
                <a:solidFill>
                  <a:schemeClr val="lt1"/>
                </a:solidFill>
                <a:latin typeface="Calibri"/>
              </a:rPr>
              <a:t>3. Luke </a:t>
            </a: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                                                                                </a:t>
            </a:r>
            <a:r>
              <a:rPr b="0" lang="en-US" sz="3200" spc="-1" strike="noStrike">
                <a:solidFill>
                  <a:schemeClr val="lt1"/>
                </a:solidFill>
                <a:latin typeface="Calibri"/>
              </a:rPr>
              <a:t>4. John</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They describe the life, teachings, death, and resurrection of Jesus Christ.</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The Gospels are considered the foundation of Christian belief and practice.</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22" name="Picture 6" descr=""/>
          <p:cNvPicPr/>
          <p:nvPr/>
        </p:nvPicPr>
        <p:blipFill>
          <a:blip r:embed="rId2"/>
          <a:stretch/>
        </p:blipFill>
        <p:spPr>
          <a:xfrm>
            <a:off x="0" y="2420640"/>
            <a:ext cx="3844440" cy="4437720"/>
          </a:xfrm>
          <a:prstGeom prst="rect">
            <a:avLst/>
          </a:prstGeom>
          <a:ln w="0">
            <a:noFill/>
          </a:ln>
        </p:spPr>
      </p:pic>
    </p:spTree>
  </p:cSld>
  <p:transition spd="slow">
    <p:push dir="u"/>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3" name="PlaceHolder 1"/>
          <p:cNvSpPr>
            <a:spLocks noGrp="1"/>
          </p:cNvSpPr>
          <p:nvPr>
            <p:ph type="title"/>
          </p:nvPr>
        </p:nvSpPr>
        <p:spPr>
          <a:xfrm>
            <a:off x="97920" y="477000"/>
            <a:ext cx="11104560" cy="1469520"/>
          </a:xfrm>
          <a:prstGeom prst="rect">
            <a:avLst/>
          </a:prstGeom>
          <a:noFill/>
          <a:ln w="0">
            <a:noFill/>
          </a:ln>
        </p:spPr>
        <p:txBody>
          <a:bodyPr lIns="91440" rIns="91440" tIns="45720" bIns="45720" anchor="ctr">
            <a:normAutofit fontScale="84102"/>
          </a:bodyPr>
          <a:p>
            <a:pPr indent="0" algn="ctr" defTabSz="914400">
              <a:lnSpc>
                <a:spcPct val="100000"/>
              </a:lnSpc>
              <a:buNone/>
            </a:pPr>
            <a:r>
              <a:rPr b="1" lang="en-US" sz="5400" spc="-1" strike="noStrike">
                <a:solidFill>
                  <a:schemeClr val="lt1"/>
                </a:solidFill>
                <a:latin typeface="Calibri"/>
              </a:rPr>
              <a:t>Overview of the Four Gospels</a:t>
            </a:r>
            <a:br>
              <a:rPr sz="5400"/>
            </a:br>
            <a:endParaRPr b="0" lang="en-US" sz="5400" spc="-1" strike="noStrike">
              <a:solidFill>
                <a:schemeClr val="dk1"/>
              </a:solidFill>
              <a:latin typeface="Calibri"/>
            </a:endParaRPr>
          </a:p>
        </p:txBody>
      </p:sp>
      <p:sp>
        <p:nvSpPr>
          <p:cNvPr id="124" name="PlaceHolder 2"/>
          <p:cNvSpPr>
            <a:spLocks noGrp="1"/>
          </p:cNvSpPr>
          <p:nvPr>
            <p:ph type="subTitle"/>
          </p:nvPr>
        </p:nvSpPr>
        <p:spPr>
          <a:xfrm>
            <a:off x="4944240" y="1989360"/>
            <a:ext cx="5974920" cy="4600080"/>
          </a:xfrm>
          <a:prstGeom prst="rect">
            <a:avLst/>
          </a:prstGeom>
          <a:noFill/>
          <a:ln w="0">
            <a:noFill/>
          </a:ln>
        </p:spPr>
        <p:txBody>
          <a:bodyPr lIns="91440" rIns="91440" tIns="45720" bIns="45720" anchor="t">
            <a:normAutofit fontScale="59369" lnSpcReduction="10000"/>
          </a:bodyPr>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Matthew:</a:t>
            </a:r>
            <a:r>
              <a:rPr b="0" lang="en-US" sz="3200" spc="-1" strike="noStrike">
                <a:solidFill>
                  <a:schemeClr val="lt1"/>
                </a:solidFill>
                <a:latin typeface="Calibri"/>
              </a:rPr>
              <a:t> Written for a Jewish audience, highlights Jesus as the fulfillment of Old Testament        prophecies.</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Mark:</a:t>
            </a:r>
            <a:r>
              <a:rPr b="0" lang="en-US" sz="3200" spc="-1" strike="noStrike">
                <a:solidFill>
                  <a:schemeClr val="lt1"/>
                </a:solidFill>
                <a:latin typeface="Calibri"/>
              </a:rPr>
              <a:t> The shortest Gospel, emphasizes the suffering of Jesus and portrays him as the Son of God.</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Luke:</a:t>
            </a:r>
            <a:r>
              <a:rPr b="0" lang="en-US" sz="3200" spc="-1" strike="noStrike">
                <a:solidFill>
                  <a:schemeClr val="lt1"/>
                </a:solidFill>
                <a:latin typeface="Calibri"/>
              </a:rPr>
              <a:t> Focuses on the compassion of Jesus, especially toward marginalized groups like women, the poor, and sinners.</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John:</a:t>
            </a:r>
            <a:r>
              <a:rPr b="0" lang="en-US" sz="3200" spc="-1" strike="noStrike">
                <a:solidFill>
                  <a:schemeClr val="lt1"/>
                </a:solidFill>
                <a:latin typeface="Calibri"/>
              </a:rPr>
              <a:t> Theologically deep, emphasizes the divinity of Jesus, and the idea of Jesus as the Word made flesh.</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p:txBody>
      </p:sp>
      <p:pic>
        <p:nvPicPr>
          <p:cNvPr id="125" name="Picture 5" descr=""/>
          <p:cNvPicPr/>
          <p:nvPr/>
        </p:nvPicPr>
        <p:blipFill>
          <a:blip r:embed="rId2">
            <a:lum contrast="54000"/>
          </a:blip>
          <a:stretch/>
        </p:blipFill>
        <p:spPr>
          <a:xfrm>
            <a:off x="47160" y="2292480"/>
            <a:ext cx="4830120" cy="4536000"/>
          </a:xfrm>
          <a:prstGeom prst="rect">
            <a:avLst/>
          </a:prstGeom>
          <a:ln w="0">
            <a:noFill/>
          </a:ln>
        </p:spPr>
      </p:pic>
    </p:spTree>
  </p:cSld>
  <p:transition spd="slow">
    <p:push dir="u"/>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6" name="PlaceHolder 1"/>
          <p:cNvSpPr>
            <a:spLocks noGrp="1"/>
          </p:cNvSpPr>
          <p:nvPr>
            <p:ph type="title"/>
          </p:nvPr>
        </p:nvSpPr>
        <p:spPr>
          <a:xfrm>
            <a:off x="47520" y="2853000"/>
            <a:ext cx="11111040" cy="1324800"/>
          </a:xfrm>
          <a:prstGeom prst="rect">
            <a:avLst/>
          </a:prstGeom>
          <a:noFill/>
          <a:ln w="0">
            <a:noFill/>
          </a:ln>
        </p:spPr>
        <p:txBody>
          <a:bodyPr lIns="91440" rIns="91440" tIns="45720" bIns="45720" anchor="ctr">
            <a:normAutofit/>
          </a:bodyPr>
          <a:p>
            <a:pPr indent="0" algn="ctr" defTabSz="914400">
              <a:lnSpc>
                <a:spcPct val="100000"/>
              </a:lnSpc>
              <a:buNone/>
            </a:pPr>
            <a:r>
              <a:rPr b="1" lang="en-US" sz="7200" spc="-1" strike="noStrike">
                <a:solidFill>
                  <a:schemeClr val="lt1"/>
                </a:solidFill>
                <a:latin typeface="Calibri"/>
              </a:rPr>
              <a:t>The Gospel of Matthew</a:t>
            </a:r>
            <a:endParaRPr b="0" lang="en-US" sz="7200" spc="-1" strike="noStrike">
              <a:solidFill>
                <a:schemeClr val="dk1"/>
              </a:solidFill>
              <a:latin typeface="Calibri"/>
            </a:endParaRPr>
          </a:p>
        </p:txBody>
      </p:sp>
    </p:spTree>
  </p:cSld>
  <mc:AlternateContent>
    <mc:Choice Requires="p14">
      <p:transition spd="med" p14:dur="699">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262800" y="548640"/>
            <a:ext cx="11239200" cy="1469520"/>
          </a:xfrm>
          <a:prstGeom prst="rect">
            <a:avLst/>
          </a:prstGeom>
          <a:noFill/>
          <a:ln w="0">
            <a:noFill/>
          </a:ln>
        </p:spPr>
        <p:txBody>
          <a:bodyPr lIns="91440" rIns="91440" tIns="45720" bIns="45720" anchor="ctr">
            <a:noAutofit/>
          </a:bodyPr>
          <a:p>
            <a:pPr indent="0" algn="ctr" defTabSz="914400">
              <a:lnSpc>
                <a:spcPct val="100000"/>
              </a:lnSpc>
              <a:buNone/>
            </a:pPr>
            <a:r>
              <a:rPr b="1" lang="en-US" sz="6000" spc="-1" strike="noStrike">
                <a:solidFill>
                  <a:schemeClr val="lt1"/>
                </a:solidFill>
                <a:latin typeface="Calibri"/>
              </a:rPr>
              <a:t>Introduction to Matthew</a:t>
            </a:r>
            <a:endParaRPr b="0" lang="en-US" sz="6000" spc="-1" strike="noStrike">
              <a:solidFill>
                <a:schemeClr val="dk1"/>
              </a:solidFill>
              <a:latin typeface="Calibri"/>
            </a:endParaRPr>
          </a:p>
        </p:txBody>
      </p:sp>
      <p:sp>
        <p:nvSpPr>
          <p:cNvPr id="128" name="PlaceHolder 2"/>
          <p:cNvSpPr>
            <a:spLocks noGrp="1"/>
          </p:cNvSpPr>
          <p:nvPr>
            <p:ph type="subTitle"/>
          </p:nvPr>
        </p:nvSpPr>
        <p:spPr>
          <a:xfrm>
            <a:off x="4584240" y="2709720"/>
            <a:ext cx="6265800" cy="3218400"/>
          </a:xfrm>
          <a:prstGeom prst="rect">
            <a:avLst/>
          </a:prstGeom>
          <a:noFill/>
          <a:ln w="0">
            <a:noFill/>
          </a:ln>
        </p:spPr>
        <p:txBody>
          <a:bodyPr lIns="91440" rIns="91440" tIns="45720" bIns="45720" anchor="t">
            <a:normAutofit fontScale="77804"/>
          </a:bodyPr>
          <a:p>
            <a:pPr indent="0" defTabSz="914400">
              <a:lnSpc>
                <a:spcPct val="100000"/>
              </a:lnSpc>
              <a:spcBef>
                <a:spcPts val="641"/>
              </a:spcBef>
              <a:buNone/>
              <a:tabLst>
                <a:tab algn="l" pos="0"/>
              </a:tabLst>
            </a:pPr>
            <a:r>
              <a:rPr b="1" lang="en-US" sz="3200" spc="-1" strike="noStrike">
                <a:solidFill>
                  <a:schemeClr val="lt1"/>
                </a:solidFill>
                <a:latin typeface="Calibri"/>
              </a:rPr>
              <a:t>   </a:t>
            </a: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Audience:</a:t>
            </a:r>
            <a:r>
              <a:rPr b="0" lang="en-US" sz="3200" spc="-1" strike="noStrike">
                <a:solidFill>
                  <a:schemeClr val="lt1"/>
                </a:solidFill>
                <a:latin typeface="Calibri"/>
              </a:rPr>
              <a:t> Primarily Jewish Christians.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Date</a:t>
            </a:r>
            <a:r>
              <a:rPr b="0" lang="en-US" sz="3200" spc="-1" strike="noStrike">
                <a:solidFill>
                  <a:schemeClr val="lt1"/>
                </a:solidFill>
                <a:latin typeface="Calibri"/>
              </a:rPr>
              <a:t>: Around 80-90 AD.</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Purpose</a:t>
            </a:r>
            <a:r>
              <a:rPr b="0" lang="en-US" sz="3200" spc="-1" strike="noStrike">
                <a:solidFill>
                  <a:schemeClr val="lt1"/>
                </a:solidFill>
                <a:latin typeface="Calibri"/>
              </a:rPr>
              <a:t>: To present Jesus as the fulfillment of Old Testament prophecies and the Messiah.</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29" name="Picture 4" descr=""/>
          <p:cNvPicPr/>
          <p:nvPr/>
        </p:nvPicPr>
        <p:blipFill>
          <a:blip r:embed="rId2"/>
          <a:stretch/>
        </p:blipFill>
        <p:spPr>
          <a:xfrm>
            <a:off x="-24840" y="2493000"/>
            <a:ext cx="4562640" cy="4271760"/>
          </a:xfrm>
          <a:prstGeom prst="rect">
            <a:avLst/>
          </a:prstGeom>
          <a:ln w="0">
            <a:noFill/>
          </a:ln>
        </p:spPr>
      </p:pic>
    </p:spTree>
  </p:cSld>
  <p:transition spd="slow">
    <p:push dir="u"/>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20880" y="258480"/>
            <a:ext cx="11963160" cy="1324800"/>
          </a:xfrm>
          <a:prstGeom prst="rect">
            <a:avLst/>
          </a:prstGeom>
          <a:noFill/>
          <a:ln w="0">
            <a:noFill/>
          </a:ln>
        </p:spPr>
        <p:txBody>
          <a:bodyPr lIns="91440" rIns="91440" tIns="45720" bIns="45720" anchor="ctr">
            <a:normAutofit/>
          </a:bodyPr>
          <a:p>
            <a:pPr indent="0" algn="ctr" defTabSz="914400">
              <a:lnSpc>
                <a:spcPct val="100000"/>
              </a:lnSpc>
              <a:buNone/>
            </a:pPr>
            <a:r>
              <a:rPr b="1" lang="en-US" sz="7200" spc="-1" strike="noStrike">
                <a:solidFill>
                  <a:schemeClr val="lt1"/>
                </a:solidFill>
                <a:latin typeface="Calibri"/>
              </a:rPr>
              <a:t> </a:t>
            </a:r>
            <a:r>
              <a:rPr b="1" lang="en-US" sz="7200" spc="-1" strike="noStrike">
                <a:solidFill>
                  <a:schemeClr val="lt1"/>
                </a:solidFill>
                <a:latin typeface="Calibri"/>
              </a:rPr>
              <a:t>Key Themes in Matthew</a:t>
            </a:r>
            <a:endParaRPr b="0" lang="en-US" sz="7200" spc="-1" strike="noStrike">
              <a:solidFill>
                <a:schemeClr val="dk1"/>
              </a:solidFill>
              <a:latin typeface="Calibri"/>
            </a:endParaRPr>
          </a:p>
        </p:txBody>
      </p:sp>
      <p:sp>
        <p:nvSpPr>
          <p:cNvPr id="131" name="PlaceHolder 2"/>
          <p:cNvSpPr>
            <a:spLocks noGrp="1"/>
          </p:cNvSpPr>
          <p:nvPr>
            <p:ph type="subTitle"/>
          </p:nvPr>
        </p:nvSpPr>
        <p:spPr>
          <a:xfrm>
            <a:off x="4944240" y="2853000"/>
            <a:ext cx="6022440" cy="2761200"/>
          </a:xfrm>
          <a:prstGeom prst="rect">
            <a:avLst/>
          </a:prstGeom>
          <a:noFill/>
          <a:ln w="0">
            <a:noFill/>
          </a:ln>
        </p:spPr>
        <p:txBody>
          <a:bodyPr lIns="91440" rIns="91440" tIns="45720" bIns="45720" anchor="t">
            <a:normAutofit fontScale="46870"/>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1. Jesus as the Messiah:</a:t>
            </a:r>
            <a:r>
              <a:rPr b="0" lang="en-US" sz="3200" spc="-1" strike="noStrike">
                <a:solidFill>
                  <a:schemeClr val="lt1"/>
                </a:solidFill>
                <a:latin typeface="Calibri"/>
              </a:rPr>
              <a:t> Fulfills Jewish prophecies.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2. Kingdom of Heaven:</a:t>
            </a:r>
            <a:r>
              <a:rPr b="0" lang="en-US" sz="3200" spc="-1" strike="noStrike">
                <a:solidFill>
                  <a:schemeClr val="lt1"/>
                </a:solidFill>
                <a:latin typeface="Calibri"/>
              </a:rPr>
              <a:t> Both present and future reality, characterized by righteousness.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3. Jesus as the New Moses:</a:t>
            </a:r>
            <a:r>
              <a:rPr b="0" lang="en-US" sz="3200" spc="-1" strike="noStrike">
                <a:solidFill>
                  <a:schemeClr val="lt1"/>
                </a:solidFill>
                <a:latin typeface="Calibri"/>
              </a:rPr>
              <a:t> New teacher and lawgiver.</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4. Discipleship:</a:t>
            </a:r>
            <a:r>
              <a:rPr b="0" lang="en-US" sz="3200" spc="-1" strike="noStrike">
                <a:solidFill>
                  <a:schemeClr val="lt1"/>
                </a:solidFill>
                <a:latin typeface="Calibri"/>
              </a:rPr>
              <a:t> Emphasis on following Jesus with commitment.</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32" name="Picture 4" descr=""/>
          <p:cNvPicPr/>
          <p:nvPr/>
        </p:nvPicPr>
        <p:blipFill>
          <a:blip r:embed="rId2"/>
          <a:stretch/>
        </p:blipFill>
        <p:spPr>
          <a:xfrm>
            <a:off x="0" y="2576160"/>
            <a:ext cx="4861800" cy="4332960"/>
          </a:xfrm>
          <a:prstGeom prst="rect">
            <a:avLst/>
          </a:prstGeom>
          <a:ln w="0">
            <a:noFill/>
          </a:ln>
        </p:spPr>
      </p:pic>
    </p:spTree>
  </p:cSld>
  <p:transition spd="slow">
    <p:push dir="u"/>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3" name="PlaceHolder 1"/>
          <p:cNvSpPr>
            <a:spLocks noGrp="1"/>
          </p:cNvSpPr>
          <p:nvPr>
            <p:ph type="title"/>
          </p:nvPr>
        </p:nvSpPr>
        <p:spPr>
          <a:xfrm>
            <a:off x="856080" y="477000"/>
            <a:ext cx="10362960" cy="1469520"/>
          </a:xfrm>
          <a:prstGeom prst="rect">
            <a:avLst/>
          </a:prstGeom>
          <a:noFill/>
          <a:ln w="0">
            <a:noFill/>
          </a:ln>
        </p:spPr>
        <p:txBody>
          <a:bodyPr lIns="91440" rIns="91440" tIns="45720" bIns="45720" anchor="ctr">
            <a:noAutofit/>
          </a:bodyPr>
          <a:p>
            <a:pPr indent="0" algn="ctr" defTabSz="914400">
              <a:lnSpc>
                <a:spcPct val="100000"/>
              </a:lnSpc>
              <a:buNone/>
            </a:pPr>
            <a:r>
              <a:rPr b="1" lang="en-US" sz="6600" spc="-1" strike="noStrike">
                <a:solidFill>
                  <a:schemeClr val="lt1"/>
                </a:solidFill>
                <a:latin typeface="Calibri"/>
              </a:rPr>
              <a:t>Structure of Matthew</a:t>
            </a:r>
            <a:endParaRPr b="0" lang="en-US" sz="6600" spc="-1" strike="noStrike">
              <a:solidFill>
                <a:schemeClr val="dk1"/>
              </a:solidFill>
              <a:latin typeface="Calibri"/>
            </a:endParaRPr>
          </a:p>
        </p:txBody>
      </p:sp>
      <p:sp>
        <p:nvSpPr>
          <p:cNvPr id="134" name="PlaceHolder 2"/>
          <p:cNvSpPr>
            <a:spLocks noGrp="1"/>
          </p:cNvSpPr>
          <p:nvPr>
            <p:ph type="subTitle"/>
          </p:nvPr>
        </p:nvSpPr>
        <p:spPr>
          <a:xfrm>
            <a:off x="138600" y="2205360"/>
            <a:ext cx="10664640" cy="4064760"/>
          </a:xfrm>
          <a:prstGeom prst="rect">
            <a:avLst/>
          </a:prstGeom>
          <a:noFill/>
          <a:ln w="0">
            <a:noFill/>
          </a:ln>
        </p:spPr>
        <p:txBody>
          <a:bodyPr lIns="91440" rIns="91440" tIns="45720" bIns="45720" anchor="t">
            <a:normAutofit fontScale="53119"/>
          </a:bodyPr>
          <a:p>
            <a:pPr indent="0" defTabSz="914400">
              <a:lnSpc>
                <a:spcPct val="100000"/>
              </a:lnSpc>
              <a:spcBef>
                <a:spcPts val="641"/>
              </a:spcBef>
              <a:buNone/>
            </a:pPr>
            <a:endParaRPr b="0" lang="en-US" sz="3200" spc="-1" strike="noStrike">
              <a:solidFill>
                <a:srgbClr val="000000"/>
              </a:solidFill>
              <a:latin typeface="Arial"/>
            </a:endParaRPr>
          </a:p>
          <a:p>
            <a:pPr marL="228600" indent="-2286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Genealogy and Birth (Ch. 1-2): </a:t>
            </a:r>
            <a:r>
              <a:rPr b="0" lang="en-US" sz="3200" spc="-1" strike="noStrike">
                <a:solidFill>
                  <a:schemeClr val="lt1"/>
                </a:solidFill>
                <a:latin typeface="Calibri"/>
              </a:rPr>
              <a:t>These chapters (1 and 2) tell the story of Jesus' family background and birth. It shows that Jesus came from a royal line, fulfilling promises made in the Old Testament.</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228600" indent="-2286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Sermon on the Mount (Ch. 5-7):</a:t>
            </a:r>
            <a:r>
              <a:rPr b="0" lang="en-US" sz="3200" spc="-1" strike="noStrike">
                <a:solidFill>
                  <a:schemeClr val="lt1"/>
                </a:solidFill>
                <a:latin typeface="Calibri"/>
              </a:rPr>
              <a:t> In chapters 5 to 7, Jesus gives a famous speech with teachings about how to live a good life. It includes the Beatitudes, which are blessings for people who are humble, kind, and peaceful.</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228600" indent="-2286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Miracles and Parables (Ch. 8-13): </a:t>
            </a:r>
            <a:r>
              <a:rPr b="0" lang="en-US" sz="3200" spc="-1" strike="noStrike">
                <a:solidFill>
                  <a:schemeClr val="lt1"/>
                </a:solidFill>
                <a:latin typeface="Calibri"/>
              </a:rPr>
              <a:t>In chapters 8 to 13, Jesus performs many miracles, like healing the sick, and shares stories (parables) to teach people important lessons about life and faith.</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228600" indent="-228600" defTabSz="914400">
              <a:lnSpc>
                <a:spcPct val="100000"/>
              </a:lnSpc>
              <a:spcBef>
                <a:spcPts val="641"/>
              </a:spcBef>
              <a:buClr>
                <a:srgbClr val="ffffff"/>
              </a:buClr>
              <a:buFont typeface="Arial"/>
              <a:buAutoNum type="arabicPeriod"/>
            </a:pPr>
            <a:r>
              <a:rPr b="1" lang="en-US" sz="3200" spc="-1" strike="noStrike">
                <a:solidFill>
                  <a:schemeClr val="lt1"/>
                </a:solidFill>
                <a:latin typeface="Calibri"/>
              </a:rPr>
              <a:t>Passion and Resurrection (Ch. 26-28):</a:t>
            </a:r>
            <a:r>
              <a:rPr b="0" lang="en-US" sz="3200" spc="-1" strike="noStrike">
                <a:solidFill>
                  <a:schemeClr val="lt1"/>
                </a:solidFill>
                <a:latin typeface="Calibri"/>
              </a:rPr>
              <a:t> Chapters 26 to 28 describe the final events of Jesus' life, including his death on the cross (crucifixion), his rising from the dead (resurrection), and his command to his followers to spread his message (Great Commission).</a:t>
            </a:r>
            <a:endParaRPr b="0" lang="en-US" sz="3200" spc="-1" strike="noStrike">
              <a:solidFill>
                <a:srgbClr val="000000"/>
              </a:solidFill>
              <a:latin typeface="Arial"/>
            </a:endParaRPr>
          </a:p>
        </p:txBody>
      </p:sp>
    </p:spTree>
  </p:cSld>
  <p:transition spd="slow">
    <p:push dir="u"/>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839520" y="405000"/>
            <a:ext cx="10362960" cy="1469520"/>
          </a:xfrm>
          <a:prstGeom prst="rect">
            <a:avLst/>
          </a:prstGeom>
          <a:noFill/>
          <a:ln w="0">
            <a:noFill/>
          </a:ln>
        </p:spPr>
        <p:txBody>
          <a:bodyPr lIns="91440" rIns="91440" tIns="45720" bIns="45720" anchor="ctr">
            <a:noAutofit/>
          </a:bodyPr>
          <a:p>
            <a:pPr indent="0" algn="ctr" defTabSz="914400">
              <a:lnSpc>
                <a:spcPct val="100000"/>
              </a:lnSpc>
              <a:buNone/>
            </a:pPr>
            <a:r>
              <a:rPr b="1" lang="en-US" sz="8800" spc="-1" strike="noStrike">
                <a:solidFill>
                  <a:schemeClr val="lt1"/>
                </a:solidFill>
                <a:latin typeface="Calibri"/>
              </a:rPr>
              <a:t>Key Teachings</a:t>
            </a:r>
            <a:endParaRPr b="0" lang="en-US" sz="8800" spc="-1" strike="noStrike">
              <a:solidFill>
                <a:schemeClr val="dk1"/>
              </a:solidFill>
              <a:latin typeface="Calibri"/>
            </a:endParaRPr>
          </a:p>
        </p:txBody>
      </p:sp>
      <p:sp>
        <p:nvSpPr>
          <p:cNvPr id="136" name="PlaceHolder 2"/>
          <p:cNvSpPr>
            <a:spLocks noGrp="1"/>
          </p:cNvSpPr>
          <p:nvPr>
            <p:ph type="subTitle"/>
          </p:nvPr>
        </p:nvSpPr>
        <p:spPr>
          <a:xfrm>
            <a:off x="4661640" y="2205360"/>
            <a:ext cx="6406200" cy="4335480"/>
          </a:xfrm>
          <a:prstGeom prst="rect">
            <a:avLst/>
          </a:prstGeom>
          <a:noFill/>
          <a:ln w="0">
            <a:noFill/>
          </a:ln>
        </p:spPr>
        <p:txBody>
          <a:bodyPr lIns="91440" rIns="91440" tIns="45720" bIns="45720" anchor="t">
            <a:normAutofit fontScale="65306"/>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1. Jesus as the Messiah:</a:t>
            </a:r>
            <a:r>
              <a:rPr b="0" lang="en-US" sz="3200" spc="-1" strike="noStrike">
                <a:solidFill>
                  <a:schemeClr val="lt1"/>
                </a:solidFill>
                <a:latin typeface="Calibri"/>
              </a:rPr>
              <a:t> Matthew highlights Jesus' fulfillment of prophecy.</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2. Ethical Living:</a:t>
            </a:r>
            <a:r>
              <a:rPr b="0" lang="en-US" sz="3200" spc="-1" strike="noStrike">
                <a:solidFill>
                  <a:schemeClr val="lt1"/>
                </a:solidFill>
                <a:latin typeface="Calibri"/>
              </a:rPr>
              <a:t> The Beatitudes and loving enemies.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3. Judgment and Righteousness:</a:t>
            </a:r>
            <a:r>
              <a:rPr b="0" lang="en-US" sz="3200" spc="-1" strike="noStrike">
                <a:solidFill>
                  <a:schemeClr val="lt1"/>
                </a:solidFill>
                <a:latin typeface="Calibri"/>
              </a:rPr>
              <a:t> The importance of righteous actions (e.g., Parable of the Sheep and Goat</a:t>
            </a:r>
            <a:r>
              <a:rPr b="1" lang="en-US" sz="3200" spc="-1" strike="noStrike">
                <a:solidFill>
                  <a:schemeClr val="lt1"/>
                </a:solidFill>
                <a:latin typeface="Calibri"/>
              </a:rPr>
              <a:t>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4. The Role of the Church: </a:t>
            </a:r>
            <a:r>
              <a:rPr b="0" lang="en-US" sz="3200" spc="-1" strike="noStrike">
                <a:solidFill>
                  <a:schemeClr val="lt1"/>
                </a:solidFill>
                <a:latin typeface="Calibri"/>
              </a:rPr>
              <a:t>Emphasizes the Church’s mission and authority.</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37" name="Picture 5" descr=""/>
          <p:cNvPicPr/>
          <p:nvPr/>
        </p:nvPicPr>
        <p:blipFill>
          <a:blip r:embed="rId2"/>
          <a:stretch/>
        </p:blipFill>
        <p:spPr>
          <a:xfrm>
            <a:off x="47160" y="2169720"/>
            <a:ext cx="4614120" cy="4687920"/>
          </a:xfrm>
          <a:prstGeom prst="rect">
            <a:avLst/>
          </a:prstGeom>
          <a:ln w="0">
            <a:noFill/>
          </a:ln>
        </p:spPr>
      </p:pic>
    </p:spTree>
  </p:cSld>
  <p:transition spd="slow">
    <p:push dir="u"/>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622800" y="692280"/>
            <a:ext cx="10514880" cy="1324800"/>
          </a:xfrm>
          <a:prstGeom prst="rect">
            <a:avLst/>
          </a:prstGeom>
          <a:noFill/>
          <a:ln w="0">
            <a:noFill/>
          </a:ln>
        </p:spPr>
        <p:txBody>
          <a:bodyPr lIns="91440" rIns="91440" tIns="45720" bIns="45720" anchor="ctr">
            <a:noAutofit/>
          </a:bodyPr>
          <a:p>
            <a:pPr indent="0" algn="ctr" defTabSz="914400">
              <a:lnSpc>
                <a:spcPct val="100000"/>
              </a:lnSpc>
              <a:buNone/>
            </a:pPr>
            <a:r>
              <a:rPr b="1" lang="en-US" sz="8000" spc="-1" strike="noStrike">
                <a:solidFill>
                  <a:schemeClr val="lt1"/>
                </a:solidFill>
                <a:latin typeface="Calibri"/>
              </a:rPr>
              <a:t> </a:t>
            </a:r>
            <a:r>
              <a:rPr b="1" lang="en-US" sz="8000" spc="-1" strike="noStrike">
                <a:solidFill>
                  <a:schemeClr val="lt1"/>
                </a:solidFill>
                <a:latin typeface="Calibri"/>
              </a:rPr>
              <a:t>Unique Features</a:t>
            </a:r>
            <a:endParaRPr b="0" lang="en-US" sz="8000" spc="-1" strike="noStrike">
              <a:solidFill>
                <a:schemeClr val="dk1"/>
              </a:solidFill>
              <a:latin typeface="Calibri"/>
            </a:endParaRPr>
          </a:p>
        </p:txBody>
      </p:sp>
      <p:sp>
        <p:nvSpPr>
          <p:cNvPr id="139" name="PlaceHolder 2"/>
          <p:cNvSpPr>
            <a:spLocks noGrp="1"/>
          </p:cNvSpPr>
          <p:nvPr>
            <p:ph type="subTitle"/>
          </p:nvPr>
        </p:nvSpPr>
        <p:spPr>
          <a:xfrm>
            <a:off x="5015880" y="2853000"/>
            <a:ext cx="5816880" cy="3315600"/>
          </a:xfrm>
          <a:prstGeom prst="rect">
            <a:avLst/>
          </a:prstGeom>
          <a:noFill/>
          <a:ln w="0">
            <a:noFill/>
          </a:ln>
        </p:spPr>
        <p:txBody>
          <a:bodyPr lIns="91440" rIns="91440" tIns="45720" bIns="45720" anchor="t">
            <a:normAutofit fontScale="56244"/>
          </a:bodyPr>
          <a:p>
            <a:pPr indent="0" defTabSz="914400">
              <a:lnSpc>
                <a:spcPct val="100000"/>
              </a:lnSpc>
              <a:spcBef>
                <a:spcPts val="641"/>
              </a:spcBef>
              <a:buNone/>
            </a:pP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Calibri"/>
              <a:buAutoNum type="arabicPeriod"/>
            </a:pPr>
            <a:r>
              <a:rPr b="1" lang="en-US" sz="3200" spc="-1" strike="noStrike">
                <a:solidFill>
                  <a:schemeClr val="lt1"/>
                </a:solidFill>
                <a:latin typeface="Calibri"/>
              </a:rPr>
              <a:t>Fulfillment Citations:</a:t>
            </a:r>
            <a:r>
              <a:rPr b="0" lang="en-US" sz="3200" spc="-1" strike="noStrike">
                <a:solidFill>
                  <a:schemeClr val="lt1"/>
                </a:solidFill>
                <a:latin typeface="Calibri"/>
              </a:rPr>
              <a:t> Links Jesus’ life to Old Testament prophecies.</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Calibri"/>
              <a:buAutoNum type="arabicPeriod"/>
            </a:pPr>
            <a:r>
              <a:rPr b="1" lang="en-US" sz="3200" spc="-1" strike="noStrike">
                <a:solidFill>
                  <a:schemeClr val="lt1"/>
                </a:solidFill>
                <a:latin typeface="Calibri"/>
              </a:rPr>
              <a:t>Five Discourses:</a:t>
            </a:r>
            <a:r>
              <a:rPr b="0" lang="en-US" sz="3200" spc="-1" strike="noStrike">
                <a:solidFill>
                  <a:schemeClr val="lt1"/>
                </a:solidFill>
                <a:latin typeface="Calibri"/>
              </a:rPr>
              <a:t> Key speeches outlining teachings of the Kingdom.</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marL="457200" indent="-457200" defTabSz="914400">
              <a:lnSpc>
                <a:spcPct val="100000"/>
              </a:lnSpc>
              <a:spcBef>
                <a:spcPts val="641"/>
              </a:spcBef>
              <a:buClr>
                <a:srgbClr val="ffffff"/>
              </a:buClr>
              <a:buFont typeface="Calibri"/>
              <a:buAutoNum type="arabicPeriod"/>
            </a:pPr>
            <a:r>
              <a:rPr b="1" lang="en-US" sz="3200" spc="-1" strike="noStrike">
                <a:solidFill>
                  <a:schemeClr val="lt1"/>
                </a:solidFill>
                <a:latin typeface="Calibri"/>
              </a:rPr>
              <a:t>Jewish Themes:</a:t>
            </a:r>
            <a:r>
              <a:rPr b="0" lang="en-US" sz="3200" spc="-1" strike="noStrike">
                <a:solidFill>
                  <a:schemeClr val="lt1"/>
                </a:solidFill>
                <a:latin typeface="Calibri"/>
              </a:rPr>
              <a:t> Focus on Jewish customs and Jesus as the fulfillment of Jewish hopes.</a:t>
            </a: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a:p>
            <a:pPr indent="0" defTabSz="914400">
              <a:lnSpc>
                <a:spcPct val="100000"/>
              </a:lnSpc>
              <a:spcBef>
                <a:spcPts val="641"/>
              </a:spcBef>
              <a:buNone/>
            </a:pPr>
            <a:endParaRPr b="0" lang="en-US" sz="3200" spc="-1" strike="noStrike">
              <a:solidFill>
                <a:srgbClr val="000000"/>
              </a:solidFill>
              <a:latin typeface="Arial"/>
            </a:endParaRPr>
          </a:p>
        </p:txBody>
      </p:sp>
      <p:pic>
        <p:nvPicPr>
          <p:cNvPr id="140" name="Picture 4" descr=""/>
          <p:cNvPicPr/>
          <p:nvPr/>
        </p:nvPicPr>
        <p:blipFill>
          <a:blip r:embed="rId2"/>
          <a:stretch/>
        </p:blipFill>
        <p:spPr>
          <a:xfrm>
            <a:off x="-24840" y="2780640"/>
            <a:ext cx="4532760" cy="4077000"/>
          </a:xfrm>
          <a:prstGeom prst="rect">
            <a:avLst/>
          </a:prstGeom>
          <a:ln w="0">
            <a:noFill/>
          </a:ln>
        </p:spPr>
      </p:pic>
    </p:spTree>
  </p:cSld>
  <p:transition spd="slow">
    <p:push dir="u"/>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1" name="PlaceHolder 1"/>
          <p:cNvSpPr>
            <a:spLocks noGrp="1"/>
          </p:cNvSpPr>
          <p:nvPr>
            <p:ph type="title"/>
          </p:nvPr>
        </p:nvSpPr>
        <p:spPr>
          <a:xfrm>
            <a:off x="407160" y="296640"/>
            <a:ext cx="10514520" cy="2449440"/>
          </a:xfrm>
          <a:prstGeom prst="rect">
            <a:avLst/>
          </a:prstGeom>
          <a:noFill/>
          <a:ln w="0">
            <a:noFill/>
          </a:ln>
        </p:spPr>
        <p:txBody>
          <a:bodyPr lIns="91440" rIns="91440" tIns="45720" bIns="45720" anchor="ctr">
            <a:normAutofit fontScale="93422" lnSpcReduction="10000"/>
          </a:bodyPr>
          <a:p>
            <a:pPr indent="0" algn="ctr" defTabSz="914400">
              <a:lnSpc>
                <a:spcPct val="100000"/>
              </a:lnSpc>
              <a:buNone/>
            </a:pPr>
            <a:r>
              <a:rPr b="1" lang="en-US" sz="8800" spc="-1" strike="noStrike">
                <a:solidFill>
                  <a:schemeClr val="lt1"/>
                </a:solidFill>
                <a:latin typeface="Calibri"/>
              </a:rPr>
              <a:t>Conclusion</a:t>
            </a:r>
            <a:br>
              <a:rPr sz="8800"/>
            </a:br>
            <a:endParaRPr b="0" lang="en-US" sz="8800" spc="-1" strike="noStrike">
              <a:solidFill>
                <a:schemeClr val="dk1"/>
              </a:solidFill>
              <a:latin typeface="Calibri"/>
            </a:endParaRPr>
          </a:p>
        </p:txBody>
      </p:sp>
      <p:sp>
        <p:nvSpPr>
          <p:cNvPr id="142" name="PlaceHolder 2"/>
          <p:cNvSpPr>
            <a:spLocks noGrp="1"/>
          </p:cNvSpPr>
          <p:nvPr>
            <p:ph type="subTitle"/>
          </p:nvPr>
        </p:nvSpPr>
        <p:spPr>
          <a:xfrm>
            <a:off x="4944240" y="3069720"/>
            <a:ext cx="6021360" cy="2022840"/>
          </a:xfrm>
          <a:prstGeom prst="rect">
            <a:avLst/>
          </a:prstGeom>
          <a:noFill/>
          <a:ln w="0">
            <a:noFill/>
          </a:ln>
        </p:spPr>
        <p:txBody>
          <a:bodyPr lIns="91440" rIns="91440" tIns="45720" bIns="45720" anchor="t">
            <a:normAutofit fontScale="46870"/>
          </a:bodyPr>
          <a:p>
            <a:pPr indent="0" defTabSz="914400">
              <a:lnSpc>
                <a:spcPct val="100000"/>
              </a:lnSpc>
              <a:spcBef>
                <a:spcPts val="641"/>
              </a:spcBef>
              <a:buNone/>
              <a:tabLst>
                <a:tab algn="l" pos="0"/>
              </a:tabLst>
            </a:pPr>
            <a:r>
              <a:rPr b="1" lang="en-US" sz="3200" spc="-1" strike="noStrike">
                <a:solidFill>
                  <a:schemeClr val="lt1"/>
                </a:solidFill>
                <a:latin typeface="Calibri"/>
              </a:rPr>
              <a:t>Significance:</a:t>
            </a:r>
            <a:r>
              <a:rPr b="0" lang="en-US" sz="3200" spc="-1" strike="noStrike">
                <a:solidFill>
                  <a:schemeClr val="lt1"/>
                </a:solidFill>
                <a:latin typeface="Calibri"/>
              </a:rPr>
              <a:t> Presents Jesus as the Messiah, teaches Kingdom ethics, and emphasizes discipleship and the role of the Church.</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Key Message:</a:t>
            </a:r>
            <a:r>
              <a:rPr b="0" lang="en-US" sz="3200" spc="-1" strike="noStrike">
                <a:solidFill>
                  <a:schemeClr val="lt1"/>
                </a:solidFill>
                <a:latin typeface="Calibri"/>
              </a:rPr>
              <a:t> Jesus came to fulfill God's promises and bring God’s Kingdom on Earth.</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0" lang="en-US" sz="3200" spc="-1" strike="noStrike">
                <a:solidFill>
                  <a:schemeClr val="lt1"/>
                </a:solidFill>
                <a:latin typeface="Calibri"/>
              </a:rPr>
              <a:t>---</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43" name="Picture 5" descr=""/>
          <p:cNvPicPr/>
          <p:nvPr/>
        </p:nvPicPr>
        <p:blipFill>
          <a:blip r:embed="rId2"/>
          <a:stretch/>
        </p:blipFill>
        <p:spPr>
          <a:xfrm>
            <a:off x="0" y="2175480"/>
            <a:ext cx="4865040" cy="4682160"/>
          </a:xfrm>
          <a:prstGeom prst="rect">
            <a:avLst/>
          </a:prstGeom>
          <a:ln w="0">
            <a:noFill/>
          </a:ln>
        </p:spPr>
      </p:pic>
    </p:spTree>
  </p:cSld>
  <p:transition spd="slow">
    <p:cover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94680" y="2207880"/>
            <a:ext cx="11624040" cy="2076840"/>
          </a:xfrm>
          <a:prstGeom prst="rect">
            <a:avLst/>
          </a:prstGeom>
          <a:noFill/>
          <a:ln w="0">
            <a:noFill/>
          </a:ln>
        </p:spPr>
        <p:txBody>
          <a:bodyPr lIns="91440" rIns="91440" tIns="45720" bIns="45720" anchor="b">
            <a:noAutofit/>
          </a:bodyPr>
          <a:p>
            <a:pPr indent="0" algn="ctr" defTabSz="914400">
              <a:lnSpc>
                <a:spcPct val="130000"/>
              </a:lnSpc>
              <a:buNone/>
              <a:tabLst>
                <a:tab algn="l" pos="0"/>
              </a:tabLst>
            </a:pPr>
            <a:r>
              <a:rPr b="1" lang="en-US" sz="7900" spc="-1" strike="noStrike">
                <a:solidFill>
                  <a:schemeClr val="lt1"/>
                </a:solidFill>
                <a:latin typeface="Arial Black"/>
              </a:rPr>
              <a:t>The Gospel of Mark</a:t>
            </a:r>
            <a:endParaRPr b="0" lang="en-US" sz="7900" spc="-1" strike="noStrike">
              <a:solidFill>
                <a:schemeClr val="dk1"/>
              </a:solidFill>
              <a:latin typeface="Calibri"/>
            </a:endParaRPr>
          </a:p>
        </p:txBody>
      </p:sp>
    </p:spTree>
  </p:cSld>
  <mc:AlternateContent>
    <mc:Choice Requires="p14">
      <p:transition spd="med" p14:dur="699">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4000" spc="-1" strike="noStrike">
                <a:solidFill>
                  <a:schemeClr val="lt1"/>
                </a:solidFill>
                <a:latin typeface="Arial Black"/>
              </a:rPr>
              <a:t>Introduction to the Book of Mark</a:t>
            </a:r>
            <a:endParaRPr b="0" lang="en-US" sz="4000" spc="-1" strike="noStrike">
              <a:solidFill>
                <a:schemeClr val="dk1"/>
              </a:solidFill>
              <a:latin typeface="Arial"/>
            </a:endParaRPr>
          </a:p>
        </p:txBody>
      </p:sp>
      <p:sp>
        <p:nvSpPr>
          <p:cNvPr id="146" name="PlaceHolder 2"/>
          <p:cNvSpPr>
            <a:spLocks noGrp="1"/>
          </p:cNvSpPr>
          <p:nvPr>
            <p:ph/>
          </p:nvPr>
        </p:nvSpPr>
        <p:spPr>
          <a:xfrm>
            <a:off x="4511520" y="2781360"/>
            <a:ext cx="6313320" cy="3243960"/>
          </a:xfrm>
          <a:prstGeom prst="rect">
            <a:avLst/>
          </a:prstGeom>
          <a:noFill/>
          <a:ln w="0">
            <a:noFill/>
          </a:ln>
        </p:spPr>
        <p:txBody>
          <a:bodyPr lIns="91440" rIns="91440" tIns="45720" bIns="45720" anchor="t">
            <a:normAutofit/>
          </a:bodyPr>
          <a:p>
            <a:pPr indent="0" defTabSz="914400">
              <a:lnSpc>
                <a:spcPct val="150000"/>
              </a:lnSpc>
              <a:spcBef>
                <a:spcPts val="1001"/>
              </a:spcBef>
              <a:buNone/>
            </a:pP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1" lang="en-US" sz="2000" spc="-1" strike="noStrike">
                <a:solidFill>
                  <a:schemeClr val="lt1"/>
                </a:solidFill>
                <a:latin typeface="Arial"/>
              </a:rPr>
              <a:t>Written by:</a:t>
            </a:r>
            <a:r>
              <a:rPr b="0" lang="en-US" sz="2000" spc="-1" strike="noStrike">
                <a:solidFill>
                  <a:schemeClr val="lt1"/>
                </a:solidFill>
                <a:latin typeface="Arial"/>
              </a:rPr>
              <a:t> Mark (John Mark)</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1" lang="en-US" sz="2000" spc="-1" strike="noStrike">
                <a:solidFill>
                  <a:schemeClr val="lt1"/>
                </a:solidFill>
                <a:latin typeface="Arial"/>
              </a:rPr>
              <a:t>Audience:</a:t>
            </a:r>
            <a:r>
              <a:rPr b="0" lang="en-US" sz="2000" spc="-1" strike="noStrike">
                <a:solidFill>
                  <a:schemeClr val="lt1"/>
                </a:solidFill>
                <a:latin typeface="Arial"/>
              </a:rPr>
              <a:t> Early Christians, especially those in Rome</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1" lang="en-US" sz="2000" spc="-1" strike="noStrike">
                <a:solidFill>
                  <a:schemeClr val="lt1"/>
                </a:solidFill>
                <a:latin typeface="Arial"/>
              </a:rPr>
              <a:t>Key Focus:</a:t>
            </a:r>
            <a:r>
              <a:rPr b="0" lang="en-US" sz="2000" spc="-1" strike="noStrike">
                <a:solidFill>
                  <a:schemeClr val="lt1"/>
                </a:solidFill>
                <a:latin typeface="Arial"/>
              </a:rPr>
              <a:t> Jesus' actions and miracles more than his teachings.</a:t>
            </a:r>
            <a:endParaRPr b="0" lang="en-US" sz="2000" spc="-1" strike="noStrike">
              <a:solidFill>
                <a:schemeClr val="dk1"/>
              </a:solidFill>
              <a:latin typeface="Arial"/>
            </a:endParaRPr>
          </a:p>
        </p:txBody>
      </p:sp>
      <p:pic>
        <p:nvPicPr>
          <p:cNvPr id="147" name="Picture 2" descr=""/>
          <p:cNvPicPr/>
          <p:nvPr/>
        </p:nvPicPr>
        <p:blipFill>
          <a:blip r:embed="rId2"/>
          <a:stretch/>
        </p:blipFill>
        <p:spPr>
          <a:xfrm>
            <a:off x="-24840" y="2492280"/>
            <a:ext cx="4268160" cy="4365360"/>
          </a:xfrm>
          <a:prstGeom prst="rect">
            <a:avLst/>
          </a:prstGeom>
          <a:ln w="0">
            <a:noFill/>
          </a:ln>
        </p:spPr>
      </p:pic>
    </p:spTree>
  </p:cSld>
  <p:transition spd="slow">
    <p:push dir="u"/>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8"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4400" spc="-1" strike="noStrike">
                <a:solidFill>
                  <a:schemeClr val="lt1"/>
                </a:solidFill>
                <a:latin typeface="Arial Black"/>
              </a:rPr>
              <a:t>Key Events in the Book of Mark</a:t>
            </a:r>
            <a:endParaRPr b="0" lang="en-US" sz="4400" spc="-1" strike="noStrike">
              <a:solidFill>
                <a:schemeClr val="dk1"/>
              </a:solidFill>
              <a:latin typeface="Arial"/>
            </a:endParaRPr>
          </a:p>
        </p:txBody>
      </p:sp>
      <p:sp>
        <p:nvSpPr>
          <p:cNvPr id="149" name="PlaceHolder 2"/>
          <p:cNvSpPr>
            <a:spLocks noGrp="1"/>
          </p:cNvSpPr>
          <p:nvPr>
            <p:ph/>
          </p:nvPr>
        </p:nvSpPr>
        <p:spPr>
          <a:xfrm>
            <a:off x="5664240" y="1845360"/>
            <a:ext cx="5180760" cy="449964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John the Baptist prepares the way for Jesus.</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is baptized and tempted.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starts teaching, healing, and performing miracles.</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faces opposition from religious leaders.</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death and resurrection.</a:t>
            </a:r>
            <a:endParaRPr b="0" lang="en-US" sz="2000" spc="-1" strike="noStrike">
              <a:solidFill>
                <a:schemeClr val="dk1"/>
              </a:solidFill>
              <a:latin typeface="Arial"/>
            </a:endParaRPr>
          </a:p>
        </p:txBody>
      </p:sp>
      <p:pic>
        <p:nvPicPr>
          <p:cNvPr id="150" name="Picture 65" descr=""/>
          <p:cNvPicPr/>
          <p:nvPr/>
        </p:nvPicPr>
        <p:blipFill>
          <a:blip r:embed="rId2"/>
          <a:stretch/>
        </p:blipFill>
        <p:spPr>
          <a:xfrm>
            <a:off x="720" y="1600200"/>
            <a:ext cx="5581440" cy="5199120"/>
          </a:xfrm>
          <a:prstGeom prst="rect">
            <a:avLst/>
          </a:prstGeom>
          <a:ln w="0">
            <a:noFill/>
          </a:ln>
        </p:spPr>
      </p:pic>
    </p:spTree>
  </p:cSld>
  <p:transition spd="slow">
    <p:push dir="u"/>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1"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4000" spc="-1" strike="noStrike">
                <a:solidFill>
                  <a:schemeClr val="lt1"/>
                </a:solidFill>
                <a:latin typeface="Arial Black"/>
              </a:rPr>
              <a:t>Themes in the Book of Mark</a:t>
            </a:r>
            <a:endParaRPr b="0" lang="en-US" sz="4000" spc="-1" strike="noStrike">
              <a:solidFill>
                <a:schemeClr val="dk1"/>
              </a:solidFill>
              <a:latin typeface="Arial"/>
            </a:endParaRPr>
          </a:p>
        </p:txBody>
      </p:sp>
      <p:sp>
        <p:nvSpPr>
          <p:cNvPr id="152" name="PlaceHolder 2"/>
          <p:cNvSpPr>
            <a:spLocks noGrp="1"/>
          </p:cNvSpPr>
          <p:nvPr>
            <p:ph/>
          </p:nvPr>
        </p:nvSpPr>
        <p:spPr>
          <a:xfrm>
            <a:off x="5231520" y="2205360"/>
            <a:ext cx="5180760" cy="437184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is the Son of God.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The Kingdom of God.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suffering and sacrifice.</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Discipleship: Following Jesus and His example.</a:t>
            </a:r>
            <a:endParaRPr b="0" lang="en-US" sz="2000" spc="-1" strike="noStrike">
              <a:solidFill>
                <a:schemeClr val="dk1"/>
              </a:solidFill>
              <a:latin typeface="Arial"/>
            </a:endParaRPr>
          </a:p>
        </p:txBody>
      </p:sp>
      <p:pic>
        <p:nvPicPr>
          <p:cNvPr id="153" name="Picture 12" descr=""/>
          <p:cNvPicPr/>
          <p:nvPr/>
        </p:nvPicPr>
        <p:blipFill>
          <a:blip r:embed="rId2"/>
          <a:stretch/>
        </p:blipFill>
        <p:spPr>
          <a:xfrm>
            <a:off x="0" y="2023200"/>
            <a:ext cx="4952520" cy="4833720"/>
          </a:xfrm>
          <a:prstGeom prst="rect">
            <a:avLst/>
          </a:prstGeom>
          <a:ln w="0">
            <a:noFill/>
          </a:ln>
        </p:spPr>
      </p:pic>
    </p:spTree>
  </p:cSld>
  <p:transition spd="slow">
    <p:push dir="u"/>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4000" spc="-1" strike="noStrike">
                <a:solidFill>
                  <a:schemeClr val="lt1"/>
                </a:solidFill>
                <a:latin typeface="Arial Black"/>
              </a:rPr>
              <a:t>Beginning of Jesus' Ministry</a:t>
            </a:r>
            <a:endParaRPr b="0" lang="en-US" sz="4000" spc="-1" strike="noStrike">
              <a:solidFill>
                <a:schemeClr val="dk1"/>
              </a:solidFill>
              <a:latin typeface="Arial"/>
            </a:endParaRPr>
          </a:p>
        </p:txBody>
      </p:sp>
      <p:sp>
        <p:nvSpPr>
          <p:cNvPr id="155" name="PlaceHolder 2"/>
          <p:cNvSpPr>
            <a:spLocks noGrp="1"/>
          </p:cNvSpPr>
          <p:nvPr>
            <p:ph/>
          </p:nvPr>
        </p:nvSpPr>
        <p:spPr>
          <a:xfrm>
            <a:off x="5519880" y="2781360"/>
            <a:ext cx="4820040" cy="3428640"/>
          </a:xfrm>
          <a:prstGeom prst="rect">
            <a:avLst/>
          </a:prstGeom>
          <a:noFill/>
          <a:ln w="0">
            <a:noFill/>
          </a:ln>
        </p:spPr>
        <p:txBody>
          <a:bodyPr lIns="91440" rIns="91440" tIns="45720" bIns="45720" anchor="t">
            <a:norm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John the Baptist prepares people for Jesus.</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is baptized and starts his work.</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 </a:t>
            </a:r>
            <a:r>
              <a:rPr b="0" lang="en-US" sz="2000" spc="-1" strike="noStrike">
                <a:solidFill>
                  <a:schemeClr val="lt1"/>
                </a:solidFill>
                <a:latin typeface="Arial"/>
              </a:rPr>
              <a:t>Jesus begins to heal and teach.</a:t>
            </a:r>
            <a:endParaRPr b="0" lang="en-US" sz="2000" spc="-1" strike="noStrike">
              <a:solidFill>
                <a:schemeClr val="dk1"/>
              </a:solidFill>
              <a:latin typeface="Arial"/>
            </a:endParaRPr>
          </a:p>
        </p:txBody>
      </p:sp>
      <p:pic>
        <p:nvPicPr>
          <p:cNvPr id="156" name="Picture 1" descr=""/>
          <p:cNvPicPr/>
          <p:nvPr/>
        </p:nvPicPr>
        <p:blipFill>
          <a:blip r:embed="rId2"/>
          <a:stretch/>
        </p:blipFill>
        <p:spPr>
          <a:xfrm>
            <a:off x="47160" y="2493000"/>
            <a:ext cx="5042160" cy="4325400"/>
          </a:xfrm>
          <a:prstGeom prst="rect">
            <a:avLst/>
          </a:prstGeom>
          <a:ln w="0">
            <a:noFill/>
          </a:ln>
        </p:spPr>
      </p:pic>
    </p:spTree>
  </p:cSld>
  <p:transition spd="slow">
    <p:push dir="u"/>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57"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5400" spc="-1" strike="noStrike">
                <a:solidFill>
                  <a:schemeClr val="lt1"/>
                </a:solidFill>
                <a:latin typeface="Arial Black"/>
              </a:rPr>
              <a:t>Parables and Teachings</a:t>
            </a:r>
            <a:endParaRPr b="0" lang="en-US" sz="5400" spc="-1" strike="noStrike">
              <a:solidFill>
                <a:schemeClr val="dk1"/>
              </a:solidFill>
              <a:latin typeface="Arial"/>
            </a:endParaRPr>
          </a:p>
        </p:txBody>
      </p:sp>
      <p:sp>
        <p:nvSpPr>
          <p:cNvPr id="158" name="PlaceHolder 2"/>
          <p:cNvSpPr>
            <a:spLocks noGrp="1"/>
          </p:cNvSpPr>
          <p:nvPr>
            <p:ph/>
          </p:nvPr>
        </p:nvSpPr>
        <p:spPr>
          <a:xfrm>
            <a:off x="4223880" y="2709720"/>
            <a:ext cx="6826680" cy="374940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ffffff"/>
              </a:buClr>
              <a:buFont typeface="Arial"/>
              <a:buChar char="•"/>
            </a:pPr>
            <a:r>
              <a:rPr b="0" lang="en-US" sz="1600" spc="-1" strike="noStrike">
                <a:solidFill>
                  <a:schemeClr val="lt1"/>
                </a:solidFill>
                <a:latin typeface="Arial"/>
              </a:rPr>
              <a:t>Jesus teaches in stories called parables. (Parables: Short stories, Jesus used to explain about God’s Kingdom.)</a:t>
            </a:r>
            <a:endParaRPr b="0" lang="en-US" sz="1600" spc="-1" strike="noStrike">
              <a:solidFill>
                <a:schemeClr val="dk1"/>
              </a:solidFill>
              <a:latin typeface="Arial"/>
            </a:endParaRPr>
          </a:p>
          <a:p>
            <a:pPr indent="0" algn="ctr" defTabSz="914400">
              <a:lnSpc>
                <a:spcPct val="150000"/>
              </a:lnSpc>
              <a:spcBef>
                <a:spcPts val="1001"/>
              </a:spcBef>
              <a:buNone/>
              <a:tabLst>
                <a:tab algn="l" pos="0"/>
              </a:tabLst>
            </a:pPr>
            <a:r>
              <a:rPr b="1" lang="en-US" sz="1600" spc="-1" strike="noStrike">
                <a:solidFill>
                  <a:schemeClr val="lt1"/>
                </a:solidFill>
                <a:latin typeface="Arial"/>
              </a:rPr>
              <a:t>Important parables: </a:t>
            </a:r>
            <a:endParaRPr b="0" lang="en-US" sz="1600" spc="-1" strike="noStrike">
              <a:solidFill>
                <a:schemeClr val="dk1"/>
              </a:solidFill>
              <a:latin typeface="Arial"/>
            </a:endParaRPr>
          </a:p>
          <a:p>
            <a:pPr indent="0" algn="just" defTabSz="914400">
              <a:lnSpc>
                <a:spcPct val="150000"/>
              </a:lnSpc>
              <a:spcBef>
                <a:spcPts val="1001"/>
              </a:spcBef>
              <a:buNone/>
              <a:tabLst>
                <a:tab algn="l" pos="0"/>
              </a:tabLst>
            </a:pPr>
            <a:r>
              <a:rPr b="0" lang="en-US" sz="1600" spc="-1" strike="noStrike">
                <a:solidFill>
                  <a:schemeClr val="lt1"/>
                </a:solidFill>
                <a:latin typeface="Arial"/>
              </a:rPr>
              <a:t>  </a:t>
            </a:r>
            <a:r>
              <a:rPr b="0" lang="en-US" sz="1600" spc="-1" strike="noStrike">
                <a:solidFill>
                  <a:schemeClr val="lt1"/>
                </a:solidFill>
                <a:latin typeface="Arial"/>
              </a:rPr>
              <a:t>1. The Sower(Matayo 13:1-23, Marko 4:1-20, and Luka 8:4-15), </a:t>
            </a:r>
            <a:endParaRPr b="0" lang="en-US" sz="1600" spc="-1" strike="noStrike">
              <a:solidFill>
                <a:schemeClr val="dk1"/>
              </a:solidFill>
              <a:latin typeface="Arial"/>
            </a:endParaRPr>
          </a:p>
          <a:p>
            <a:pPr indent="0" algn="just" defTabSz="914400">
              <a:lnSpc>
                <a:spcPct val="150000"/>
              </a:lnSpc>
              <a:spcBef>
                <a:spcPts val="1001"/>
              </a:spcBef>
              <a:buNone/>
              <a:tabLst>
                <a:tab algn="l" pos="0"/>
              </a:tabLst>
            </a:pPr>
            <a:r>
              <a:rPr b="0" lang="en-US" sz="1600" spc="-1" strike="noStrike">
                <a:solidFill>
                  <a:schemeClr val="lt1"/>
                </a:solidFill>
                <a:latin typeface="Arial"/>
              </a:rPr>
              <a:t>  </a:t>
            </a:r>
            <a:r>
              <a:rPr b="0" lang="en-US" sz="1600" spc="-1" strike="noStrike">
                <a:solidFill>
                  <a:schemeClr val="lt1"/>
                </a:solidFill>
                <a:latin typeface="Arial"/>
              </a:rPr>
              <a:t>2. The Mustard Seed (Small seed, but grow into large tree.            Matthew 13:31-32, Mark 4:30-32 and 13:18-19).</a:t>
            </a:r>
            <a:endParaRPr b="0" lang="en-US" sz="16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1600" spc="-1" strike="noStrike">
                <a:solidFill>
                  <a:schemeClr val="lt1"/>
                </a:solidFill>
                <a:latin typeface="Arial"/>
              </a:rPr>
              <a:t>Parables explain deep truths about God’s Kingdom.</a:t>
            </a:r>
            <a:endParaRPr b="0" lang="en-US" sz="1600" spc="-1" strike="noStrike">
              <a:solidFill>
                <a:schemeClr val="dk1"/>
              </a:solidFill>
              <a:latin typeface="Arial"/>
            </a:endParaRPr>
          </a:p>
        </p:txBody>
      </p:sp>
      <p:pic>
        <p:nvPicPr>
          <p:cNvPr id="159" name="Picture 7" descr=""/>
          <p:cNvPicPr/>
          <p:nvPr/>
        </p:nvPicPr>
        <p:blipFill>
          <a:blip r:embed="rId2"/>
          <a:stretch/>
        </p:blipFill>
        <p:spPr>
          <a:xfrm>
            <a:off x="0" y="2574360"/>
            <a:ext cx="4160160" cy="4283280"/>
          </a:xfrm>
          <a:prstGeom prst="rect">
            <a:avLst/>
          </a:prstGeom>
          <a:ln w="0">
            <a:noFill/>
          </a:ln>
        </p:spPr>
      </p:pic>
    </p:spTree>
  </p:cSld>
  <p:transition spd="slow">
    <p:push dir="u"/>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5400" spc="-1" strike="noStrike">
                <a:solidFill>
                  <a:schemeClr val="lt1"/>
                </a:solidFill>
                <a:latin typeface="Arial Black"/>
              </a:rPr>
              <a:t>Jesus’ Miracles and Power</a:t>
            </a:r>
            <a:endParaRPr b="0" lang="en-US" sz="5400" spc="-1" strike="noStrike">
              <a:solidFill>
                <a:schemeClr val="dk1"/>
              </a:solidFill>
              <a:latin typeface="Arial"/>
            </a:endParaRPr>
          </a:p>
        </p:txBody>
      </p:sp>
      <p:sp>
        <p:nvSpPr>
          <p:cNvPr id="161" name="PlaceHolder 2"/>
          <p:cNvSpPr>
            <a:spLocks noGrp="1"/>
          </p:cNvSpPr>
          <p:nvPr>
            <p:ph/>
          </p:nvPr>
        </p:nvSpPr>
        <p:spPr>
          <a:xfrm>
            <a:off x="6384240" y="2349360"/>
            <a:ext cx="5180760" cy="341568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calms a storm.</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Heals the sick.</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Raises the dead.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Shows his power over nature, demons, and death.</a:t>
            </a:r>
            <a:endParaRPr b="0" lang="en-US" sz="2000" spc="-1" strike="noStrike">
              <a:solidFill>
                <a:schemeClr val="dk1"/>
              </a:solidFill>
              <a:latin typeface="Arial"/>
            </a:endParaRPr>
          </a:p>
        </p:txBody>
      </p:sp>
      <p:pic>
        <p:nvPicPr>
          <p:cNvPr id="162" name="Picture 77" descr=""/>
          <p:cNvPicPr/>
          <p:nvPr/>
        </p:nvPicPr>
        <p:blipFill>
          <a:blip r:embed="rId2"/>
          <a:stretch/>
        </p:blipFill>
        <p:spPr>
          <a:xfrm>
            <a:off x="2990520" y="4122720"/>
            <a:ext cx="3181320" cy="2734920"/>
          </a:xfrm>
          <a:prstGeom prst="rect">
            <a:avLst/>
          </a:prstGeom>
          <a:ln w="0">
            <a:noFill/>
          </a:ln>
        </p:spPr>
      </p:pic>
      <p:pic>
        <p:nvPicPr>
          <p:cNvPr id="163" name="Picture 78" descr=""/>
          <p:cNvPicPr/>
          <p:nvPr/>
        </p:nvPicPr>
        <p:blipFill>
          <a:blip r:embed="rId3"/>
          <a:stretch/>
        </p:blipFill>
        <p:spPr>
          <a:xfrm>
            <a:off x="2972160" y="1828800"/>
            <a:ext cx="3199680" cy="2285280"/>
          </a:xfrm>
          <a:prstGeom prst="rect">
            <a:avLst/>
          </a:prstGeom>
          <a:ln w="0">
            <a:noFill/>
          </a:ln>
        </p:spPr>
      </p:pic>
      <p:pic>
        <p:nvPicPr>
          <p:cNvPr id="164" name="Picture 79" descr=""/>
          <p:cNvPicPr/>
          <p:nvPr/>
        </p:nvPicPr>
        <p:blipFill>
          <a:blip r:embed="rId4"/>
          <a:stretch/>
        </p:blipFill>
        <p:spPr>
          <a:xfrm>
            <a:off x="28080" y="1828800"/>
            <a:ext cx="2943360" cy="2174040"/>
          </a:xfrm>
          <a:prstGeom prst="rect">
            <a:avLst/>
          </a:prstGeom>
          <a:ln w="0">
            <a:noFill/>
          </a:ln>
        </p:spPr>
      </p:pic>
      <p:pic>
        <p:nvPicPr>
          <p:cNvPr id="165" name="Picture 80" descr=""/>
          <p:cNvPicPr/>
          <p:nvPr/>
        </p:nvPicPr>
        <p:blipFill>
          <a:blip r:embed="rId5"/>
          <a:stretch/>
        </p:blipFill>
        <p:spPr>
          <a:xfrm>
            <a:off x="0" y="4114800"/>
            <a:ext cx="2971440" cy="2742840"/>
          </a:xfrm>
          <a:prstGeom prst="rect">
            <a:avLst/>
          </a:prstGeom>
          <a:ln w="0">
            <a:noFill/>
          </a:ln>
        </p:spPr>
      </p:pic>
    </p:spTree>
  </p:cSld>
  <p:transition spd="slow">
    <p:push dir="u"/>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6"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5400" spc="-1" strike="noStrike">
                <a:solidFill>
                  <a:schemeClr val="lt1"/>
                </a:solidFill>
                <a:latin typeface="Arial Black"/>
              </a:rPr>
              <a:t>Jesus' Suffering and Death</a:t>
            </a:r>
            <a:endParaRPr b="0" lang="en-US" sz="5400" spc="-1" strike="noStrike">
              <a:solidFill>
                <a:schemeClr val="dk1"/>
              </a:solidFill>
              <a:latin typeface="Arial"/>
            </a:endParaRPr>
          </a:p>
        </p:txBody>
      </p:sp>
      <p:sp>
        <p:nvSpPr>
          <p:cNvPr id="167" name="PlaceHolder 2"/>
          <p:cNvSpPr>
            <a:spLocks noGrp="1"/>
          </p:cNvSpPr>
          <p:nvPr>
            <p:ph/>
          </p:nvPr>
        </p:nvSpPr>
        <p:spPr>
          <a:xfrm>
            <a:off x="5159880" y="2529720"/>
            <a:ext cx="5571000" cy="3941640"/>
          </a:xfrm>
          <a:prstGeom prst="rect">
            <a:avLst/>
          </a:prstGeom>
          <a:noFill/>
          <a:ln w="0">
            <a:noFill/>
          </a:ln>
        </p:spPr>
        <p:txBody>
          <a:bodyPr lIns="91440" rIns="91440" tIns="45720" bIns="45720" anchor="t">
            <a:norm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is rejected by leaders and people.</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He predicts his death.</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2000" spc="-1" strike="noStrike">
                <a:solidFill>
                  <a:schemeClr val="lt1"/>
                </a:solidFill>
                <a:latin typeface="Arial"/>
              </a:rPr>
              <a:t>Jesus is arrested, tried, and crucified.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2000" spc="-1" strike="noStrike">
                <a:solidFill>
                  <a:schemeClr val="lt1"/>
                </a:solidFill>
                <a:latin typeface="Arial"/>
              </a:rPr>
              <a:t>He dies for the sins of the world.</a:t>
            </a:r>
            <a:endParaRPr b="0" lang="en-US" sz="2000" spc="-1" strike="noStrike">
              <a:solidFill>
                <a:schemeClr val="dk1"/>
              </a:solidFill>
              <a:latin typeface="Arial"/>
            </a:endParaRPr>
          </a:p>
        </p:txBody>
      </p:sp>
      <p:pic>
        <p:nvPicPr>
          <p:cNvPr id="168" name="Picture 3" descr=""/>
          <p:cNvPicPr/>
          <p:nvPr/>
        </p:nvPicPr>
        <p:blipFill>
          <a:blip r:embed="rId2"/>
          <a:stretch/>
        </p:blipFill>
        <p:spPr>
          <a:xfrm>
            <a:off x="-3240" y="2276640"/>
            <a:ext cx="5028840" cy="4448520"/>
          </a:xfrm>
          <a:prstGeom prst="rect">
            <a:avLst/>
          </a:prstGeom>
          <a:ln w="0">
            <a:noFill/>
          </a:ln>
        </p:spPr>
      </p:pic>
    </p:spTree>
  </p:cSld>
  <p:transition spd="slow">
    <p:push dir="u"/>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9"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5400" spc="-1" strike="noStrike">
                <a:solidFill>
                  <a:schemeClr val="lt1"/>
                </a:solidFill>
                <a:latin typeface="Arial Black"/>
              </a:rPr>
              <a:t>Jesus' Resurrection</a:t>
            </a:r>
            <a:endParaRPr b="0" lang="en-US" sz="5400" spc="-1" strike="noStrike">
              <a:solidFill>
                <a:schemeClr val="dk1"/>
              </a:solidFill>
              <a:latin typeface="Arial"/>
            </a:endParaRPr>
          </a:p>
        </p:txBody>
      </p:sp>
      <p:sp>
        <p:nvSpPr>
          <p:cNvPr id="170" name="PlaceHolder 2"/>
          <p:cNvSpPr>
            <a:spLocks noGrp="1"/>
          </p:cNvSpPr>
          <p:nvPr>
            <p:ph/>
          </p:nvPr>
        </p:nvSpPr>
        <p:spPr>
          <a:xfrm>
            <a:off x="5981760" y="2878560"/>
            <a:ext cx="5180760" cy="333036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The women find the tomb empty.</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An angel tells them Jesus is alive.</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pPr>
            <a:r>
              <a:rPr b="0" lang="en-US" sz="2000" spc="-1" strike="noStrike">
                <a:solidFill>
                  <a:schemeClr val="lt1"/>
                </a:solidFill>
                <a:latin typeface="Arial"/>
              </a:rPr>
              <a:t>Jesus' resurrection brings hope to all.</a:t>
            </a:r>
            <a:endParaRPr b="0" lang="en-US" sz="2000" spc="-1" strike="noStrike">
              <a:solidFill>
                <a:schemeClr val="dk1"/>
              </a:solidFill>
              <a:latin typeface="Arial"/>
            </a:endParaRPr>
          </a:p>
        </p:txBody>
      </p:sp>
      <p:pic>
        <p:nvPicPr>
          <p:cNvPr id="171" name="Picture 6" descr=""/>
          <p:cNvPicPr/>
          <p:nvPr/>
        </p:nvPicPr>
        <p:blipFill>
          <a:blip r:embed="rId2"/>
          <a:stretch/>
        </p:blipFill>
        <p:spPr>
          <a:xfrm>
            <a:off x="0" y="1340640"/>
            <a:ext cx="5486040" cy="3428640"/>
          </a:xfrm>
          <a:prstGeom prst="rect">
            <a:avLst/>
          </a:prstGeom>
          <a:ln w="0">
            <a:noFill/>
          </a:ln>
        </p:spPr>
      </p:pic>
      <p:pic>
        <p:nvPicPr>
          <p:cNvPr id="172" name="Picture 87" descr=""/>
          <p:cNvPicPr/>
          <p:nvPr/>
        </p:nvPicPr>
        <p:blipFill>
          <a:blip r:embed="rId3"/>
          <a:stretch/>
        </p:blipFill>
        <p:spPr>
          <a:xfrm>
            <a:off x="0" y="4114800"/>
            <a:ext cx="5486040" cy="2693520"/>
          </a:xfrm>
          <a:prstGeom prst="rect">
            <a:avLst/>
          </a:prstGeom>
          <a:ln w="0">
            <a:noFill/>
          </a:ln>
        </p:spPr>
      </p:pic>
    </p:spTree>
  </p:cSld>
  <p:transition spd="slow">
    <p:push dir="u"/>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3"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b="1" lang="en-US" sz="5400" spc="-1" strike="noStrike">
                <a:solidFill>
                  <a:schemeClr val="lt1"/>
                </a:solidFill>
                <a:latin typeface="Arial Black"/>
              </a:rPr>
              <a:t>Main Lessons from Mark</a:t>
            </a:r>
            <a:endParaRPr b="0" lang="en-US" sz="5400" spc="-1" strike="noStrike">
              <a:solidFill>
                <a:schemeClr val="dk1"/>
              </a:solidFill>
              <a:latin typeface="Arial"/>
            </a:endParaRPr>
          </a:p>
        </p:txBody>
      </p:sp>
      <p:sp>
        <p:nvSpPr>
          <p:cNvPr id="174" name="PlaceHolder 2"/>
          <p:cNvSpPr>
            <a:spLocks noGrp="1"/>
          </p:cNvSpPr>
          <p:nvPr>
            <p:ph/>
          </p:nvPr>
        </p:nvSpPr>
        <p:spPr>
          <a:xfrm>
            <a:off x="5231880" y="1989360"/>
            <a:ext cx="6119280" cy="471060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2000" spc="-1" strike="noStrike">
                <a:solidFill>
                  <a:schemeClr val="lt1"/>
                </a:solidFill>
                <a:latin typeface="Arial"/>
              </a:rPr>
              <a:t>Jesus is the Savior and Son of God.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2000" spc="-1" strike="noStrike">
                <a:solidFill>
                  <a:schemeClr val="lt1"/>
                </a:solidFill>
                <a:latin typeface="Arial"/>
              </a:rPr>
              <a:t>True discipleship, means following Jesus, even when it's hard.</a:t>
            </a:r>
            <a:endParaRPr b="0" lang="en-US" sz="2000" spc="-1" strike="noStrike">
              <a:solidFill>
                <a:schemeClr val="dk1"/>
              </a:solidFill>
              <a:latin typeface="Arial"/>
            </a:endParaRPr>
          </a:p>
          <a:p>
            <a:pPr marL="228600" indent="-228600" defTabSz="914400">
              <a:lnSpc>
                <a:spcPct val="150000"/>
              </a:lnSpc>
              <a:spcBef>
                <a:spcPts val="1001"/>
              </a:spcBef>
              <a:buClr>
                <a:srgbClr val="ffffff"/>
              </a:buClr>
              <a:buFont typeface="Arial"/>
              <a:buChar char="•"/>
              <a:tabLst>
                <a:tab algn="l" pos="0"/>
              </a:tabLst>
            </a:pPr>
            <a:r>
              <a:rPr b="0" lang="en-US" sz="2000" spc="-1" strike="noStrike">
                <a:solidFill>
                  <a:schemeClr val="lt1"/>
                </a:solidFill>
                <a:latin typeface="Arial"/>
              </a:rPr>
              <a:t>Jesus' power shows that God's Kingdom is real.</a:t>
            </a:r>
            <a:endParaRPr b="0" lang="en-US" sz="2000" spc="-1" strike="noStrike">
              <a:solidFill>
                <a:schemeClr val="dk1"/>
              </a:solidFill>
              <a:latin typeface="Arial"/>
            </a:endParaRPr>
          </a:p>
        </p:txBody>
      </p:sp>
      <p:pic>
        <p:nvPicPr>
          <p:cNvPr id="175" name="Picture 2" descr=""/>
          <p:cNvPicPr/>
          <p:nvPr/>
        </p:nvPicPr>
        <p:blipFill>
          <a:blip r:embed="rId2"/>
          <a:stretch/>
        </p:blipFill>
        <p:spPr>
          <a:xfrm>
            <a:off x="47160" y="2300760"/>
            <a:ext cx="5126760" cy="4530240"/>
          </a:xfrm>
          <a:prstGeom prst="rect">
            <a:avLst/>
          </a:prstGeom>
          <a:ln w="0">
            <a:noFill/>
          </a:ln>
        </p:spPr>
      </p:pic>
    </p:spTree>
  </p:cSld>
  <p:transition spd="slow">
    <p:push dir="u"/>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647640" y="258480"/>
            <a:ext cx="10514880" cy="1324800"/>
          </a:xfrm>
          <a:prstGeom prst="rect">
            <a:avLst/>
          </a:prstGeom>
          <a:noFill/>
          <a:ln w="0">
            <a:noFill/>
          </a:ln>
        </p:spPr>
        <p:txBody>
          <a:bodyPr lIns="91440" rIns="91440" tIns="45720" bIns="45720" anchor="ctr">
            <a:noAutofit/>
          </a:bodyPr>
          <a:p>
            <a:pPr indent="0" algn="ctr" defTabSz="914400">
              <a:lnSpc>
                <a:spcPct val="90000"/>
              </a:lnSpc>
              <a:buNone/>
              <a:tabLst>
                <a:tab algn="l" pos="0"/>
              </a:tabLst>
            </a:pPr>
            <a:r>
              <a:rPr b="1" lang="en-US" sz="8800" spc="-1" strike="noStrike">
                <a:solidFill>
                  <a:schemeClr val="lt1"/>
                </a:solidFill>
                <a:latin typeface="Arial Black"/>
              </a:rPr>
              <a:t>Conclusion </a:t>
            </a:r>
            <a:endParaRPr b="0" lang="en-US" sz="8800" spc="-1" strike="noStrike">
              <a:solidFill>
                <a:schemeClr val="dk1"/>
              </a:solidFill>
              <a:latin typeface="Arial"/>
            </a:endParaRPr>
          </a:p>
        </p:txBody>
      </p:sp>
      <p:sp>
        <p:nvSpPr>
          <p:cNvPr id="177" name="PlaceHolder 2"/>
          <p:cNvSpPr>
            <a:spLocks noGrp="1"/>
          </p:cNvSpPr>
          <p:nvPr>
            <p:ph/>
          </p:nvPr>
        </p:nvSpPr>
        <p:spPr>
          <a:xfrm>
            <a:off x="4799880" y="2493000"/>
            <a:ext cx="6261480" cy="4112640"/>
          </a:xfrm>
          <a:prstGeom prst="rect">
            <a:avLst/>
          </a:prstGeom>
          <a:noFill/>
          <a:ln w="0">
            <a:noFill/>
          </a:ln>
        </p:spPr>
        <p:txBody>
          <a:bodyPr lIns="91440" rIns="91440" tIns="45720" bIns="45720" anchor="t">
            <a:noAutofit/>
          </a:bodyPr>
          <a:p>
            <a:pPr indent="-324000" defTabSz="914400">
              <a:lnSpc>
                <a:spcPct val="150000"/>
              </a:lnSpc>
              <a:spcBef>
                <a:spcPts val="1001"/>
              </a:spcBef>
              <a:buClr>
                <a:srgbClr val="ffffff"/>
              </a:buClr>
              <a:buFont typeface="Arial"/>
              <a:buChar char="•"/>
            </a:pPr>
            <a:r>
              <a:rPr b="0" lang="en-US" sz="1800" spc="-1" strike="noStrike">
                <a:solidFill>
                  <a:schemeClr val="lt1"/>
                </a:solidFill>
                <a:latin typeface="Arial"/>
              </a:rPr>
              <a:t> </a:t>
            </a:r>
            <a:r>
              <a:rPr b="0" lang="en-US" sz="1800" spc="-1" strike="noStrike">
                <a:solidFill>
                  <a:schemeClr val="lt1"/>
                </a:solidFill>
                <a:latin typeface="Arial"/>
              </a:rPr>
              <a:t>Mark’s Gospel is all about the power, love, and sacrifice of Jesus.</a:t>
            </a:r>
            <a:endParaRPr b="0" lang="en-US" sz="1800" spc="-1" strike="noStrike">
              <a:solidFill>
                <a:schemeClr val="dk1"/>
              </a:solidFill>
              <a:latin typeface="Arial"/>
            </a:endParaRPr>
          </a:p>
          <a:p>
            <a:pPr indent="-324000" defTabSz="914400">
              <a:lnSpc>
                <a:spcPct val="150000"/>
              </a:lnSpc>
              <a:spcBef>
                <a:spcPts val="1001"/>
              </a:spcBef>
              <a:buClr>
                <a:srgbClr val="ffffff"/>
              </a:buClr>
              <a:buFont typeface="Arial"/>
              <a:buChar char="•"/>
            </a:pPr>
            <a:r>
              <a:rPr b="0" lang="en-US" sz="1800" spc="-1" strike="noStrike">
                <a:solidFill>
                  <a:schemeClr val="lt1"/>
                </a:solidFill>
                <a:latin typeface="Arial"/>
              </a:rPr>
              <a:t> </a:t>
            </a:r>
            <a:r>
              <a:rPr b="0" lang="en-US" sz="1800" spc="-1" strike="noStrike">
                <a:solidFill>
                  <a:schemeClr val="lt1"/>
                </a:solidFill>
                <a:latin typeface="Arial"/>
              </a:rPr>
              <a:t>It teaches us about faith, following Jesus, and the Kingdom of God.</a:t>
            </a:r>
            <a:endParaRPr b="0" lang="en-US" sz="1800" spc="-1" strike="noStrike">
              <a:solidFill>
                <a:schemeClr val="dk1"/>
              </a:solidFill>
              <a:latin typeface="Arial"/>
            </a:endParaRPr>
          </a:p>
          <a:p>
            <a:pPr indent="-324000" defTabSz="914400">
              <a:lnSpc>
                <a:spcPct val="150000"/>
              </a:lnSpc>
              <a:spcBef>
                <a:spcPts val="1001"/>
              </a:spcBef>
              <a:buClr>
                <a:srgbClr val="ffffff"/>
              </a:buClr>
              <a:buFont typeface="Arial"/>
              <a:buChar char="•"/>
            </a:pPr>
            <a:r>
              <a:rPr b="0" lang="en-US" sz="1800" spc="-1" strike="noStrike">
                <a:solidFill>
                  <a:schemeClr val="lt1"/>
                </a:solidFill>
                <a:latin typeface="Arial"/>
              </a:rPr>
              <a:t> </a:t>
            </a:r>
            <a:r>
              <a:rPr b="0" lang="en-US" sz="1800" spc="-1" strike="noStrike">
                <a:solidFill>
                  <a:schemeClr val="lt1"/>
                </a:solidFill>
                <a:latin typeface="Arial"/>
              </a:rPr>
              <a:t>Jesus is our example and Savior.</a:t>
            </a:r>
            <a:endParaRPr b="0" lang="en-US" sz="1800" spc="-1" strike="noStrike">
              <a:solidFill>
                <a:schemeClr val="dk1"/>
              </a:solidFill>
              <a:latin typeface="Arial"/>
            </a:endParaRPr>
          </a:p>
        </p:txBody>
      </p:sp>
      <p:pic>
        <p:nvPicPr>
          <p:cNvPr id="178" name="Picture 5" descr=""/>
          <p:cNvPicPr/>
          <p:nvPr/>
        </p:nvPicPr>
        <p:blipFill>
          <a:blip r:embed="rId2"/>
          <a:stretch/>
        </p:blipFill>
        <p:spPr>
          <a:xfrm>
            <a:off x="0" y="2305080"/>
            <a:ext cx="4865040" cy="4552560"/>
          </a:xfrm>
          <a:prstGeom prst="rect">
            <a:avLst/>
          </a:prstGeom>
          <a:ln w="0">
            <a:noFill/>
          </a:ln>
        </p:spPr>
      </p:pic>
    </p:spTree>
  </p:cSld>
  <p:transition spd="slow">
    <p:cover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441360" y="2924640"/>
            <a:ext cx="10840320" cy="1324800"/>
          </a:xfrm>
          <a:prstGeom prst="rect">
            <a:avLst/>
          </a:prstGeom>
          <a:noFill/>
          <a:ln w="0">
            <a:noFill/>
          </a:ln>
        </p:spPr>
        <p:txBody>
          <a:bodyPr lIns="91440" rIns="91440" tIns="45720" bIns="45720" anchor="ctr">
            <a:normAutofit/>
          </a:bodyPr>
          <a:p>
            <a:pPr indent="0" algn="ctr" defTabSz="914400">
              <a:lnSpc>
                <a:spcPct val="100000"/>
              </a:lnSpc>
              <a:buNone/>
            </a:pPr>
            <a:r>
              <a:rPr b="1" lang="en-US" sz="8000" spc="-1" strike="noStrike">
                <a:solidFill>
                  <a:schemeClr val="lt1"/>
                </a:solidFill>
                <a:latin typeface="Calibri"/>
              </a:rPr>
              <a:t>The Gospel of Luke</a:t>
            </a:r>
            <a:endParaRPr b="0" lang="en-US" sz="8000" spc="-1" strike="noStrike">
              <a:solidFill>
                <a:schemeClr val="dk1"/>
              </a:solidFill>
              <a:latin typeface="Calibri"/>
            </a:endParaRPr>
          </a:p>
        </p:txBody>
      </p:sp>
    </p:spTree>
  </p:cSld>
  <mc:AlternateContent>
    <mc:Choice Requires="p14">
      <p:transition spd="med" p14:dur="699">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622800" y="404640"/>
            <a:ext cx="10514880" cy="1324800"/>
          </a:xfrm>
          <a:prstGeom prst="rect">
            <a:avLst/>
          </a:prstGeom>
          <a:noFill/>
          <a:ln w="0">
            <a:noFill/>
          </a:ln>
        </p:spPr>
        <p:txBody>
          <a:bodyPr lIns="91440" rIns="91440" tIns="45720" bIns="45720" anchor="ctr">
            <a:normAutofit fontScale="57280"/>
          </a:bodyPr>
          <a:p>
            <a:pPr indent="0" algn="ctr" defTabSz="914400">
              <a:lnSpc>
                <a:spcPct val="100000"/>
              </a:lnSpc>
              <a:buNone/>
            </a:pPr>
            <a:r>
              <a:rPr b="1" lang="en-US" sz="7200" spc="-1" strike="noStrike">
                <a:solidFill>
                  <a:schemeClr val="lt1"/>
                </a:solidFill>
                <a:latin typeface="Calibri"/>
              </a:rPr>
              <a:t> </a:t>
            </a:r>
            <a:r>
              <a:rPr b="1" lang="en-US" sz="7200" spc="-1" strike="noStrike">
                <a:solidFill>
                  <a:schemeClr val="lt1"/>
                </a:solidFill>
                <a:latin typeface="Calibri"/>
              </a:rPr>
              <a:t>Introduction to Luke</a:t>
            </a:r>
            <a:br>
              <a:rPr sz="7200"/>
            </a:br>
            <a:endParaRPr b="0" lang="en-US" sz="7200" spc="-1" strike="noStrike">
              <a:solidFill>
                <a:schemeClr val="dk1"/>
              </a:solidFill>
              <a:latin typeface="Calibri"/>
            </a:endParaRPr>
          </a:p>
        </p:txBody>
      </p:sp>
      <p:sp>
        <p:nvSpPr>
          <p:cNvPr id="181" name="PlaceHolder 2"/>
          <p:cNvSpPr>
            <a:spLocks noGrp="1"/>
          </p:cNvSpPr>
          <p:nvPr>
            <p:ph type="subTitle"/>
          </p:nvPr>
        </p:nvSpPr>
        <p:spPr>
          <a:xfrm>
            <a:off x="4583520" y="2420640"/>
            <a:ext cx="6984000" cy="3462120"/>
          </a:xfrm>
          <a:prstGeom prst="rect">
            <a:avLst/>
          </a:prstGeom>
          <a:noFill/>
          <a:ln w="0">
            <a:noFill/>
          </a:ln>
        </p:spPr>
        <p:txBody>
          <a:bodyPr lIns="91440" rIns="91440" tIns="45720" bIns="45720" anchor="t">
            <a:normAutofit fontScale="71867"/>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Audience:</a:t>
            </a:r>
            <a:r>
              <a:rPr b="0" lang="en-US" sz="3200" spc="-1" strike="noStrike">
                <a:solidFill>
                  <a:schemeClr val="lt1"/>
                </a:solidFill>
                <a:latin typeface="Calibri"/>
              </a:rPr>
              <a:t> Gentile Christians (written to Theophilus).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Date:</a:t>
            </a:r>
            <a:r>
              <a:rPr b="0" lang="en-US" sz="3200" spc="-1" strike="noStrike">
                <a:solidFill>
                  <a:schemeClr val="lt1"/>
                </a:solidFill>
                <a:latin typeface="Calibri"/>
              </a:rPr>
              <a:t> Around 80-90 AD.</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Purpose:</a:t>
            </a:r>
            <a:r>
              <a:rPr b="0" lang="en-US" sz="3200" spc="-1" strike="noStrike">
                <a:solidFill>
                  <a:schemeClr val="lt1"/>
                </a:solidFill>
                <a:latin typeface="Calibri"/>
              </a:rPr>
              <a:t> To present Jesus as the compassionate Savior for all people, especially the marginalized.</a:t>
            </a:r>
            <a:endParaRPr b="0" lang="en-US" sz="3200" spc="-1" strike="noStrike">
              <a:solidFill>
                <a:srgbClr val="000000"/>
              </a:solidFill>
              <a:latin typeface="Arial"/>
            </a:endParaRPr>
          </a:p>
        </p:txBody>
      </p:sp>
      <p:pic>
        <p:nvPicPr>
          <p:cNvPr id="182" name="Picture 5" descr=""/>
          <p:cNvPicPr/>
          <p:nvPr/>
        </p:nvPicPr>
        <p:blipFill>
          <a:blip r:embed="rId2"/>
          <a:stretch/>
        </p:blipFill>
        <p:spPr>
          <a:xfrm>
            <a:off x="7560" y="2204640"/>
            <a:ext cx="4432680" cy="4587480"/>
          </a:xfrm>
          <a:prstGeom prst="rect">
            <a:avLst/>
          </a:prstGeom>
          <a:ln w="0">
            <a:noFill/>
          </a:ln>
        </p:spPr>
      </p:pic>
    </p:spTree>
  </p:cSld>
  <p:transition spd="slow">
    <p:push dir="u"/>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3" name="PlaceHolder 1"/>
          <p:cNvSpPr>
            <a:spLocks noGrp="1"/>
          </p:cNvSpPr>
          <p:nvPr>
            <p:ph type="title"/>
          </p:nvPr>
        </p:nvSpPr>
        <p:spPr>
          <a:xfrm>
            <a:off x="839520" y="332640"/>
            <a:ext cx="10362960" cy="1469520"/>
          </a:xfrm>
          <a:prstGeom prst="rect">
            <a:avLst/>
          </a:prstGeom>
          <a:noFill/>
          <a:ln w="0">
            <a:noFill/>
          </a:ln>
        </p:spPr>
        <p:txBody>
          <a:bodyPr lIns="91440" rIns="91440" tIns="45720" bIns="45720" anchor="ctr">
            <a:normAutofit fontScale="62281"/>
          </a:bodyPr>
          <a:p>
            <a:pPr indent="0" algn="ctr" defTabSz="914400">
              <a:lnSpc>
                <a:spcPct val="100000"/>
              </a:lnSpc>
              <a:buNone/>
            </a:pPr>
            <a:r>
              <a:rPr b="1" lang="en-US" sz="7200" spc="-1" strike="noStrike">
                <a:solidFill>
                  <a:schemeClr val="lt1"/>
                </a:solidFill>
                <a:latin typeface="Calibri"/>
              </a:rPr>
              <a:t> </a:t>
            </a:r>
            <a:r>
              <a:rPr b="1" lang="en-US" sz="7200" spc="-1" strike="noStrike">
                <a:solidFill>
                  <a:schemeClr val="lt1"/>
                </a:solidFill>
                <a:latin typeface="Calibri"/>
              </a:rPr>
              <a:t>Key Themes in Luke</a:t>
            </a:r>
            <a:br>
              <a:rPr sz="7200"/>
            </a:br>
            <a:endParaRPr b="0" lang="en-US" sz="7200" spc="-1" strike="noStrike">
              <a:solidFill>
                <a:schemeClr val="dk1"/>
              </a:solidFill>
              <a:latin typeface="Calibri"/>
            </a:endParaRPr>
          </a:p>
        </p:txBody>
      </p:sp>
      <p:sp>
        <p:nvSpPr>
          <p:cNvPr id="184" name="PlaceHolder 2"/>
          <p:cNvSpPr>
            <a:spLocks noGrp="1"/>
          </p:cNvSpPr>
          <p:nvPr>
            <p:ph type="subTitle"/>
          </p:nvPr>
        </p:nvSpPr>
        <p:spPr>
          <a:xfrm>
            <a:off x="5663520" y="1917000"/>
            <a:ext cx="5721120" cy="4714560"/>
          </a:xfrm>
          <a:prstGeom prst="rect">
            <a:avLst/>
          </a:prstGeom>
          <a:noFill/>
          <a:ln w="0">
            <a:noFill/>
          </a:ln>
        </p:spPr>
        <p:txBody>
          <a:bodyPr lIns="91440" rIns="91440" tIns="45720" bIns="45720" anchor="t">
            <a:noAutofit/>
          </a:bodyPr>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Jesus cares for the poor, sinners, and outcasts.</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indent="0" defTabSz="914400">
              <a:lnSpc>
                <a:spcPct val="100000"/>
              </a:lnSpc>
              <a:spcBef>
                <a:spcPts val="300"/>
              </a:spcBef>
              <a:buNone/>
              <a:tabLst>
                <a:tab algn="l" pos="0"/>
              </a:tabLst>
            </a:pPr>
            <a:r>
              <a:rPr b="0" lang="en-US" sz="1500" spc="-1" strike="noStrike">
                <a:solidFill>
                  <a:schemeClr val="lt1"/>
                </a:solidFill>
                <a:latin typeface="Calibri"/>
              </a:rPr>
              <a:t>  </a:t>
            </a:r>
            <a:r>
              <a:rPr b="0" lang="en-US" sz="1500" spc="-1" strike="noStrike">
                <a:solidFill>
                  <a:schemeClr val="lt1"/>
                </a:solidFill>
                <a:latin typeface="Calibri"/>
              </a:rPr>
              <a:t>Examples: Parables of the lost sheep and the prodigal son.</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Salvation is available for everyone, not just the Jewish people.</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The Holy Spirit plays a central role in Jesus' ministry.</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It highlights the power of the Spirit in the lives of believers.</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Jesus is always in communion with God the Father.</a:t>
            </a:r>
            <a:endParaRPr b="0" lang="en-US" sz="1500" spc="-1" strike="noStrike">
              <a:solidFill>
                <a:srgbClr val="000000"/>
              </a:solidFill>
              <a:latin typeface="Arial"/>
            </a:endParaRPr>
          </a:p>
          <a:p>
            <a:pPr indent="0" defTabSz="914400">
              <a:lnSpc>
                <a:spcPct val="100000"/>
              </a:lnSpc>
              <a:spcBef>
                <a:spcPts val="300"/>
              </a:spcBef>
              <a:buNone/>
              <a:tabLst>
                <a:tab algn="l" pos="0"/>
              </a:tabLst>
            </a:pPr>
            <a:endParaRPr b="0" lang="en-US" sz="1500" spc="-1" strike="noStrike">
              <a:solidFill>
                <a:srgbClr val="000000"/>
              </a:solidFill>
              <a:latin typeface="Arial"/>
            </a:endParaRPr>
          </a:p>
          <a:p>
            <a:pPr marL="343080" indent="-343080" defTabSz="914400">
              <a:lnSpc>
                <a:spcPct val="100000"/>
              </a:lnSpc>
              <a:spcBef>
                <a:spcPts val="300"/>
              </a:spcBef>
              <a:buClr>
                <a:srgbClr val="ffffff"/>
              </a:buClr>
              <a:buFont typeface="Arial"/>
              <a:buAutoNum type="arabicPeriod"/>
              <a:tabLst>
                <a:tab algn="l" pos="0"/>
              </a:tabLst>
            </a:pPr>
            <a:r>
              <a:rPr b="0" lang="en-US" sz="1500" spc="-1" strike="noStrike">
                <a:solidFill>
                  <a:schemeClr val="lt1"/>
                </a:solidFill>
                <a:latin typeface="Calibri"/>
              </a:rPr>
              <a:t>Emphasis on the importance of prayer and worship.</a:t>
            </a:r>
            <a:endParaRPr b="0" lang="en-US" sz="1500" spc="-1" strike="noStrike">
              <a:solidFill>
                <a:srgbClr val="000000"/>
              </a:solidFill>
              <a:latin typeface="Arial"/>
            </a:endParaRPr>
          </a:p>
        </p:txBody>
      </p:sp>
      <p:pic>
        <p:nvPicPr>
          <p:cNvPr id="185" name="Picture 4" descr=""/>
          <p:cNvPicPr/>
          <p:nvPr/>
        </p:nvPicPr>
        <p:blipFill>
          <a:blip r:embed="rId2"/>
          <a:stretch/>
        </p:blipFill>
        <p:spPr>
          <a:xfrm>
            <a:off x="0" y="1994040"/>
            <a:ext cx="5137920" cy="4800240"/>
          </a:xfrm>
          <a:prstGeom prst="rect">
            <a:avLst/>
          </a:prstGeom>
          <a:ln w="0">
            <a:noFill/>
          </a:ln>
        </p:spPr>
      </p:pic>
    </p:spTree>
  </p:cSld>
  <p:transition spd="slow">
    <p:push dir="u"/>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764640"/>
            <a:ext cx="10514880" cy="1324800"/>
          </a:xfrm>
          <a:prstGeom prst="rect">
            <a:avLst/>
          </a:prstGeom>
          <a:noFill/>
          <a:ln w="0">
            <a:noFill/>
          </a:ln>
        </p:spPr>
        <p:txBody>
          <a:bodyPr lIns="91440" rIns="91440" tIns="45720" bIns="45720" anchor="ctr">
            <a:normAutofit fontScale="57280"/>
          </a:bodyPr>
          <a:p>
            <a:pPr indent="0" algn="ctr" defTabSz="914400">
              <a:lnSpc>
                <a:spcPct val="100000"/>
              </a:lnSpc>
              <a:buNone/>
            </a:pPr>
            <a:r>
              <a:rPr b="1" lang="en-US" sz="7200" spc="-1" strike="noStrike">
                <a:solidFill>
                  <a:schemeClr val="lt1"/>
                </a:solidFill>
                <a:latin typeface="Calibri"/>
              </a:rPr>
              <a:t>Structure of Luke</a:t>
            </a:r>
            <a:br>
              <a:rPr sz="7200"/>
            </a:br>
            <a:endParaRPr b="0" lang="en-US" sz="7200" spc="-1" strike="noStrike">
              <a:solidFill>
                <a:schemeClr val="dk1"/>
              </a:solidFill>
              <a:latin typeface="Calibri"/>
            </a:endParaRPr>
          </a:p>
        </p:txBody>
      </p:sp>
      <p:sp>
        <p:nvSpPr>
          <p:cNvPr id="187" name="PlaceHolder 2"/>
          <p:cNvSpPr>
            <a:spLocks noGrp="1"/>
          </p:cNvSpPr>
          <p:nvPr>
            <p:ph type="subTitle"/>
          </p:nvPr>
        </p:nvSpPr>
        <p:spPr>
          <a:xfrm>
            <a:off x="4871880" y="2277000"/>
            <a:ext cx="6072120" cy="4147560"/>
          </a:xfrm>
          <a:prstGeom prst="rect">
            <a:avLst/>
          </a:prstGeom>
          <a:noFill/>
          <a:ln w="0">
            <a:noFill/>
          </a:ln>
        </p:spPr>
        <p:txBody>
          <a:bodyPr lIns="91440" rIns="91440" tIns="45720" bIns="45720" anchor="t">
            <a:normAutofit fontScale="59369"/>
          </a:bodyPr>
          <a:p>
            <a:pPr indent="0" defTabSz="914400">
              <a:lnSpc>
                <a:spcPct val="100000"/>
              </a:lnSpc>
              <a:spcBef>
                <a:spcPts val="641"/>
              </a:spcBef>
              <a:buNone/>
              <a:tabLst>
                <a:tab algn="l" pos="0"/>
              </a:tabLst>
            </a:pPr>
            <a:r>
              <a:rPr b="1" lang="en-US" sz="3200" spc="-1" strike="noStrike">
                <a:solidFill>
                  <a:schemeClr val="lt1"/>
                </a:solidFill>
                <a:latin typeface="Calibri"/>
              </a:rPr>
              <a:t>Birth and Early Life (Ch. 1-2): </a:t>
            </a:r>
            <a:r>
              <a:rPr b="0" lang="en-US" sz="3200" spc="-1" strike="noStrike">
                <a:solidFill>
                  <a:schemeClr val="lt1"/>
                </a:solidFill>
                <a:latin typeface="Calibri"/>
              </a:rPr>
              <a:t>Detailed account of Jesus’ birth, including the Annunciation and the visit of the shepherds.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Jesus’ Ministry (Ch. 3-9):</a:t>
            </a:r>
            <a:r>
              <a:rPr b="0" lang="en-US" sz="3200" spc="-1" strike="noStrike">
                <a:solidFill>
                  <a:schemeClr val="lt1"/>
                </a:solidFill>
                <a:latin typeface="Calibri"/>
              </a:rPr>
              <a:t> Jesus' teachings, miracles, and calling of disciples.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Journey to Jerusalem (Ch. 9-19):</a:t>
            </a:r>
            <a:r>
              <a:rPr b="0" lang="en-US" sz="3200" spc="-1" strike="noStrike">
                <a:solidFill>
                  <a:schemeClr val="lt1"/>
                </a:solidFill>
                <a:latin typeface="Calibri"/>
              </a:rPr>
              <a:t> The long journey where Jesus teaches about love, mercy, and the Kingdom.</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Passion and Resurrection (Ch. 22-24):</a:t>
            </a:r>
            <a:r>
              <a:rPr b="0" lang="en-US" sz="3200" spc="-1" strike="noStrike">
                <a:solidFill>
                  <a:schemeClr val="lt1"/>
                </a:solidFill>
                <a:latin typeface="Calibri"/>
              </a:rPr>
              <a:t> The Last Supper, crucifixion, and resurrection.</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88" name="Picture 5" descr=""/>
          <p:cNvPicPr/>
          <p:nvPr/>
        </p:nvPicPr>
        <p:blipFill>
          <a:blip r:embed="rId2"/>
          <a:stretch/>
        </p:blipFill>
        <p:spPr>
          <a:xfrm>
            <a:off x="0" y="2132280"/>
            <a:ext cx="4569120" cy="4764600"/>
          </a:xfrm>
          <a:prstGeom prst="rect">
            <a:avLst/>
          </a:prstGeom>
          <a:ln w="0">
            <a:noFill/>
          </a:ln>
        </p:spPr>
      </p:pic>
    </p:spTree>
  </p:cSld>
  <p:transition spd="slow">
    <p:push dir="u"/>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9" name="PlaceHolder 1"/>
          <p:cNvSpPr>
            <a:spLocks noGrp="1"/>
          </p:cNvSpPr>
          <p:nvPr>
            <p:ph type="title"/>
          </p:nvPr>
        </p:nvSpPr>
        <p:spPr>
          <a:xfrm>
            <a:off x="622800" y="764640"/>
            <a:ext cx="10514880" cy="1324800"/>
          </a:xfrm>
          <a:prstGeom prst="rect">
            <a:avLst/>
          </a:prstGeom>
          <a:noFill/>
          <a:ln w="0">
            <a:noFill/>
          </a:ln>
        </p:spPr>
        <p:txBody>
          <a:bodyPr lIns="91440" rIns="91440" tIns="45720" bIns="45720" anchor="ctr">
            <a:normAutofit fontScale="51143"/>
          </a:bodyPr>
          <a:p>
            <a:pPr indent="0" algn="ctr" defTabSz="914400">
              <a:lnSpc>
                <a:spcPct val="100000"/>
              </a:lnSpc>
              <a:buNone/>
            </a:pPr>
            <a:r>
              <a:rPr b="1" lang="en-US" sz="8000" spc="-1" strike="noStrike">
                <a:solidFill>
                  <a:schemeClr val="lt1"/>
                </a:solidFill>
                <a:latin typeface="Calibri"/>
              </a:rPr>
              <a:t>Key Teachings</a:t>
            </a:r>
            <a:br>
              <a:rPr sz="8000"/>
            </a:br>
            <a:endParaRPr b="0" lang="en-US" sz="8000" spc="-1" strike="noStrike">
              <a:solidFill>
                <a:schemeClr val="dk1"/>
              </a:solidFill>
              <a:latin typeface="Calibri"/>
            </a:endParaRPr>
          </a:p>
        </p:txBody>
      </p:sp>
      <p:sp>
        <p:nvSpPr>
          <p:cNvPr id="190" name="PlaceHolder 2"/>
          <p:cNvSpPr>
            <a:spLocks noGrp="1"/>
          </p:cNvSpPr>
          <p:nvPr>
            <p:ph type="subTitle"/>
          </p:nvPr>
        </p:nvSpPr>
        <p:spPr>
          <a:xfrm>
            <a:off x="4727520" y="2565360"/>
            <a:ext cx="5856120" cy="4038120"/>
          </a:xfrm>
          <a:prstGeom prst="rect">
            <a:avLst/>
          </a:prstGeom>
          <a:noFill/>
          <a:ln w="0">
            <a:noFill/>
          </a:ln>
        </p:spPr>
        <p:txBody>
          <a:bodyPr lIns="91440" rIns="91440" tIns="45720" bIns="45720" anchor="t">
            <a:normAutofit fontScale="68743" lnSpcReduction="10000"/>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Inclusiveness:</a:t>
            </a:r>
            <a:r>
              <a:rPr b="0" lang="en-US" sz="3200" spc="-1" strike="noStrike">
                <a:solidFill>
                  <a:schemeClr val="lt1"/>
                </a:solidFill>
                <a:latin typeface="Calibri"/>
              </a:rPr>
              <a:t> Jesus reaches out to the marginalized (e.g., women, sinners, and Gentiles).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Parables of Mercy:</a:t>
            </a:r>
            <a:r>
              <a:rPr b="0" lang="en-US" sz="3200" spc="-1" strike="noStrike">
                <a:solidFill>
                  <a:schemeClr val="lt1"/>
                </a:solidFill>
                <a:latin typeface="Calibri"/>
              </a:rPr>
              <a:t> Stories like the Good Samaritan and the Prodigal Son.</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The Role of Prayer: </a:t>
            </a:r>
            <a:r>
              <a:rPr b="0" lang="en-US" sz="3200" spc="-1" strike="noStrike">
                <a:solidFill>
                  <a:schemeClr val="lt1"/>
                </a:solidFill>
                <a:latin typeface="Calibri"/>
              </a:rPr>
              <a:t>Jesus teaches on persistent prayer and the importance of connecting with God.</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sp>
        <p:nvSpPr>
          <p:cNvPr id="191" name="Text Box 4"/>
          <p:cNvSpPr/>
          <p:nvPr/>
        </p:nvSpPr>
        <p:spPr>
          <a:xfrm>
            <a:off x="1446480" y="119952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pc="-1" strike="noStrike">
              <a:solidFill>
                <a:schemeClr val="dk1"/>
              </a:solidFill>
              <a:latin typeface="Calibri"/>
            </a:endParaRPr>
          </a:p>
        </p:txBody>
      </p:sp>
      <p:pic>
        <p:nvPicPr>
          <p:cNvPr id="192" name="Picture 6" descr=""/>
          <p:cNvPicPr/>
          <p:nvPr/>
        </p:nvPicPr>
        <p:blipFill>
          <a:blip r:embed="rId2"/>
          <a:stretch/>
        </p:blipFill>
        <p:spPr>
          <a:xfrm>
            <a:off x="0" y="2709000"/>
            <a:ext cx="4427640" cy="4113720"/>
          </a:xfrm>
          <a:prstGeom prst="rect">
            <a:avLst/>
          </a:prstGeom>
          <a:ln w="0">
            <a:noFill/>
          </a:ln>
        </p:spPr>
      </p:pic>
    </p:spTree>
  </p:cSld>
  <p:transition spd="slow">
    <p:push dir="u"/>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3" name="PlaceHolder 1"/>
          <p:cNvSpPr>
            <a:spLocks noGrp="1"/>
          </p:cNvSpPr>
          <p:nvPr>
            <p:ph type="title"/>
          </p:nvPr>
        </p:nvSpPr>
        <p:spPr>
          <a:xfrm>
            <a:off x="767160" y="764640"/>
            <a:ext cx="10514880" cy="1324800"/>
          </a:xfrm>
          <a:prstGeom prst="rect">
            <a:avLst/>
          </a:prstGeom>
          <a:noFill/>
          <a:ln w="0">
            <a:noFill/>
          </a:ln>
        </p:spPr>
        <p:txBody>
          <a:bodyPr lIns="91440" rIns="91440" tIns="45720" bIns="45720" anchor="ctr">
            <a:normAutofit fontScale="46597"/>
          </a:bodyPr>
          <a:p>
            <a:pPr indent="0" algn="ctr" defTabSz="914400">
              <a:lnSpc>
                <a:spcPct val="100000"/>
              </a:lnSpc>
              <a:buNone/>
            </a:pPr>
            <a:r>
              <a:rPr b="1" lang="en-US" sz="8800" spc="-1" strike="noStrike">
                <a:solidFill>
                  <a:schemeClr val="lt1"/>
                </a:solidFill>
                <a:latin typeface="Calibri"/>
              </a:rPr>
              <a:t>Unique Features</a:t>
            </a:r>
            <a:br>
              <a:rPr sz="8800"/>
            </a:br>
            <a:endParaRPr b="0" lang="en-US" sz="8800" spc="-1" strike="noStrike">
              <a:solidFill>
                <a:schemeClr val="dk1"/>
              </a:solidFill>
              <a:latin typeface="Calibri"/>
            </a:endParaRPr>
          </a:p>
        </p:txBody>
      </p:sp>
      <p:sp>
        <p:nvSpPr>
          <p:cNvPr id="194" name="PlaceHolder 2"/>
          <p:cNvSpPr>
            <a:spLocks noGrp="1"/>
          </p:cNvSpPr>
          <p:nvPr>
            <p:ph type="subTitle"/>
          </p:nvPr>
        </p:nvSpPr>
        <p:spPr>
          <a:xfrm>
            <a:off x="5231880" y="2061360"/>
            <a:ext cx="5841720" cy="3778560"/>
          </a:xfrm>
          <a:prstGeom prst="rect">
            <a:avLst/>
          </a:prstGeom>
          <a:noFill/>
          <a:ln w="0">
            <a:noFill/>
          </a:ln>
        </p:spPr>
        <p:txBody>
          <a:bodyPr lIns="91440" rIns="91440" tIns="45720" bIns="45720" anchor="t">
            <a:normAutofit fontScale="59369"/>
          </a:bodyPr>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Detailed Birth Narrative:</a:t>
            </a:r>
            <a:r>
              <a:rPr b="0" lang="en-US" sz="3200" spc="-1" strike="noStrike">
                <a:solidFill>
                  <a:schemeClr val="lt1"/>
                </a:solidFill>
                <a:latin typeface="Calibri"/>
              </a:rPr>
              <a:t> Unique to Luke, with stories like the angelic announcement to Mary and the visit of the shepherds.</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Focus on Women:</a:t>
            </a:r>
            <a:r>
              <a:rPr b="0" lang="en-US" sz="3200" spc="-1" strike="noStrike">
                <a:solidFill>
                  <a:schemeClr val="lt1"/>
                </a:solidFill>
                <a:latin typeface="Calibri"/>
              </a:rPr>
              <a:t> More mentions of women in the story, such as Mary, Elizabeth, and the widow of Zarephath.</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a:p>
            <a:pPr indent="0" defTabSz="914400">
              <a:lnSpc>
                <a:spcPct val="100000"/>
              </a:lnSpc>
              <a:spcBef>
                <a:spcPts val="641"/>
              </a:spcBef>
              <a:buNone/>
              <a:tabLst>
                <a:tab algn="l" pos="0"/>
              </a:tabLst>
            </a:pPr>
            <a:r>
              <a:rPr b="1" lang="en-US" sz="3200" spc="-1" strike="noStrike">
                <a:solidFill>
                  <a:schemeClr val="lt1"/>
                </a:solidFill>
                <a:latin typeface="Calibri"/>
              </a:rPr>
              <a:t>The Ascension:</a:t>
            </a:r>
            <a:r>
              <a:rPr b="0" lang="en-US" sz="3200" spc="-1" strike="noStrike">
                <a:solidFill>
                  <a:schemeClr val="lt1"/>
                </a:solidFill>
                <a:latin typeface="Calibri"/>
              </a:rPr>
              <a:t> Only Luke includes the Ascension of Jesus (Luke 24:50-53).</a:t>
            </a:r>
            <a:endParaRPr b="0" lang="en-US" sz="3200" spc="-1" strike="noStrike">
              <a:solidFill>
                <a:srgbClr val="000000"/>
              </a:solidFill>
              <a:latin typeface="Arial"/>
            </a:endParaRPr>
          </a:p>
          <a:p>
            <a:pPr indent="0" defTabSz="914400">
              <a:lnSpc>
                <a:spcPct val="100000"/>
              </a:lnSpc>
              <a:spcBef>
                <a:spcPts val="641"/>
              </a:spcBef>
              <a:buNone/>
              <a:tabLst>
                <a:tab algn="l" pos="0"/>
              </a:tabLst>
            </a:pPr>
            <a:endParaRPr b="0" lang="en-US" sz="3200" spc="-1" strike="noStrike">
              <a:solidFill>
                <a:srgbClr val="000000"/>
              </a:solidFill>
              <a:latin typeface="Arial"/>
            </a:endParaRPr>
          </a:p>
        </p:txBody>
      </p:sp>
      <p:pic>
        <p:nvPicPr>
          <p:cNvPr id="195" name="Picture 5" descr=""/>
          <p:cNvPicPr/>
          <p:nvPr/>
        </p:nvPicPr>
        <p:blipFill>
          <a:blip r:embed="rId2"/>
          <a:stretch/>
        </p:blipFill>
        <p:spPr>
          <a:xfrm>
            <a:off x="47520" y="2270160"/>
            <a:ext cx="5013000" cy="4587480"/>
          </a:xfrm>
          <a:prstGeom prst="rect">
            <a:avLst/>
          </a:prstGeom>
          <a:ln w="0">
            <a:noFill/>
          </a:ln>
        </p:spPr>
      </p:pic>
    </p:spTree>
  </p:cSld>
  <p:transition spd="slow">
    <p:push dir="u"/>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6" name="PlaceHolder 1"/>
          <p:cNvSpPr>
            <a:spLocks noGrp="1"/>
          </p:cNvSpPr>
          <p:nvPr>
            <p:ph type="title"/>
          </p:nvPr>
        </p:nvSpPr>
        <p:spPr>
          <a:xfrm>
            <a:off x="609480" y="620280"/>
            <a:ext cx="10514880" cy="1324800"/>
          </a:xfrm>
          <a:prstGeom prst="rect">
            <a:avLst/>
          </a:prstGeom>
          <a:noFill/>
          <a:ln w="0">
            <a:noFill/>
          </a:ln>
        </p:spPr>
        <p:txBody>
          <a:bodyPr lIns="91440" rIns="91440" tIns="45720" bIns="45720" anchor="ctr">
            <a:normAutofit fontScale="51143"/>
          </a:bodyPr>
          <a:p>
            <a:pPr indent="0" algn="ctr" defTabSz="914400">
              <a:lnSpc>
                <a:spcPct val="100000"/>
              </a:lnSpc>
              <a:buNone/>
            </a:pPr>
            <a:r>
              <a:rPr b="1" lang="en-US" sz="8000" spc="-1" strike="noStrike">
                <a:solidFill>
                  <a:schemeClr val="lt1"/>
                </a:solidFill>
                <a:latin typeface="Calibri"/>
              </a:rPr>
              <a:t>Conclusion</a:t>
            </a:r>
            <a:br>
              <a:rPr sz="8000"/>
            </a:br>
            <a:endParaRPr b="0" lang="en-US" sz="8000" spc="-1" strike="noStrike">
              <a:solidFill>
                <a:schemeClr val="dk1"/>
              </a:solidFill>
              <a:latin typeface="Calibri"/>
            </a:endParaRPr>
          </a:p>
        </p:txBody>
      </p:sp>
      <p:sp>
        <p:nvSpPr>
          <p:cNvPr id="197" name="PlaceHolder 2"/>
          <p:cNvSpPr>
            <a:spLocks noGrp="1"/>
          </p:cNvSpPr>
          <p:nvPr>
            <p:ph type="subTitle"/>
          </p:nvPr>
        </p:nvSpPr>
        <p:spPr>
          <a:xfrm>
            <a:off x="4871880" y="2997360"/>
            <a:ext cx="6166080" cy="2903400"/>
          </a:xfrm>
          <a:prstGeom prst="rect">
            <a:avLst/>
          </a:prstGeom>
          <a:noFill/>
          <a:ln w="0">
            <a:noFill/>
          </a:ln>
        </p:spPr>
        <p:txBody>
          <a:bodyPr lIns="91440" rIns="91440" tIns="45720" bIns="45720" anchor="t">
            <a:normAutofit/>
          </a:bodyPr>
          <a:p>
            <a:pPr indent="0" defTabSz="914400">
              <a:lnSpc>
                <a:spcPct val="100000"/>
              </a:lnSpc>
              <a:spcBef>
                <a:spcPts val="360"/>
              </a:spcBef>
              <a:buNone/>
              <a:tabLst>
                <a:tab algn="l" pos="0"/>
              </a:tabLst>
            </a:pPr>
            <a:endParaRPr b="0" lang="en-US" sz="1800" spc="-1" strike="noStrike">
              <a:solidFill>
                <a:srgbClr val="000000"/>
              </a:solidFill>
              <a:latin typeface="Arial"/>
            </a:endParaRPr>
          </a:p>
          <a:p>
            <a:pPr indent="0" defTabSz="914400">
              <a:lnSpc>
                <a:spcPct val="100000"/>
              </a:lnSpc>
              <a:spcBef>
                <a:spcPts val="360"/>
              </a:spcBef>
              <a:buNone/>
              <a:tabLst>
                <a:tab algn="l" pos="0"/>
              </a:tabLst>
            </a:pPr>
            <a:r>
              <a:rPr b="1" lang="en-US" sz="1800" spc="-1" strike="noStrike">
                <a:solidFill>
                  <a:schemeClr val="lt1"/>
                </a:solidFill>
                <a:latin typeface="Calibri"/>
              </a:rPr>
              <a:t>Significance: </a:t>
            </a:r>
            <a:r>
              <a:rPr b="0" lang="en-US" sz="1800" spc="-1" strike="noStrike">
                <a:solidFill>
                  <a:schemeClr val="lt1"/>
                </a:solidFill>
                <a:latin typeface="Calibri"/>
              </a:rPr>
              <a:t>Presents Jesus as a Savior for all people, emphasizing compassion, prayer, and salvation.</a:t>
            </a:r>
            <a:endParaRPr b="0" lang="en-US" sz="1800" spc="-1" strike="noStrike">
              <a:solidFill>
                <a:srgbClr val="000000"/>
              </a:solidFill>
              <a:latin typeface="Arial"/>
            </a:endParaRPr>
          </a:p>
          <a:p>
            <a:pPr indent="0" defTabSz="914400">
              <a:lnSpc>
                <a:spcPct val="100000"/>
              </a:lnSpc>
              <a:spcBef>
                <a:spcPts val="360"/>
              </a:spcBef>
              <a:buNone/>
              <a:tabLst>
                <a:tab algn="l" pos="0"/>
              </a:tabLst>
            </a:pPr>
            <a:endParaRPr b="0" lang="en-US" sz="1800" spc="-1" strike="noStrike">
              <a:solidFill>
                <a:srgbClr val="000000"/>
              </a:solidFill>
              <a:latin typeface="Arial"/>
            </a:endParaRPr>
          </a:p>
          <a:p>
            <a:pPr indent="0" defTabSz="914400">
              <a:lnSpc>
                <a:spcPct val="100000"/>
              </a:lnSpc>
              <a:spcBef>
                <a:spcPts val="360"/>
              </a:spcBef>
              <a:buNone/>
              <a:tabLst>
                <a:tab algn="l" pos="0"/>
              </a:tabLst>
            </a:pPr>
            <a:r>
              <a:rPr b="1" lang="en-US" sz="1800" spc="-1" strike="noStrike">
                <a:solidFill>
                  <a:schemeClr val="lt1"/>
                </a:solidFill>
                <a:latin typeface="Calibri"/>
              </a:rPr>
              <a:t>Key Message: </a:t>
            </a:r>
            <a:r>
              <a:rPr b="0" lang="en-US" sz="1800" spc="-1" strike="noStrike">
                <a:solidFill>
                  <a:schemeClr val="lt1"/>
                </a:solidFill>
                <a:latin typeface="Calibri"/>
              </a:rPr>
              <a:t>Jesus' mission is inclusive, offering forgiveness, healing, and eternal life to everyone, especially the marginalized.</a:t>
            </a:r>
            <a:endParaRPr b="0" lang="en-US" sz="1800" spc="-1" strike="noStrike">
              <a:solidFill>
                <a:srgbClr val="000000"/>
              </a:solidFill>
              <a:latin typeface="Arial"/>
            </a:endParaRPr>
          </a:p>
          <a:p>
            <a:pPr indent="0" defTabSz="914400">
              <a:lnSpc>
                <a:spcPct val="100000"/>
              </a:lnSpc>
              <a:spcBef>
                <a:spcPts val="360"/>
              </a:spcBef>
              <a:buNone/>
              <a:tabLst>
                <a:tab algn="l" pos="0"/>
              </a:tabLst>
            </a:pPr>
            <a:endParaRPr b="0" lang="en-US" sz="1800" spc="-1" strike="noStrike">
              <a:solidFill>
                <a:srgbClr val="000000"/>
              </a:solidFill>
              <a:latin typeface="Arial"/>
            </a:endParaRPr>
          </a:p>
        </p:txBody>
      </p:sp>
      <p:pic>
        <p:nvPicPr>
          <p:cNvPr id="198" name="Picture 5" descr=""/>
          <p:cNvPicPr/>
          <p:nvPr/>
        </p:nvPicPr>
        <p:blipFill>
          <a:blip r:embed="rId2"/>
          <a:stretch/>
        </p:blipFill>
        <p:spPr>
          <a:xfrm>
            <a:off x="0" y="2305080"/>
            <a:ext cx="4865040" cy="4552560"/>
          </a:xfrm>
          <a:prstGeom prst="rect">
            <a:avLst/>
          </a:prstGeom>
          <a:ln w="0">
            <a:noFill/>
          </a:ln>
        </p:spPr>
      </p:pic>
    </p:spTree>
  </p:cSld>
  <p:transition spd="slow">
    <p:cover dir="l"/>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99" name="PlaceHolder 1"/>
          <p:cNvSpPr>
            <a:spLocks noGrp="1"/>
          </p:cNvSpPr>
          <p:nvPr>
            <p:ph type="title"/>
          </p:nvPr>
        </p:nvSpPr>
        <p:spPr>
          <a:xfrm>
            <a:off x="479520" y="2420640"/>
            <a:ext cx="10939320" cy="1324800"/>
          </a:xfrm>
          <a:prstGeom prst="rect">
            <a:avLst/>
          </a:prstGeom>
          <a:noFill/>
          <a:ln w="0">
            <a:noFill/>
          </a:ln>
        </p:spPr>
        <p:txBody>
          <a:bodyPr lIns="91440" rIns="91440" tIns="45720" bIns="45720" anchor="ctr">
            <a:normAutofit fontScale="93422"/>
          </a:bodyPr>
          <a:p>
            <a:pPr indent="0" algn="ctr" defTabSz="914400">
              <a:lnSpc>
                <a:spcPct val="100000"/>
              </a:lnSpc>
              <a:buNone/>
            </a:pPr>
            <a:r>
              <a:rPr b="1" lang="en-US" sz="8800" spc="-1" strike="noStrike">
                <a:solidFill>
                  <a:schemeClr val="lt1"/>
                </a:solidFill>
                <a:latin typeface="Calibri"/>
              </a:rPr>
              <a:t>The Gospel of John</a:t>
            </a:r>
            <a:endParaRPr b="0" lang="en-US" sz="8800" spc="-1" strike="noStrike">
              <a:solidFill>
                <a:schemeClr val="dk1"/>
              </a:solidFill>
              <a:latin typeface="Calibri"/>
            </a:endParaRPr>
          </a:p>
        </p:txBody>
      </p:sp>
    </p:spTree>
  </p:cSld>
  <mc:AlternateContent>
    <mc:Choice Requires="p14">
      <p:transition spd="med" p14:dur="699">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Autofit/>
          </a:bodyPr>
          <a:p>
            <a:pPr indent="0" algn="ctr" defTabSz="914400">
              <a:lnSpc>
                <a:spcPct val="100000"/>
              </a:lnSpc>
              <a:buNone/>
            </a:pPr>
            <a:r>
              <a:rPr b="1" lang="en-US" sz="7200" spc="-1" strike="noStrike">
                <a:solidFill>
                  <a:schemeClr val="lt1"/>
                </a:solidFill>
                <a:latin typeface="Calibri"/>
              </a:rPr>
              <a:t>Introduction</a:t>
            </a:r>
            <a:endParaRPr b="0" lang="en-US" sz="7200" spc="-1" strike="noStrike">
              <a:solidFill>
                <a:schemeClr val="dk1"/>
              </a:solidFill>
              <a:latin typeface="Calibri"/>
            </a:endParaRPr>
          </a:p>
        </p:txBody>
      </p:sp>
      <p:sp>
        <p:nvSpPr>
          <p:cNvPr id="201" name="PlaceHolder 2"/>
          <p:cNvSpPr>
            <a:spLocks noGrp="1"/>
          </p:cNvSpPr>
          <p:nvPr>
            <p:ph/>
          </p:nvPr>
        </p:nvSpPr>
        <p:spPr>
          <a:xfrm>
            <a:off x="609480" y="2253600"/>
            <a:ext cx="9880200" cy="3872520"/>
          </a:xfrm>
          <a:prstGeom prst="rect">
            <a:avLst/>
          </a:prstGeom>
          <a:noFill/>
          <a:ln w="0">
            <a:noFill/>
          </a:ln>
        </p:spPr>
        <p:txBody>
          <a:bodyPr lIns="91440" rIns="91440" tIns="45720" bIns="45720" anchor="t">
            <a:noAutofit/>
          </a:bodyPr>
          <a:p>
            <a:pPr indent="0" defTabSz="914400">
              <a:lnSpc>
                <a:spcPct val="100000"/>
              </a:lnSpc>
              <a:spcBef>
                <a:spcPts val="720"/>
              </a:spcBef>
              <a:buNone/>
              <a:tabLst>
                <a:tab algn="l" pos="0"/>
              </a:tabLst>
            </a:pPr>
            <a:r>
              <a:rPr b="0" lang="en-US" sz="3600" spc="-1" strike="noStrike">
                <a:solidFill>
                  <a:schemeClr val="dk1"/>
                </a:solidFill>
                <a:latin typeface="Calibri"/>
              </a:rPr>
              <a:t>The Gospel of John is unique compared to the Synoptic Gospels (Matthew, Mark, and Luke) because it emphasizes the divinity of Jesus and contains profound theological insights.</a:t>
            </a:r>
            <a:endParaRPr b="0" lang="en-US" sz="3600" spc="-1" strike="noStrike">
              <a:solidFill>
                <a:schemeClr val="dk1"/>
              </a:solidFill>
              <a:latin typeface="Calibri"/>
            </a:endParaRPr>
          </a:p>
          <a:p>
            <a:pPr indent="0" defTabSz="914400">
              <a:lnSpc>
                <a:spcPct val="100000"/>
              </a:lnSpc>
              <a:spcBef>
                <a:spcPts val="641"/>
              </a:spcBef>
              <a:buNone/>
              <a:tabLst>
                <a:tab algn="l" pos="0"/>
              </a:tabLst>
            </a:pPr>
            <a:endParaRPr b="0" lang="en-US" sz="3200" spc="-1" strike="noStrike">
              <a:solidFill>
                <a:schemeClr val="dk1"/>
              </a:solidFill>
              <a:latin typeface="Calibri"/>
            </a:endParaRPr>
          </a:p>
        </p:txBody>
      </p:sp>
    </p:spTree>
  </p:cSld>
  <p:transition spd="slow">
    <p:pull dir="r"/>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Picture 1" descr=""/>
          <p:cNvPicPr/>
          <p:nvPr/>
        </p:nvPicPr>
        <p:blipFill>
          <a:blip r:embed="rId1"/>
          <a:stretch/>
        </p:blipFill>
        <p:spPr>
          <a:xfrm>
            <a:off x="0" y="0"/>
            <a:ext cx="12191760" cy="6857640"/>
          </a:xfrm>
          <a:prstGeom prst="rect">
            <a:avLst/>
          </a:prstGeom>
          <a:ln w="0">
            <a:noFill/>
          </a:ln>
        </p:spPr>
      </p:pic>
      <p:sp>
        <p:nvSpPr>
          <p:cNvPr id="203" name="Rectangle 3"/>
          <p:cNvSpPr/>
          <p:nvPr/>
        </p:nvSpPr>
        <p:spPr>
          <a:xfrm>
            <a:off x="119520" y="3141360"/>
            <a:ext cx="10780200" cy="2834280"/>
          </a:xfrm>
          <a:prstGeom prst="rect">
            <a:avLst/>
          </a:prstGeom>
          <a:noFill/>
          <a:ln w="0">
            <a:noFill/>
          </a:ln>
        </p:spPr>
        <p:style>
          <a:lnRef idx="0"/>
          <a:fillRef idx="0"/>
          <a:effectRef idx="0"/>
          <a:fontRef idx="minor"/>
        </p:style>
        <p:txBody>
          <a:bodyPr anchor="t">
            <a:spAutoFit/>
          </a:bodyPr>
          <a:p>
            <a:pPr algn="ctr" defTabSz="914400">
              <a:lnSpc>
                <a:spcPct val="100000"/>
              </a:lnSpc>
            </a:pPr>
            <a:r>
              <a:rPr b="0" lang="en-US" sz="3600" spc="-1" strike="noStrike">
                <a:solidFill>
                  <a:schemeClr val="lt1"/>
                </a:solidFill>
                <a:latin typeface="Calibri"/>
              </a:rPr>
              <a:t>The story of john begins with his parents, </a:t>
            </a:r>
            <a:r>
              <a:rPr b="1" lang="en-US" sz="3600" spc="-1" strike="noStrike">
                <a:solidFill>
                  <a:schemeClr val="lt1"/>
                </a:solidFill>
                <a:latin typeface="Calibri"/>
              </a:rPr>
              <a:t>Zechariah and Elizabeth</a:t>
            </a:r>
            <a:r>
              <a:rPr b="0" lang="en-US" sz="3600" spc="-1" strike="noStrike">
                <a:solidFill>
                  <a:schemeClr val="lt1"/>
                </a:solidFill>
                <a:latin typeface="Calibri"/>
              </a:rPr>
              <a:t>, who were both righteous but </a:t>
            </a:r>
            <a:r>
              <a:rPr b="1" lang="en-US" sz="3600" spc="-1" strike="noStrike">
                <a:solidFill>
                  <a:schemeClr val="lt1"/>
                </a:solidFill>
                <a:latin typeface="Calibri"/>
              </a:rPr>
              <a:t>unable to have children</a:t>
            </a:r>
            <a:r>
              <a:rPr b="0" lang="en-US" sz="3600" spc="-1" strike="noStrike">
                <a:solidFill>
                  <a:schemeClr val="lt1"/>
                </a:solidFill>
                <a:latin typeface="Calibri"/>
              </a:rPr>
              <a:t> because Elizabeth was barren and they were old.</a:t>
            </a:r>
            <a:endParaRPr b="0" lang="en-US" sz="3600" spc="-1" strike="noStrike">
              <a:solidFill>
                <a:srgbClr val="000000"/>
              </a:solidFill>
              <a:latin typeface="Arial"/>
            </a:endParaRPr>
          </a:p>
          <a:p>
            <a:pPr algn="ctr" defTabSz="914400">
              <a:lnSpc>
                <a:spcPct val="100000"/>
              </a:lnSpc>
            </a:pPr>
            <a:endParaRPr b="0" lang="en-US" sz="3600" spc="-1" strike="noStrike">
              <a:solidFill>
                <a:srgbClr val="000000"/>
              </a:solidFill>
              <a:latin typeface="Arial"/>
            </a:endParaRPr>
          </a:p>
        </p:txBody>
      </p:sp>
    </p:spTree>
  </p:cSld>
  <p:transition spd="slow">
    <p:push dir="u"/>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4" name="Picture 1"/>
          <p:cNvSpPr/>
          <p:nvPr/>
        </p:nvSpPr>
        <p:spPr>
          <a:xfrm>
            <a:off x="0" y="1828800"/>
            <a:ext cx="5181120" cy="3809520"/>
          </a:xfrm>
          <a:prstGeom prst="roundRect">
            <a:avLst>
              <a:gd name="adj" fmla="val 4167"/>
            </a:avLst>
          </a:prstGeom>
          <a:blipFill rotWithShape="0">
            <a:blip r:embed="rId2"/>
            <a:srcRect/>
            <a:stretch/>
          </a:blipFill>
          <a:ln cap="sq" w="76200">
            <a:solidFill>
              <a:srgbClr val="eaeaea"/>
            </a:solidFill>
            <a:miter/>
          </a:ln>
          <a:effectLst>
            <a:reflection algn="bl" blurRad="12700" dir="5400000" dist="5000" endPos="28000" rotWithShape="0" stA="33000" sy="-100000"/>
          </a:effectLst>
          <a:scene3d>
            <a:camera prst="orthographicFront"/>
            <a:lightRig dir="t" rig="threePt">
              <a:rot lat="0" lon="0" rev="2700000"/>
            </a:lightRig>
          </a:scene3d>
          <a:sp3d contourW="6350">
            <a:bevelT h="38100"/>
            <a:contourClr>
              <a:srgbClr val="c0c0c0"/>
            </a:contourClr>
          </a:sp3d>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5" name="Rectangle 2"/>
          <p:cNvSpPr/>
          <p:nvPr/>
        </p:nvSpPr>
        <p:spPr>
          <a:xfrm>
            <a:off x="3267360" y="380880"/>
            <a:ext cx="3449880" cy="82260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0" lang="en-US" sz="4800" spc="-1" strike="noStrike">
                <a:ln>
                  <a:solidFill>
                    <a:srgbClr val="ffffff"/>
                  </a:solidFill>
                </a:ln>
                <a:solidFill>
                  <a:srgbClr val="ffffff"/>
                </a:solidFill>
                <a:latin typeface="Calibri"/>
              </a:rPr>
              <a:t>AUTHORSHIP</a:t>
            </a:r>
            <a:endParaRPr b="0" lang="en-US" sz="4800" spc="-1" strike="noStrike">
              <a:solidFill>
                <a:srgbClr val="000000"/>
              </a:solidFill>
              <a:latin typeface="Arial"/>
            </a:endParaRPr>
          </a:p>
        </p:txBody>
      </p:sp>
      <p:sp>
        <p:nvSpPr>
          <p:cNvPr id="206" name="TextBox 6"/>
          <p:cNvSpPr/>
          <p:nvPr/>
        </p:nvSpPr>
        <p:spPr>
          <a:xfrm>
            <a:off x="5304240" y="1917000"/>
            <a:ext cx="5689080" cy="4053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2000" spc="-1" strike="noStrike">
                <a:solidFill>
                  <a:schemeClr val="dk1"/>
                </a:solidFill>
                <a:latin typeface="Calibri"/>
              </a:rPr>
              <a:t>1.Traditionally attributed to </a:t>
            </a:r>
            <a:r>
              <a:rPr b="1" lang="en-US" sz="2000" spc="-1" strike="noStrike">
                <a:solidFill>
                  <a:schemeClr val="dk1"/>
                </a:solidFill>
                <a:latin typeface="Calibri"/>
              </a:rPr>
              <a:t>John the Apostle</a:t>
            </a:r>
            <a:r>
              <a:rPr b="0" lang="en-US" sz="2000" spc="-1" strike="noStrike">
                <a:solidFill>
                  <a:schemeClr val="dk1"/>
                </a:solidFill>
                <a:latin typeface="Calibri"/>
              </a:rPr>
              <a:t>, one of Jesus’ closest disciples.</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Calibri"/>
              </a:rPr>
              <a:t>2.John, also called “the disciple whom Jesus loved,” was an eyewitness to Jesus' ministry, crucifixion, and resurrection.</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Calibri"/>
              </a:rPr>
              <a:t>3.The writing style and deep theological focus suggest it was written to strengthen believers and offer a spiritual perspective on Jesus' life.</a:t>
            </a:r>
            <a:endParaRPr b="0" lang="en-US" sz="2000" spc="-1" strike="noStrike">
              <a:solidFill>
                <a:srgbClr val="000000"/>
              </a:solidFill>
              <a:latin typeface="Arial"/>
            </a:endParaRPr>
          </a:p>
          <a:p>
            <a:pPr defTabSz="914400">
              <a:lnSpc>
                <a:spcPct val="100000"/>
              </a:lnSpc>
            </a:pPr>
            <a:endParaRPr b="0" lang="en-US" sz="2000" spc="-1" strike="noStrike">
              <a:solidFill>
                <a:srgbClr val="000000"/>
              </a:solidFill>
              <a:latin typeface="Arial"/>
            </a:endParaRPr>
          </a:p>
          <a:p>
            <a:pPr defTabSz="914400">
              <a:lnSpc>
                <a:spcPct val="100000"/>
              </a:lnSpc>
            </a:pPr>
            <a:r>
              <a:rPr b="0" lang="en-US" sz="2000" spc="-1" strike="noStrike">
                <a:solidFill>
                  <a:schemeClr val="dk1"/>
                </a:solidFill>
                <a:latin typeface="Calibri"/>
              </a:rPr>
              <a:t>3.Likely written between </a:t>
            </a:r>
            <a:r>
              <a:rPr b="1" lang="en-US" sz="2000" spc="-1" strike="noStrike">
                <a:solidFill>
                  <a:schemeClr val="dk1"/>
                </a:solidFill>
                <a:latin typeface="Calibri"/>
              </a:rPr>
              <a:t>AD 80-90</a:t>
            </a:r>
            <a:r>
              <a:rPr b="0" lang="en-US" sz="2000" spc="-1" strike="noStrike">
                <a:solidFill>
                  <a:schemeClr val="dk1"/>
                </a:solidFill>
                <a:latin typeface="Calibri"/>
              </a:rPr>
              <a:t>, addressing both Jewish and Gentile audiences.</a:t>
            </a:r>
            <a:endParaRPr b="0" lang="en-US" sz="2000" spc="-1" strike="noStrike">
              <a:solidFill>
                <a:srgbClr val="000000"/>
              </a:solidFill>
              <a:latin typeface="Arial"/>
            </a:endParaRPr>
          </a:p>
        </p:txBody>
      </p:sp>
    </p:spTree>
  </p:cSld>
  <mc:AlternateContent>
    <mc:Choice Requires="p14">
      <p:transition spd="slow" p14:dur="12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207" name="Picture 4" descr=""/>
          <p:cNvPicPr/>
          <p:nvPr/>
        </p:nvPicPr>
        <p:blipFill>
          <a:blip r:embed="rId2"/>
          <a:stretch/>
        </p:blipFill>
        <p:spPr>
          <a:xfrm>
            <a:off x="7560" y="0"/>
            <a:ext cx="12184200" cy="3809520"/>
          </a:xfrm>
          <a:prstGeom prst="rect">
            <a:avLst/>
          </a:prstGeom>
          <a:ln w="0">
            <a:noFill/>
          </a:ln>
          <a:effectLst>
            <a:softEdge rad="112680"/>
          </a:effectLst>
        </p:spPr>
      </p:pic>
      <p:sp>
        <p:nvSpPr>
          <p:cNvPr id="208" name="TextBox 1"/>
          <p:cNvSpPr/>
          <p:nvPr/>
        </p:nvSpPr>
        <p:spPr>
          <a:xfrm>
            <a:off x="304920" y="3657600"/>
            <a:ext cx="11785320" cy="2651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Calibri"/>
              </a:rPr>
              <a:t>Chapters 1–3: The Beginning of Jesus’ Ministry</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1:</a:t>
            </a:r>
            <a:r>
              <a:rPr b="0" lang="en-US" sz="2800" spc="-1" strike="noStrike">
                <a:solidFill>
                  <a:schemeClr val="dk1"/>
                </a:solidFill>
                <a:latin typeface="Calibri"/>
              </a:rPr>
              <a:t> Jesus is the </a:t>
            </a:r>
            <a:r>
              <a:rPr b="1" lang="en-US" sz="2800" spc="-1" strike="noStrike">
                <a:solidFill>
                  <a:schemeClr val="dk1"/>
                </a:solidFill>
                <a:latin typeface="Calibri"/>
              </a:rPr>
              <a:t>Word (Logos)</a:t>
            </a:r>
            <a:r>
              <a:rPr b="0" lang="en-US" sz="2800" spc="-1" strike="noStrike">
                <a:solidFill>
                  <a:schemeClr val="dk1"/>
                </a:solidFill>
                <a:latin typeface="Calibri"/>
              </a:rPr>
              <a:t> made flesh; John the Baptist testifies about Him.</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2:</a:t>
            </a:r>
            <a:r>
              <a:rPr b="0" lang="en-US" sz="2800" spc="-1" strike="noStrike">
                <a:solidFill>
                  <a:schemeClr val="dk1"/>
                </a:solidFill>
                <a:latin typeface="Calibri"/>
              </a:rPr>
              <a:t> Jesus turns </a:t>
            </a:r>
            <a:r>
              <a:rPr b="1" lang="en-US" sz="2800" spc="-1" strike="noStrike">
                <a:solidFill>
                  <a:schemeClr val="dk1"/>
                </a:solidFill>
                <a:latin typeface="Calibri"/>
              </a:rPr>
              <a:t>water into wine</a:t>
            </a:r>
            <a:r>
              <a:rPr b="0" lang="en-US" sz="2800" spc="-1" strike="noStrike">
                <a:solidFill>
                  <a:schemeClr val="dk1"/>
                </a:solidFill>
                <a:latin typeface="Calibri"/>
              </a:rPr>
              <a:t> and cleanses the temple.</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3:</a:t>
            </a:r>
            <a:r>
              <a:rPr b="0" lang="en-US" sz="2800" spc="-1" strike="noStrike">
                <a:solidFill>
                  <a:schemeClr val="dk1"/>
                </a:solidFill>
                <a:latin typeface="Calibri"/>
              </a:rPr>
              <a:t> Jesus teaches </a:t>
            </a:r>
            <a:r>
              <a:rPr b="1" lang="en-US" sz="2800" spc="-1" strike="noStrike">
                <a:solidFill>
                  <a:schemeClr val="dk1"/>
                </a:solidFill>
                <a:latin typeface="Calibri"/>
              </a:rPr>
              <a:t>Nicodemus</a:t>
            </a:r>
            <a:r>
              <a:rPr b="0" lang="en-US" sz="2800" spc="-1" strike="noStrike">
                <a:solidFill>
                  <a:schemeClr val="dk1"/>
                </a:solidFill>
                <a:latin typeface="Calibri"/>
              </a:rPr>
              <a:t> about being </a:t>
            </a:r>
            <a:r>
              <a:rPr b="1" lang="en-US" sz="2800" spc="-1" strike="noStrike">
                <a:solidFill>
                  <a:schemeClr val="dk1"/>
                </a:solidFill>
                <a:latin typeface="Calibri"/>
              </a:rPr>
              <a:t>born again</a:t>
            </a:r>
            <a:r>
              <a:rPr b="0" lang="en-US" sz="2800" spc="-1" strike="noStrike">
                <a:solidFill>
                  <a:schemeClr val="dk1"/>
                </a:solidFill>
                <a:latin typeface="Calibri"/>
              </a:rPr>
              <a:t> and introduces John 3:16</a:t>
            </a:r>
            <a:r>
              <a:rPr b="0" lang="en-US" sz="2000" spc="-1" strike="noStrike">
                <a:solidFill>
                  <a:schemeClr val="dk1"/>
                </a:solidFill>
                <a:latin typeface="Calibri"/>
              </a:rPr>
              <a:t>.</a:t>
            </a:r>
            <a:endParaRPr b="0" lang="en-US" sz="2000" spc="-1" strike="noStrike">
              <a:solidFill>
                <a:srgbClr val="000000"/>
              </a:solidFill>
              <a:latin typeface="Arial"/>
            </a:endParaRPr>
          </a:p>
        </p:txBody>
      </p:sp>
    </p:spTree>
  </p:cSld>
  <p:transition spd="slow">
    <p:push dir="u"/>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9" name="Rectangle 2"/>
          <p:cNvSpPr/>
          <p:nvPr/>
        </p:nvSpPr>
        <p:spPr>
          <a:xfrm>
            <a:off x="3167640" y="380880"/>
            <a:ext cx="3649680" cy="82260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1" lang="en-US" sz="4800" spc="-1" strike="noStrike">
                <a:solidFill>
                  <a:schemeClr val="dk1"/>
                </a:solidFill>
                <a:latin typeface="Calibri"/>
              </a:rPr>
              <a:t>Chapters 4–6:</a:t>
            </a:r>
            <a:endParaRPr b="0" lang="en-US" sz="4800" spc="-1" strike="noStrike">
              <a:solidFill>
                <a:srgbClr val="000000"/>
              </a:solidFill>
              <a:latin typeface="Arial"/>
            </a:endParaRPr>
          </a:p>
        </p:txBody>
      </p:sp>
      <p:sp>
        <p:nvSpPr>
          <p:cNvPr id="210" name="TextBox 6"/>
          <p:cNvSpPr/>
          <p:nvPr/>
        </p:nvSpPr>
        <p:spPr>
          <a:xfrm>
            <a:off x="5159880" y="2277000"/>
            <a:ext cx="5689080" cy="2224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000" spc="-1" strike="noStrike">
                <a:solidFill>
                  <a:schemeClr val="dk1"/>
                </a:solidFill>
                <a:latin typeface="Calibri"/>
              </a:rPr>
              <a:t>Chapters 4–6: The Living Water and Bread of Life</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4:</a:t>
            </a:r>
            <a:r>
              <a:rPr b="0" lang="en-US" sz="2000" spc="-1" strike="noStrike">
                <a:solidFill>
                  <a:schemeClr val="dk1"/>
                </a:solidFill>
                <a:latin typeface="Calibri"/>
              </a:rPr>
              <a:t> Jesus meets the </a:t>
            </a:r>
            <a:r>
              <a:rPr b="1" lang="en-US" sz="2000" spc="-1" strike="noStrike">
                <a:solidFill>
                  <a:schemeClr val="dk1"/>
                </a:solidFill>
                <a:latin typeface="Calibri"/>
              </a:rPr>
              <a:t>Samaritan woman</a:t>
            </a:r>
            <a:r>
              <a:rPr b="0" lang="en-US" sz="2000" spc="-1" strike="noStrike">
                <a:solidFill>
                  <a:schemeClr val="dk1"/>
                </a:solidFill>
                <a:latin typeface="Calibri"/>
              </a:rPr>
              <a:t> and offers her </a:t>
            </a:r>
            <a:r>
              <a:rPr b="1" lang="en-US" sz="2000" spc="-1" strike="noStrike">
                <a:solidFill>
                  <a:schemeClr val="dk1"/>
                </a:solidFill>
                <a:latin typeface="Calibri"/>
              </a:rPr>
              <a:t>living water</a:t>
            </a:r>
            <a:r>
              <a:rPr b="0" lang="en-US" sz="2000" spc="-1" strike="noStrike">
                <a:solidFill>
                  <a:schemeClr val="dk1"/>
                </a:solidFill>
                <a:latin typeface="Calibri"/>
              </a:rPr>
              <a:t>.</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5:</a:t>
            </a:r>
            <a:r>
              <a:rPr b="0" lang="en-US" sz="2000" spc="-1" strike="noStrike">
                <a:solidFill>
                  <a:schemeClr val="dk1"/>
                </a:solidFill>
                <a:latin typeface="Calibri"/>
              </a:rPr>
              <a:t> Jesus heals a paralyzed man and teaches about His </a:t>
            </a:r>
            <a:r>
              <a:rPr b="1" lang="en-US" sz="2000" spc="-1" strike="noStrike">
                <a:solidFill>
                  <a:schemeClr val="dk1"/>
                </a:solidFill>
                <a:latin typeface="Calibri"/>
              </a:rPr>
              <a:t>authority as the Son of God</a:t>
            </a:r>
            <a:r>
              <a:rPr b="0" lang="en-US" sz="2000" spc="-1" strike="noStrike">
                <a:solidFill>
                  <a:schemeClr val="dk1"/>
                </a:solidFill>
                <a:latin typeface="Calibri"/>
              </a:rPr>
              <a:t>.</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6:</a:t>
            </a:r>
            <a:r>
              <a:rPr b="0" lang="en-US" sz="2000" spc="-1" strike="noStrike">
                <a:solidFill>
                  <a:schemeClr val="dk1"/>
                </a:solidFill>
                <a:latin typeface="Calibri"/>
              </a:rPr>
              <a:t> Jesus feeds the </a:t>
            </a:r>
            <a:r>
              <a:rPr b="1" lang="en-US" sz="2000" spc="-1" strike="noStrike">
                <a:solidFill>
                  <a:schemeClr val="dk1"/>
                </a:solidFill>
                <a:latin typeface="Calibri"/>
              </a:rPr>
              <a:t>5,000</a:t>
            </a:r>
            <a:r>
              <a:rPr b="0" lang="en-US" sz="2000" spc="-1" strike="noStrike">
                <a:solidFill>
                  <a:schemeClr val="dk1"/>
                </a:solidFill>
                <a:latin typeface="Calibri"/>
              </a:rPr>
              <a:t> and declares, </a:t>
            </a:r>
            <a:r>
              <a:rPr b="1" lang="en-US" sz="2000" spc="-1" strike="noStrike">
                <a:solidFill>
                  <a:schemeClr val="dk1"/>
                </a:solidFill>
                <a:latin typeface="Calibri"/>
              </a:rPr>
              <a:t>“I am the Bread of Life.”</a:t>
            </a:r>
            <a:endParaRPr b="0" lang="en-US" sz="2000" spc="-1" strike="noStrike">
              <a:solidFill>
                <a:srgbClr val="000000"/>
              </a:solidFill>
              <a:latin typeface="Arial"/>
            </a:endParaRPr>
          </a:p>
        </p:txBody>
      </p:sp>
      <p:pic>
        <p:nvPicPr>
          <p:cNvPr id="211" name="Picture 4" descr="Buy Art Print - the Samaritan Woman - Christian Art Online in India - Etsy"/>
          <p:cNvPicPr/>
          <p:nvPr/>
        </p:nvPicPr>
        <p:blipFill>
          <a:blip r:embed="rId2"/>
          <a:stretch/>
        </p:blipFill>
        <p:spPr>
          <a:xfrm>
            <a:off x="0" y="1472040"/>
            <a:ext cx="4727880" cy="4395240"/>
          </a:xfrm>
          <a:prstGeom prst="rect">
            <a:avLst/>
          </a:prstGeom>
          <a:ln w="0">
            <a:noFill/>
          </a:ln>
          <a:effectLst>
            <a:softEdge rad="112680"/>
          </a:effectLst>
        </p:spPr>
      </p:pic>
    </p:spTree>
  </p:cSld>
  <p:transition spd="slow">
    <p:push dir="u"/>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12" name="Rectangle 2"/>
          <p:cNvSpPr/>
          <p:nvPr/>
        </p:nvSpPr>
        <p:spPr>
          <a:xfrm>
            <a:off x="3167640" y="380880"/>
            <a:ext cx="3649680" cy="822600"/>
          </a:xfrm>
          <a:prstGeom prst="rect">
            <a:avLst/>
          </a:prstGeom>
          <a:noFill/>
          <a:ln w="0">
            <a:noFill/>
          </a:ln>
        </p:spPr>
        <p:style>
          <a:lnRef idx="0"/>
          <a:fillRef idx="0"/>
          <a:effectRef idx="0"/>
          <a:fontRef idx="minor"/>
        </p:style>
        <p:txBody>
          <a:bodyPr wrap="none" anchor="t">
            <a:spAutoFit/>
          </a:bodyPr>
          <a:p>
            <a:pPr algn="ctr" defTabSz="914400">
              <a:lnSpc>
                <a:spcPct val="100000"/>
              </a:lnSpc>
            </a:pPr>
            <a:r>
              <a:rPr b="1" lang="en-US" sz="4800" spc="-1" strike="noStrike">
                <a:solidFill>
                  <a:schemeClr val="dk1"/>
                </a:solidFill>
                <a:latin typeface="Calibri"/>
              </a:rPr>
              <a:t>Chapters 7–9:</a:t>
            </a:r>
            <a:endParaRPr b="0" lang="en-US" sz="4800" spc="-1" strike="noStrike">
              <a:solidFill>
                <a:srgbClr val="000000"/>
              </a:solidFill>
              <a:latin typeface="Arial"/>
            </a:endParaRPr>
          </a:p>
        </p:txBody>
      </p:sp>
      <p:sp>
        <p:nvSpPr>
          <p:cNvPr id="213" name="TextBox 6"/>
          <p:cNvSpPr/>
          <p:nvPr/>
        </p:nvSpPr>
        <p:spPr>
          <a:xfrm>
            <a:off x="5087520" y="2636640"/>
            <a:ext cx="5689080" cy="2224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000" spc="-1" strike="noStrike">
                <a:solidFill>
                  <a:schemeClr val="dk1"/>
                </a:solidFill>
                <a:latin typeface="Calibri"/>
              </a:rPr>
              <a:t>Chapters 7–9: Jesus as the Light of the World</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7:</a:t>
            </a:r>
            <a:r>
              <a:rPr b="0" lang="en-US" sz="2000" spc="-1" strike="noStrike">
                <a:solidFill>
                  <a:schemeClr val="dk1"/>
                </a:solidFill>
                <a:latin typeface="Calibri"/>
              </a:rPr>
              <a:t> Jesus teaches at the </a:t>
            </a:r>
            <a:r>
              <a:rPr b="1" lang="en-US" sz="2000" spc="-1" strike="noStrike">
                <a:solidFill>
                  <a:schemeClr val="dk1"/>
                </a:solidFill>
                <a:latin typeface="Calibri"/>
              </a:rPr>
              <a:t>Feast of Tabernacles</a:t>
            </a:r>
            <a:r>
              <a:rPr b="0" lang="en-US" sz="2000" spc="-1" strike="noStrike">
                <a:solidFill>
                  <a:schemeClr val="dk1"/>
                </a:solidFill>
                <a:latin typeface="Calibri"/>
              </a:rPr>
              <a:t>, causing division among the people.</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8:</a:t>
            </a:r>
            <a:r>
              <a:rPr b="0" lang="en-US" sz="2000" spc="-1" strike="noStrike">
                <a:solidFill>
                  <a:schemeClr val="dk1"/>
                </a:solidFill>
                <a:latin typeface="Calibri"/>
              </a:rPr>
              <a:t> Jesus forgives the woman caught in </a:t>
            </a:r>
            <a:r>
              <a:rPr b="1" lang="en-US" sz="2000" spc="-1" strike="noStrike">
                <a:solidFill>
                  <a:schemeClr val="dk1"/>
                </a:solidFill>
                <a:latin typeface="Calibri"/>
              </a:rPr>
              <a:t>adultery</a:t>
            </a:r>
            <a:r>
              <a:rPr b="0" lang="en-US" sz="2000" spc="-1" strike="noStrike">
                <a:solidFill>
                  <a:schemeClr val="dk1"/>
                </a:solidFill>
                <a:latin typeface="Calibri"/>
              </a:rPr>
              <a:t> and declares, </a:t>
            </a:r>
            <a:r>
              <a:rPr b="1" lang="en-US" sz="2000" spc="-1" strike="noStrike">
                <a:solidFill>
                  <a:schemeClr val="dk1"/>
                </a:solidFill>
                <a:latin typeface="Calibri"/>
              </a:rPr>
              <a:t>“I am the Light of the World.”</a:t>
            </a:r>
            <a:endParaRPr b="0" lang="en-US" sz="2000" spc="-1" strike="noStrike">
              <a:solidFill>
                <a:srgbClr val="000000"/>
              </a:solidFill>
              <a:latin typeface="Arial"/>
            </a:endParaRPr>
          </a:p>
          <a:p>
            <a:pPr defTabSz="914400">
              <a:lnSpc>
                <a:spcPct val="100000"/>
              </a:lnSpc>
            </a:pPr>
            <a:r>
              <a:rPr b="1" lang="en-US" sz="2000" spc="-1" strike="noStrike">
                <a:solidFill>
                  <a:schemeClr val="dk1"/>
                </a:solidFill>
                <a:latin typeface="Calibri"/>
              </a:rPr>
              <a:t>John 9:</a:t>
            </a:r>
            <a:r>
              <a:rPr b="0" lang="en-US" sz="2000" spc="-1" strike="noStrike">
                <a:solidFill>
                  <a:schemeClr val="dk1"/>
                </a:solidFill>
                <a:latin typeface="Calibri"/>
              </a:rPr>
              <a:t> Jesus heals a </a:t>
            </a:r>
            <a:r>
              <a:rPr b="1" lang="en-US" sz="2000" spc="-1" strike="noStrike">
                <a:solidFill>
                  <a:schemeClr val="dk1"/>
                </a:solidFill>
                <a:latin typeface="Calibri"/>
              </a:rPr>
              <a:t>blind man</a:t>
            </a:r>
            <a:r>
              <a:rPr b="0" lang="en-US" sz="2000" spc="-1" strike="noStrike">
                <a:solidFill>
                  <a:schemeClr val="dk1"/>
                </a:solidFill>
                <a:latin typeface="Calibri"/>
              </a:rPr>
              <a:t>, exposing the Pharisees’ spiritual blindness.</a:t>
            </a:r>
            <a:endParaRPr b="0" lang="en-US" sz="2000" spc="-1" strike="noStrike">
              <a:solidFill>
                <a:srgbClr val="000000"/>
              </a:solidFill>
              <a:latin typeface="Arial"/>
            </a:endParaRPr>
          </a:p>
        </p:txBody>
      </p:sp>
      <p:sp>
        <p:nvSpPr>
          <p:cNvPr id="214" name="AutoShape 4"/>
          <p:cNvSpPr/>
          <p:nvPr/>
        </p:nvSpPr>
        <p:spPr>
          <a:xfrm>
            <a:off x="207360" y="-144360"/>
            <a:ext cx="406080" cy="30456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pc="-1" strike="noStrike">
              <a:solidFill>
                <a:schemeClr val="dk1"/>
              </a:solidFill>
              <a:latin typeface="Calibri"/>
            </a:endParaRPr>
          </a:p>
        </p:txBody>
      </p:sp>
      <p:sp>
        <p:nvSpPr>
          <p:cNvPr id="215" name="AutoShape 6"/>
          <p:cNvSpPr/>
          <p:nvPr/>
        </p:nvSpPr>
        <p:spPr>
          <a:xfrm>
            <a:off x="410760" y="7920"/>
            <a:ext cx="406080" cy="30456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pc="-1" strike="noStrike">
              <a:solidFill>
                <a:schemeClr val="dk1"/>
              </a:solidFill>
              <a:latin typeface="Calibri"/>
            </a:endParaRPr>
          </a:p>
        </p:txBody>
      </p:sp>
      <p:sp>
        <p:nvSpPr>
          <p:cNvPr id="216" name="Picture 8"/>
          <p:cNvSpPr/>
          <p:nvPr/>
        </p:nvSpPr>
        <p:spPr>
          <a:xfrm>
            <a:off x="-24840" y="3013200"/>
            <a:ext cx="4746240" cy="3526560"/>
          </a:xfrm>
          <a:prstGeom prst="ellipse">
            <a:avLst/>
          </a:prstGeom>
          <a:blipFill rotWithShape="0">
            <a:blip r:embed="rId2"/>
            <a:srcRect/>
            <a:stretch/>
          </a:blipFill>
          <a:ln cap="rnd" w="63500">
            <a:solidFill>
              <a:srgbClr val="333333"/>
            </a:solidFill>
            <a:round/>
          </a:ln>
          <a:effectLst>
            <a:outerShdw blurRad="380880" dir="5400000" dist="291960" rotWithShape="0" sx="-80000" sy="-18000">
              <a:srgbClr val="000000">
                <a:alpha val="22000"/>
              </a:srgbClr>
            </a:outerShdw>
          </a:effectLst>
          <a:scene3d>
            <a:camera prst="orthographicFront"/>
            <a:lightRig dir="t" rig="contrasting">
              <a:rot lat="0" lon="0" rev="3000000"/>
            </a:lightRig>
          </a:scene3d>
          <a:sp3d contourW="7620">
            <a:bevelT w="95250" h="31750"/>
            <a:contourClr>
              <a:srgbClr val="333333"/>
            </a:contourClr>
          </a:sp3d>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p:transition spd="slow">
    <p:push dir="u"/>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17" name="Rectangle 3"/>
          <p:cNvSpPr/>
          <p:nvPr/>
        </p:nvSpPr>
        <p:spPr>
          <a:xfrm>
            <a:off x="1117440" y="979560"/>
            <a:ext cx="9448560" cy="3992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200" spc="-1" strike="noStrike">
                <a:solidFill>
                  <a:schemeClr val="dk1"/>
                </a:solidFill>
                <a:latin typeface="Calibri"/>
              </a:rPr>
              <a:t>Chapters 10–12: The Good Shepherd and the Coming Glory</a:t>
            </a:r>
            <a:endParaRPr b="0" lang="en-US" sz="3200" spc="-1" strike="noStrike">
              <a:solidFill>
                <a:srgbClr val="000000"/>
              </a:solidFill>
              <a:latin typeface="Arial"/>
            </a:endParaRPr>
          </a:p>
          <a:p>
            <a:pPr defTabSz="914400">
              <a:lnSpc>
                <a:spcPct val="100000"/>
              </a:lnSpc>
            </a:pPr>
            <a:r>
              <a:rPr b="1" lang="en-US" sz="3200" spc="-1" strike="noStrike">
                <a:solidFill>
                  <a:schemeClr val="dk1"/>
                </a:solidFill>
                <a:latin typeface="Calibri"/>
              </a:rPr>
              <a:t>John 10:</a:t>
            </a:r>
            <a:r>
              <a:rPr b="0" lang="en-US" sz="3200" spc="-1" strike="noStrike">
                <a:solidFill>
                  <a:schemeClr val="dk1"/>
                </a:solidFill>
                <a:latin typeface="Calibri"/>
              </a:rPr>
              <a:t> Jesus describes Himself as the </a:t>
            </a:r>
            <a:r>
              <a:rPr b="1" lang="en-US" sz="3200" spc="-1" strike="noStrike">
                <a:solidFill>
                  <a:schemeClr val="dk1"/>
                </a:solidFill>
                <a:latin typeface="Calibri"/>
              </a:rPr>
              <a:t>Good Shepherd</a:t>
            </a:r>
            <a:r>
              <a:rPr b="0" lang="en-US" sz="3200" spc="-1" strike="noStrike">
                <a:solidFill>
                  <a:schemeClr val="dk1"/>
                </a:solidFill>
                <a:latin typeface="Calibri"/>
              </a:rPr>
              <a:t> who lays down His life.</a:t>
            </a:r>
            <a:endParaRPr b="0" lang="en-US" sz="3200" spc="-1" strike="noStrike">
              <a:solidFill>
                <a:srgbClr val="000000"/>
              </a:solidFill>
              <a:latin typeface="Arial"/>
            </a:endParaRPr>
          </a:p>
          <a:p>
            <a:pPr defTabSz="914400">
              <a:lnSpc>
                <a:spcPct val="100000"/>
              </a:lnSpc>
            </a:pPr>
            <a:r>
              <a:rPr b="1" lang="en-US" sz="3200" spc="-1" strike="noStrike">
                <a:solidFill>
                  <a:schemeClr val="dk1"/>
                </a:solidFill>
                <a:latin typeface="Calibri"/>
              </a:rPr>
              <a:t>John 11:</a:t>
            </a:r>
            <a:r>
              <a:rPr b="0" lang="en-US" sz="3200" spc="-1" strike="noStrike">
                <a:solidFill>
                  <a:schemeClr val="dk1"/>
                </a:solidFill>
                <a:latin typeface="Calibri"/>
              </a:rPr>
              <a:t> Jesus raises </a:t>
            </a:r>
            <a:r>
              <a:rPr b="1" lang="en-US" sz="3200" spc="-1" strike="noStrike">
                <a:solidFill>
                  <a:schemeClr val="dk1"/>
                </a:solidFill>
                <a:latin typeface="Calibri"/>
              </a:rPr>
              <a:t>Lazarus</a:t>
            </a:r>
            <a:r>
              <a:rPr b="0" lang="en-US" sz="3200" spc="-1" strike="noStrike">
                <a:solidFill>
                  <a:schemeClr val="dk1"/>
                </a:solidFill>
                <a:latin typeface="Calibri"/>
              </a:rPr>
              <a:t> from the dead, proving His power over death.</a:t>
            </a:r>
            <a:endParaRPr b="0" lang="en-US" sz="3200" spc="-1" strike="noStrike">
              <a:solidFill>
                <a:srgbClr val="000000"/>
              </a:solidFill>
              <a:latin typeface="Arial"/>
            </a:endParaRPr>
          </a:p>
          <a:p>
            <a:pPr defTabSz="914400">
              <a:lnSpc>
                <a:spcPct val="100000"/>
              </a:lnSpc>
            </a:pPr>
            <a:r>
              <a:rPr b="1" lang="en-US" sz="3200" spc="-1" strike="noStrike">
                <a:solidFill>
                  <a:schemeClr val="dk1"/>
                </a:solidFill>
                <a:latin typeface="Calibri"/>
              </a:rPr>
              <a:t>John 12:</a:t>
            </a:r>
            <a:r>
              <a:rPr b="0" lang="en-US" sz="3200" spc="-1" strike="noStrike">
                <a:solidFill>
                  <a:schemeClr val="dk1"/>
                </a:solidFill>
                <a:latin typeface="Calibri"/>
              </a:rPr>
              <a:t> Jesus enters </a:t>
            </a:r>
            <a:r>
              <a:rPr b="1" lang="en-US" sz="3200" spc="-1" strike="noStrike">
                <a:solidFill>
                  <a:schemeClr val="dk1"/>
                </a:solidFill>
                <a:latin typeface="Calibri"/>
              </a:rPr>
              <a:t>Jerusalem</a:t>
            </a:r>
            <a:r>
              <a:rPr b="0" lang="en-US" sz="3200" spc="-1" strike="noStrike">
                <a:solidFill>
                  <a:schemeClr val="dk1"/>
                </a:solidFill>
                <a:latin typeface="Calibri"/>
              </a:rPr>
              <a:t> as a king, but He speaks about His upcoming death.</a:t>
            </a:r>
            <a:endParaRPr b="0" lang="en-US" sz="3200" spc="-1" strike="noStrike">
              <a:solidFill>
                <a:srgbClr val="000000"/>
              </a:solidFill>
              <a:latin typeface="Arial"/>
            </a:endParaRPr>
          </a:p>
        </p:txBody>
      </p:sp>
    </p:spTree>
  </p:cSld>
  <p:transition spd="slow">
    <p:push dir="u"/>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18" name="Rectangle 3"/>
          <p:cNvSpPr/>
          <p:nvPr/>
        </p:nvSpPr>
        <p:spPr>
          <a:xfrm>
            <a:off x="1015920" y="762120"/>
            <a:ext cx="9346680" cy="3078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Calibri"/>
              </a:rPr>
              <a:t>Chapters 13–15: Love, Service, and the Vine</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13:</a:t>
            </a:r>
            <a:r>
              <a:rPr b="0" lang="en-US" sz="2800" spc="-1" strike="noStrike">
                <a:solidFill>
                  <a:schemeClr val="dk1"/>
                </a:solidFill>
                <a:latin typeface="Calibri"/>
              </a:rPr>
              <a:t> Jesus washes the </a:t>
            </a:r>
            <a:r>
              <a:rPr b="1" lang="en-US" sz="2800" spc="-1" strike="noStrike">
                <a:solidFill>
                  <a:schemeClr val="dk1"/>
                </a:solidFill>
                <a:latin typeface="Calibri"/>
              </a:rPr>
              <a:t>disciples' feet</a:t>
            </a:r>
            <a:r>
              <a:rPr b="0" lang="en-US" sz="2800" spc="-1" strike="noStrike">
                <a:solidFill>
                  <a:schemeClr val="dk1"/>
                </a:solidFill>
                <a:latin typeface="Calibri"/>
              </a:rPr>
              <a:t> and predicts His betrayal.</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14:</a:t>
            </a:r>
            <a:r>
              <a:rPr b="0" lang="en-US" sz="2800" spc="-1" strike="noStrike">
                <a:solidFill>
                  <a:schemeClr val="dk1"/>
                </a:solidFill>
                <a:latin typeface="Calibri"/>
              </a:rPr>
              <a:t> Jesus comforts His disciples, saying, </a:t>
            </a:r>
            <a:r>
              <a:rPr b="1" lang="en-US" sz="2800" spc="-1" strike="noStrike">
                <a:solidFill>
                  <a:schemeClr val="dk1"/>
                </a:solidFill>
                <a:latin typeface="Calibri"/>
              </a:rPr>
              <a:t>“I am the Way, the Truth, and the Life.”</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 15:</a:t>
            </a:r>
            <a:r>
              <a:rPr b="0" lang="en-US" sz="2800" spc="-1" strike="noStrike">
                <a:solidFill>
                  <a:schemeClr val="dk1"/>
                </a:solidFill>
                <a:latin typeface="Calibri"/>
              </a:rPr>
              <a:t> Jesus teaches about </a:t>
            </a:r>
            <a:r>
              <a:rPr b="1" lang="en-US" sz="2800" spc="-1" strike="noStrike">
                <a:solidFill>
                  <a:schemeClr val="dk1"/>
                </a:solidFill>
                <a:latin typeface="Calibri"/>
              </a:rPr>
              <a:t>abiding in Him</a:t>
            </a:r>
            <a:r>
              <a:rPr b="0" lang="en-US" sz="2800" spc="-1" strike="noStrike">
                <a:solidFill>
                  <a:schemeClr val="dk1"/>
                </a:solidFill>
                <a:latin typeface="Calibri"/>
              </a:rPr>
              <a:t> as the </a:t>
            </a:r>
            <a:r>
              <a:rPr b="1" lang="en-US" sz="2800" spc="-1" strike="noStrike">
                <a:solidFill>
                  <a:schemeClr val="dk1"/>
                </a:solidFill>
                <a:latin typeface="Calibri"/>
              </a:rPr>
              <a:t>True Vine</a:t>
            </a:r>
            <a:r>
              <a:rPr b="0" lang="en-US" sz="2800" spc="-1" strike="noStrike">
                <a:solidFill>
                  <a:schemeClr val="dk1"/>
                </a:solidFill>
                <a:latin typeface="Calibri"/>
              </a:rPr>
              <a:t>.</a:t>
            </a:r>
            <a:endParaRPr b="0" lang="en-US" sz="2800" spc="-1" strike="noStrike">
              <a:solidFill>
                <a:srgbClr val="000000"/>
              </a:solidFill>
              <a:latin typeface="Arial"/>
            </a:endParaRPr>
          </a:p>
          <a:p>
            <a:pPr defTabSz="914400">
              <a:lnSpc>
                <a:spcPct val="100000"/>
              </a:lnSpc>
            </a:pPr>
            <a:endParaRPr b="0" lang="en-US" sz="2800" spc="-1" strike="noStrike">
              <a:solidFill>
                <a:srgbClr val="000000"/>
              </a:solidFill>
              <a:latin typeface="Arial"/>
            </a:endParaRPr>
          </a:p>
        </p:txBody>
      </p:sp>
    </p:spTree>
  </p:cSld>
  <p:transition spd="slow">
    <p:push dir="u"/>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19"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ctr">
            <a:normAutofit/>
          </a:bodyPr>
          <a:p>
            <a:pPr indent="0" algn="ctr" defTabSz="914400">
              <a:lnSpc>
                <a:spcPct val="100000"/>
              </a:lnSpc>
              <a:buNone/>
            </a:pPr>
            <a:r>
              <a:rPr b="1" lang="en-US" sz="4400" spc="-1" strike="noStrike">
                <a:solidFill>
                  <a:schemeClr val="dk1"/>
                </a:solidFill>
                <a:latin typeface="Calibri"/>
              </a:rPr>
              <a:t>Chapters 16–18</a:t>
            </a:r>
            <a:endParaRPr b="0" lang="en-US" sz="4400" spc="-1" strike="noStrike">
              <a:solidFill>
                <a:schemeClr val="dk1"/>
              </a:solidFill>
              <a:latin typeface="Calibri"/>
            </a:endParaRPr>
          </a:p>
        </p:txBody>
      </p:sp>
      <p:sp>
        <p:nvSpPr>
          <p:cNvPr id="220" name="PlaceHolder 2"/>
          <p:cNvSpPr>
            <a:spLocks noGrp="1"/>
          </p:cNvSpPr>
          <p:nvPr>
            <p:ph/>
          </p:nvPr>
        </p:nvSpPr>
        <p:spPr>
          <a:xfrm>
            <a:off x="609480" y="1600200"/>
            <a:ext cx="10972440" cy="4525560"/>
          </a:xfrm>
          <a:prstGeom prst="rect">
            <a:avLst/>
          </a:prstGeom>
          <a:noFill/>
          <a:ln w="0">
            <a:noFill/>
          </a:ln>
        </p:spPr>
        <p:txBody>
          <a:bodyPr lIns="91440" rIns="91440" tIns="45720" bIns="45720" anchor="t">
            <a:normAutofit/>
          </a:bodyPr>
          <a:p>
            <a:pPr marL="343080" indent="-343080" defTabSz="914400">
              <a:lnSpc>
                <a:spcPct val="100000"/>
              </a:lnSpc>
              <a:spcBef>
                <a:spcPts val="641"/>
              </a:spcBef>
              <a:buClr>
                <a:srgbClr val="000000"/>
              </a:buClr>
              <a:buFont typeface="Arial"/>
              <a:buChar char="•"/>
            </a:pPr>
            <a:r>
              <a:rPr b="1" lang="en-US" sz="3200" spc="-1" strike="noStrike">
                <a:solidFill>
                  <a:schemeClr val="dk1"/>
                </a:solidFill>
                <a:latin typeface="Calibri"/>
              </a:rPr>
              <a:t>Chapters 16–18: The Holy Spirit, Prayer, and Betrayal</a:t>
            </a:r>
            <a:endParaRPr b="0" lang="en-US" sz="3200" spc="-1" strike="noStrike">
              <a:solidFill>
                <a:schemeClr val="dk1"/>
              </a:solidFill>
              <a:latin typeface="Calibri"/>
            </a:endParaRPr>
          </a:p>
          <a:p>
            <a:pPr marL="343080" indent="-343080" defTabSz="914400">
              <a:lnSpc>
                <a:spcPct val="100000"/>
              </a:lnSpc>
              <a:spcBef>
                <a:spcPts val="641"/>
              </a:spcBef>
              <a:buClr>
                <a:srgbClr val="000000"/>
              </a:buClr>
              <a:buFont typeface="Arial"/>
              <a:buChar char="•"/>
            </a:pPr>
            <a:r>
              <a:rPr b="1" lang="en-US" sz="3200" spc="-1" strike="noStrike">
                <a:solidFill>
                  <a:schemeClr val="dk1"/>
                </a:solidFill>
                <a:latin typeface="Calibri"/>
              </a:rPr>
              <a:t>John 16:</a:t>
            </a:r>
            <a:r>
              <a:rPr b="0" lang="en-US" sz="3200" spc="-1" strike="noStrike">
                <a:solidFill>
                  <a:schemeClr val="dk1"/>
                </a:solidFill>
                <a:latin typeface="Calibri"/>
              </a:rPr>
              <a:t> Jesus promises the </a:t>
            </a:r>
            <a:r>
              <a:rPr b="1" lang="en-US" sz="3200" spc="-1" strike="noStrike">
                <a:solidFill>
                  <a:schemeClr val="dk1"/>
                </a:solidFill>
                <a:latin typeface="Calibri"/>
              </a:rPr>
              <a:t>Holy Spirit</a:t>
            </a:r>
            <a:r>
              <a:rPr b="0" lang="en-US" sz="3200" spc="-1" strike="noStrike">
                <a:solidFill>
                  <a:schemeClr val="dk1"/>
                </a:solidFill>
                <a:latin typeface="Calibri"/>
              </a:rPr>
              <a:t> to guide His followers.</a:t>
            </a:r>
            <a:endParaRPr b="0" lang="en-US" sz="3200" spc="-1" strike="noStrike">
              <a:solidFill>
                <a:schemeClr val="dk1"/>
              </a:solidFill>
              <a:latin typeface="Calibri"/>
            </a:endParaRPr>
          </a:p>
          <a:p>
            <a:pPr marL="343080" indent="-343080" defTabSz="914400">
              <a:lnSpc>
                <a:spcPct val="100000"/>
              </a:lnSpc>
              <a:spcBef>
                <a:spcPts val="641"/>
              </a:spcBef>
              <a:buClr>
                <a:srgbClr val="000000"/>
              </a:buClr>
              <a:buFont typeface="Arial"/>
              <a:buChar char="•"/>
            </a:pPr>
            <a:r>
              <a:rPr b="1" lang="en-US" sz="3200" spc="-1" strike="noStrike">
                <a:solidFill>
                  <a:schemeClr val="dk1"/>
                </a:solidFill>
                <a:latin typeface="Calibri"/>
              </a:rPr>
              <a:t>John 17:</a:t>
            </a:r>
            <a:r>
              <a:rPr b="0" lang="en-US" sz="3200" spc="-1" strike="noStrike">
                <a:solidFill>
                  <a:schemeClr val="dk1"/>
                </a:solidFill>
                <a:latin typeface="Calibri"/>
              </a:rPr>
              <a:t> Jesus prays for His disciples and </a:t>
            </a:r>
            <a:r>
              <a:rPr b="1" lang="en-US" sz="3200" spc="-1" strike="noStrike">
                <a:solidFill>
                  <a:schemeClr val="dk1"/>
                </a:solidFill>
                <a:latin typeface="Calibri"/>
              </a:rPr>
              <a:t>all believers</a:t>
            </a:r>
            <a:r>
              <a:rPr b="0" lang="en-US" sz="3200" spc="-1" strike="noStrike">
                <a:solidFill>
                  <a:schemeClr val="dk1"/>
                </a:solidFill>
                <a:latin typeface="Calibri"/>
              </a:rPr>
              <a:t>.</a:t>
            </a:r>
            <a:endParaRPr b="0" lang="en-US" sz="3200" spc="-1" strike="noStrike">
              <a:solidFill>
                <a:schemeClr val="dk1"/>
              </a:solidFill>
              <a:latin typeface="Calibri"/>
            </a:endParaRPr>
          </a:p>
          <a:p>
            <a:pPr marL="343080" indent="-343080" defTabSz="914400">
              <a:lnSpc>
                <a:spcPct val="100000"/>
              </a:lnSpc>
              <a:spcBef>
                <a:spcPts val="641"/>
              </a:spcBef>
              <a:buClr>
                <a:srgbClr val="000000"/>
              </a:buClr>
              <a:buFont typeface="Arial"/>
              <a:buChar char="•"/>
            </a:pPr>
            <a:r>
              <a:rPr b="1" lang="en-US" sz="3200" spc="-1" strike="noStrike">
                <a:solidFill>
                  <a:schemeClr val="dk1"/>
                </a:solidFill>
                <a:latin typeface="Calibri"/>
              </a:rPr>
              <a:t>John 18:</a:t>
            </a:r>
            <a:r>
              <a:rPr b="0" lang="en-US" sz="3200" spc="-1" strike="noStrike">
                <a:solidFill>
                  <a:schemeClr val="dk1"/>
                </a:solidFill>
                <a:latin typeface="Calibri"/>
              </a:rPr>
              <a:t> Jesus is </a:t>
            </a:r>
            <a:r>
              <a:rPr b="1" lang="en-US" sz="3200" spc="-1" strike="noStrike">
                <a:solidFill>
                  <a:schemeClr val="dk1"/>
                </a:solidFill>
                <a:latin typeface="Calibri"/>
              </a:rPr>
              <a:t>arrested and put on trial</a:t>
            </a:r>
            <a:r>
              <a:rPr b="0" lang="en-US" sz="3200" spc="-1" strike="noStrike">
                <a:solidFill>
                  <a:schemeClr val="dk1"/>
                </a:solidFill>
                <a:latin typeface="Calibri"/>
              </a:rPr>
              <a:t>.</a:t>
            </a:r>
            <a:endParaRPr b="0" lang="en-US" sz="3200" spc="-1" strike="noStrike">
              <a:solidFill>
                <a:schemeClr val="dk1"/>
              </a:solidFill>
              <a:latin typeface="Calibri"/>
            </a:endParaRPr>
          </a:p>
          <a:p>
            <a:pPr indent="0" defTabSz="914400">
              <a:lnSpc>
                <a:spcPct val="100000"/>
              </a:lnSpc>
              <a:spcBef>
                <a:spcPts val="641"/>
              </a:spcBef>
              <a:buNone/>
            </a:pPr>
            <a:endParaRPr b="0" lang="en-US" sz="3200" spc="-1" strike="noStrike">
              <a:solidFill>
                <a:schemeClr val="dk1"/>
              </a:solidFill>
              <a:latin typeface="Calibri"/>
            </a:endParaRPr>
          </a:p>
        </p:txBody>
      </p:sp>
    </p:spTree>
  </p:cSld>
  <p:transition spd="slow">
    <p:push dir="u"/>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Picture 2" descr=""/>
          <p:cNvPicPr/>
          <p:nvPr/>
        </p:nvPicPr>
        <p:blipFill>
          <a:blip r:embed="rId1"/>
          <a:stretch/>
        </p:blipFill>
        <p:spPr>
          <a:xfrm>
            <a:off x="-203040" y="0"/>
            <a:ext cx="12378240" cy="6857640"/>
          </a:xfrm>
          <a:prstGeom prst="rect">
            <a:avLst/>
          </a:prstGeom>
          <a:ln w="0">
            <a:noFill/>
          </a:ln>
        </p:spPr>
      </p:pic>
      <p:sp>
        <p:nvSpPr>
          <p:cNvPr id="222" name="Rectangle 2"/>
          <p:cNvSpPr/>
          <p:nvPr/>
        </p:nvSpPr>
        <p:spPr>
          <a:xfrm>
            <a:off x="119160" y="2349360"/>
            <a:ext cx="10261080" cy="4478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pc="-1" strike="noStrike">
                <a:solidFill>
                  <a:schemeClr val="lt1"/>
                </a:solidFill>
                <a:latin typeface="Calibri"/>
              </a:rPr>
              <a:t>Chapters 19–21: Death, Resurrection, and Restoration</a:t>
            </a:r>
            <a:endParaRPr b="0" lang="en-US" sz="3600" spc="-1" strike="noStrike">
              <a:solidFill>
                <a:srgbClr val="000000"/>
              </a:solidFill>
              <a:latin typeface="Arial"/>
            </a:endParaRPr>
          </a:p>
          <a:p>
            <a:pPr defTabSz="914400">
              <a:lnSpc>
                <a:spcPct val="100000"/>
              </a:lnSpc>
            </a:pPr>
            <a:r>
              <a:rPr b="1" lang="en-US" sz="3600" spc="-1" strike="noStrike">
                <a:solidFill>
                  <a:schemeClr val="lt1"/>
                </a:solidFill>
                <a:latin typeface="Calibri"/>
              </a:rPr>
              <a:t>John 19:</a:t>
            </a:r>
            <a:r>
              <a:rPr b="0" lang="en-US" sz="3600" spc="-1" strike="noStrike">
                <a:solidFill>
                  <a:schemeClr val="lt1"/>
                </a:solidFill>
                <a:latin typeface="Calibri"/>
              </a:rPr>
              <a:t> Jesus is </a:t>
            </a:r>
            <a:r>
              <a:rPr b="1" lang="en-US" sz="3600" spc="-1" strike="noStrike">
                <a:solidFill>
                  <a:schemeClr val="lt1"/>
                </a:solidFill>
                <a:latin typeface="Calibri"/>
              </a:rPr>
              <a:t>crucified and buried</a:t>
            </a:r>
            <a:r>
              <a:rPr b="0" lang="en-US" sz="3600" spc="-1" strike="noStrike">
                <a:solidFill>
                  <a:schemeClr val="lt1"/>
                </a:solidFill>
                <a:latin typeface="Calibri"/>
              </a:rPr>
              <a:t>.</a:t>
            </a:r>
            <a:endParaRPr b="0" lang="en-US" sz="3600" spc="-1" strike="noStrike">
              <a:solidFill>
                <a:srgbClr val="000000"/>
              </a:solidFill>
              <a:latin typeface="Arial"/>
            </a:endParaRPr>
          </a:p>
          <a:p>
            <a:pPr defTabSz="914400">
              <a:lnSpc>
                <a:spcPct val="100000"/>
              </a:lnSpc>
            </a:pPr>
            <a:r>
              <a:rPr b="1" lang="en-US" sz="3600" spc="-1" strike="noStrike">
                <a:solidFill>
                  <a:schemeClr val="lt1"/>
                </a:solidFill>
                <a:latin typeface="Calibri"/>
              </a:rPr>
              <a:t>John 20:</a:t>
            </a:r>
            <a:r>
              <a:rPr b="0" lang="en-US" sz="3600" spc="-1" strike="noStrike">
                <a:solidFill>
                  <a:schemeClr val="lt1"/>
                </a:solidFill>
                <a:latin typeface="Calibri"/>
              </a:rPr>
              <a:t> Jesus </a:t>
            </a:r>
            <a:r>
              <a:rPr b="1" lang="en-US" sz="3600" spc="-1" strike="noStrike">
                <a:solidFill>
                  <a:schemeClr val="lt1"/>
                </a:solidFill>
                <a:latin typeface="Calibri"/>
              </a:rPr>
              <a:t>rises from the dead</a:t>
            </a:r>
            <a:r>
              <a:rPr b="0" lang="en-US" sz="3600" spc="-1" strike="noStrike">
                <a:solidFill>
                  <a:schemeClr val="lt1"/>
                </a:solidFill>
                <a:latin typeface="Calibri"/>
              </a:rPr>
              <a:t> and appears to His disciples.</a:t>
            </a:r>
            <a:endParaRPr b="0" lang="en-US" sz="3600" spc="-1" strike="noStrike">
              <a:solidFill>
                <a:srgbClr val="000000"/>
              </a:solidFill>
              <a:latin typeface="Arial"/>
            </a:endParaRPr>
          </a:p>
          <a:p>
            <a:pPr defTabSz="914400">
              <a:lnSpc>
                <a:spcPct val="100000"/>
              </a:lnSpc>
            </a:pPr>
            <a:r>
              <a:rPr b="1" lang="en-US" sz="3600" spc="-1" strike="noStrike">
                <a:solidFill>
                  <a:schemeClr val="lt1"/>
                </a:solidFill>
                <a:latin typeface="Calibri"/>
              </a:rPr>
              <a:t>John 21:</a:t>
            </a:r>
            <a:r>
              <a:rPr b="0" lang="en-US" sz="3600" spc="-1" strike="noStrike">
                <a:solidFill>
                  <a:schemeClr val="lt1"/>
                </a:solidFill>
                <a:latin typeface="Calibri"/>
              </a:rPr>
              <a:t> Jesus </a:t>
            </a:r>
            <a:r>
              <a:rPr b="1" lang="en-US" sz="3600" spc="-1" strike="noStrike">
                <a:solidFill>
                  <a:schemeClr val="lt1"/>
                </a:solidFill>
                <a:latin typeface="Calibri"/>
              </a:rPr>
              <a:t>restores Peter</a:t>
            </a:r>
            <a:r>
              <a:rPr b="0" lang="en-US" sz="3600" spc="-1" strike="noStrike">
                <a:solidFill>
                  <a:schemeClr val="lt1"/>
                </a:solidFill>
                <a:latin typeface="Calibri"/>
              </a:rPr>
              <a:t> and commissions His followers.</a:t>
            </a:r>
            <a:endParaRPr b="0" lang="en-US" sz="3600" spc="-1" strike="noStrike">
              <a:solidFill>
                <a:srgbClr val="000000"/>
              </a:solidFill>
              <a:latin typeface="Arial"/>
            </a:endParaRPr>
          </a:p>
          <a:p>
            <a:pPr defTabSz="914400">
              <a:lnSpc>
                <a:spcPct val="100000"/>
              </a:lnSpc>
            </a:pPr>
            <a:endParaRPr b="0" lang="en-US" sz="3600" spc="-1" strike="noStrike">
              <a:solidFill>
                <a:srgbClr val="000000"/>
              </a:solidFill>
              <a:latin typeface="Arial"/>
            </a:endParaRPr>
          </a:p>
        </p:txBody>
      </p:sp>
    </p:spTree>
  </p:cSld>
  <p:transition spd="slow">
    <p:push dir="u"/>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23" name="PlaceHolder 1"/>
          <p:cNvSpPr>
            <a:spLocks noGrp="1"/>
          </p:cNvSpPr>
          <p:nvPr>
            <p:ph type="title"/>
          </p:nvPr>
        </p:nvSpPr>
        <p:spPr>
          <a:xfrm>
            <a:off x="119520" y="981000"/>
            <a:ext cx="10972440" cy="1180080"/>
          </a:xfrm>
          <a:prstGeom prst="rect">
            <a:avLst/>
          </a:prstGeom>
          <a:noFill/>
          <a:ln w="0">
            <a:noFill/>
          </a:ln>
        </p:spPr>
        <p:txBody>
          <a:bodyPr lIns="91440" rIns="91440" tIns="45720" bIns="45720" anchor="ctr">
            <a:normAutofit fontScale="45006"/>
          </a:bodyPr>
          <a:p>
            <a:pPr indent="0" algn="ctr" defTabSz="914400">
              <a:lnSpc>
                <a:spcPct val="100000"/>
              </a:lnSpc>
              <a:buNone/>
            </a:pPr>
            <a:r>
              <a:rPr b="1" lang="en-US" sz="8000" spc="-1" strike="noStrike">
                <a:solidFill>
                  <a:schemeClr val="lt1"/>
                </a:solidFill>
                <a:latin typeface="Calibri"/>
              </a:rPr>
              <a:t>Conclusion</a:t>
            </a:r>
            <a:br>
              <a:rPr sz="8000"/>
            </a:br>
            <a:endParaRPr b="0" lang="en-US" sz="8000" spc="-1" strike="noStrike">
              <a:solidFill>
                <a:schemeClr val="dk1"/>
              </a:solidFill>
              <a:latin typeface="Calibri"/>
            </a:endParaRPr>
          </a:p>
        </p:txBody>
      </p:sp>
      <p:sp>
        <p:nvSpPr>
          <p:cNvPr id="224" name="Rectangle 3"/>
          <p:cNvSpPr/>
          <p:nvPr/>
        </p:nvSpPr>
        <p:spPr>
          <a:xfrm>
            <a:off x="1271160" y="2637000"/>
            <a:ext cx="8737200" cy="2224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Calibri"/>
              </a:rPr>
              <a:t>The Gospel of John presents Jesus as the Son of God</a:t>
            </a:r>
            <a:r>
              <a:rPr b="0" lang="en-US" sz="2800" spc="-1" strike="noStrike">
                <a:solidFill>
                  <a:schemeClr val="dk1"/>
                </a:solidFill>
                <a:latin typeface="Calibri"/>
              </a:rPr>
              <a:t> who offers eternal life.</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John’s purpose is to lead people to faith in Jesus.</a:t>
            </a:r>
            <a:endParaRPr b="0" lang="en-US" sz="2800" spc="-1" strike="noStrike">
              <a:solidFill>
                <a:srgbClr val="000000"/>
              </a:solidFill>
              <a:latin typeface="Arial"/>
            </a:endParaRPr>
          </a:p>
          <a:p>
            <a:pPr defTabSz="914400">
              <a:lnSpc>
                <a:spcPct val="100000"/>
              </a:lnSpc>
            </a:pPr>
            <a:r>
              <a:rPr b="1" lang="en-US" sz="2800" spc="-1" strike="noStrike">
                <a:solidFill>
                  <a:schemeClr val="dk1"/>
                </a:solidFill>
                <a:latin typeface="Calibri"/>
              </a:rPr>
              <a:t>Believers are called to follow, abide in Him, and share His message.</a:t>
            </a:r>
            <a:endParaRPr b="0" lang="en-US" sz="2800" spc="-1" strike="noStrike">
              <a:solidFill>
                <a:srgbClr val="000000"/>
              </a:solidFill>
              <a:latin typeface="Arial"/>
            </a:endParaRPr>
          </a:p>
        </p:txBody>
      </p:sp>
    </p:spTree>
  </p:cSld>
  <p:transition spd="slow">
    <p:cover dir="l"/>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25" name="PlaceHolder 1"/>
          <p:cNvSpPr>
            <a:spLocks noGrp="1"/>
          </p:cNvSpPr>
          <p:nvPr>
            <p:ph type="subTitle"/>
          </p:nvPr>
        </p:nvSpPr>
        <p:spPr>
          <a:xfrm>
            <a:off x="609480" y="2664000"/>
            <a:ext cx="10971720" cy="1388520"/>
          </a:xfrm>
          <a:prstGeom prst="rect">
            <a:avLst/>
          </a:prstGeom>
          <a:noFill/>
          <a:ln w="0">
            <a:noFill/>
          </a:ln>
        </p:spPr>
        <p:txBody>
          <a:bodyPr lIns="91440" rIns="91440" tIns="45720" bIns="45720" anchor="t">
            <a:normAutofit fontScale="97490"/>
          </a:bodyPr>
          <a:p>
            <a:pPr algn="ctr" defTabSz="914400">
              <a:lnSpc>
                <a:spcPct val="100000"/>
              </a:lnSpc>
              <a:spcBef>
                <a:spcPts val="1760"/>
              </a:spcBef>
              <a:tabLst>
                <a:tab algn="l" pos="0"/>
              </a:tabLst>
            </a:pPr>
            <a:r>
              <a:rPr b="1" lang="en-US" sz="8800" spc="-1" strike="noStrike">
                <a:solidFill>
                  <a:schemeClr val="lt1"/>
                </a:solidFill>
                <a:latin typeface="Calibri"/>
              </a:rPr>
              <a:t>Thanks!</a:t>
            </a:r>
            <a:endParaRPr b="0" lang="en-US" sz="8800" spc="-1" strike="noStrike">
              <a:solidFill>
                <a:srgbClr val="ffffff"/>
              </a:solidFill>
              <a:latin typeface="Arial"/>
            </a:endParaRPr>
          </a:p>
        </p:txBody>
      </p:sp>
      <p:sp>
        <p:nvSpPr>
          <p:cNvPr id="226" name="Text Box 4"/>
          <p:cNvSpPr/>
          <p:nvPr/>
        </p:nvSpPr>
        <p:spPr>
          <a:xfrm>
            <a:off x="8467560" y="229536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pc="-1" strike="noStrike">
              <a:solidFill>
                <a:schemeClr val="dk1"/>
              </a:solidFill>
              <a:latin typeface="Calibri"/>
            </a:endParaRPr>
          </a:p>
        </p:txBody>
      </p:sp>
    </p:spTree>
  </p:cSld>
  <mc:AlternateContent>
    <mc:Choice Requires="p14">
      <p:transition spd="med" p14:dur="800">
        <p:circle/>
      </p:transition>
    </mc:Choice>
    <mc:Fallback>
      <p:transition spd="med">
        <p:circl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ppt2007.tmp</Template>
  <TotalTime>3</TotalTime>
  <Application>LibreOffice/24.2.7.2$Linux_X86_64 LibreOffice_project/420$Build-2</Application>
  <AppVersion>15.0000</AppVersion>
  <Words>9869</Words>
  <Paragraphs>312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2025-03-24T09:56:55Z</dcterms:created>
  <dc:creator>hp</dc:creator>
  <dc:description/>
  <dc:language>en-US</dc:language>
  <cp:lastModifiedBy/>
  <dcterms:modified xsi:type="dcterms:W3CDTF">2025-03-30T21:59:28Z</dcterms:modified>
  <cp:revision>87</cp:revision>
  <dc:subject/>
  <dc:title> The Gospels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y fmtid="{D5CDD505-2E9C-101B-9397-08002B2CF9AE}" pid="4" name="Notes">
    <vt:i4>9</vt:i4>
  </property>
  <property fmtid="{D5CDD505-2E9C-101B-9397-08002B2CF9AE}" pid="5" name="PresentationFormat">
    <vt:lpwstr>Custom</vt:lpwstr>
  </property>
  <property fmtid="{D5CDD505-2E9C-101B-9397-08002B2CF9AE}" pid="6" name="Slides">
    <vt:i4>41</vt:i4>
  </property>
</Properties>
</file>