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6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7228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94392" y="420624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13248" y="64008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13248" y="640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0" y="224028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Profile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194560" y="3657600"/>
            <a:ext cx="7799832" cy="2377440"/>
          </a:xfrm>
          <a:prstGeom prst="roundRect">
            <a:avLst>
              <a:gd name="adj" fmla="val 576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B7A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3886200"/>
            <a:ext cx="6858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Role / Registration No.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Role / Registration No.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Role / Registration No.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Role / Registration No.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Ecosystem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DATA ECOSYSTEM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data becomes real-world insight — a simple guide to the tools, layers, and flow behind big data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188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Ecosystem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Big Data?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means information that is too large, fast, or varied for ordinary tools to handle. It's usually described by three core traits: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CFE8F3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2860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020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776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sheer amount of data generated every second — from sensors, transactions, videos, and apps.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69080" y="196596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CFE8F3"/>
          </a:solidFill>
          <a:ln/>
        </p:spPr>
      </p:sp>
      <p:sp>
        <p:nvSpPr>
          <p:cNvPr id="10" name="Shape 8"/>
          <p:cNvSpPr/>
          <p:nvPr/>
        </p:nvSpPr>
        <p:spPr>
          <a:xfrm>
            <a:off x="5212080" y="22860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Velocity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39776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at which new data is created and needs to be processed, often in real time.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80960" y="196596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CFE8F3"/>
          </a:solidFill>
          <a:ln/>
        </p:spPr>
      </p:sp>
      <p:sp>
        <p:nvSpPr>
          <p:cNvPr id="15" name="Shape 13"/>
          <p:cNvSpPr/>
          <p:nvPr/>
        </p:nvSpPr>
        <p:spPr>
          <a:xfrm>
            <a:off x="8823960" y="22860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2396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90956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Variety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39776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many formats data comes in: text, images, video, logs, and structured database records.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Ecosystem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Ecosystem, Layer by Layer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moves through five stages on its way from raw input to a decision.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6112" y="2377440"/>
            <a:ext cx="1874520" cy="3017520"/>
          </a:xfrm>
          <a:prstGeom prst="roundRect">
            <a:avLst>
              <a:gd name="adj" fmla="val 5854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26060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374904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apps, transactions, social media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770632" y="3474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026664" y="2377440"/>
            <a:ext cx="1874520" cy="3017520"/>
          </a:xfrm>
          <a:prstGeom prst="roundRect">
            <a:avLst>
              <a:gd name="adj" fmla="val 5854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26664" y="26060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118104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163824" y="374904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lakes &amp; warehouses hold it all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901184" y="3474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57216" y="2377440"/>
            <a:ext cx="1874520" cy="3017520"/>
          </a:xfrm>
          <a:prstGeom prst="roundRect">
            <a:avLst>
              <a:gd name="adj" fmla="val 5854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57216" y="26060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248656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94376" y="374904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and organizing raw data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031736" y="3474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287768" y="2377440"/>
            <a:ext cx="1874520" cy="3017520"/>
          </a:xfrm>
          <a:prstGeom prst="roundRect">
            <a:avLst>
              <a:gd name="adj" fmla="val 5854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87768" y="26060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379208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24928" y="374904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patterns and answers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162288" y="3474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418320" y="2377440"/>
            <a:ext cx="1874520" cy="3017520"/>
          </a:xfrm>
          <a:prstGeom prst="roundRect">
            <a:avLst>
              <a:gd name="adj" fmla="val 5854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18320" y="26060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0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555480" y="374904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that guide decisions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Ecosystem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Tools &amp; Technologies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names come up again and again across the ecosystem: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CFE8F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19456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103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53288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and processes huge datasets across many computers at once.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0" y="187452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CFE8F3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21945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SPK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103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53288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data in memory for much faster analysis than older tools.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CFE8F3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2976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297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206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463600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live data between systems in real time, as it's created.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0" y="397764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CFE8F3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42976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4297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SQL/DB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4206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463600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flexible, fast-changing data like logs, chats, and sensor feeds.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Ecosystem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data ecosystem powers decisions across almost every industry: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CFE8F3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888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9888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20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9202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disease outbreaks and personalizing treatment plans.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0861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0861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017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0175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products and managing supply chains in real time.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CFE8F3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1833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1833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14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1148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fraud and assessing credit risk within seconds.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52806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52806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212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&amp; Society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52120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crop decisions, weather response, and public policy.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Ecosystem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161288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the three V's (volume, velocity, variety) change the way we design data systems compared to smaller datasets?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18541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storage separated from processing in most big data architectures?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209544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risks arise when organizations collect and store large amounts of personal data?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06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23367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could a country with limited infrastructure, like Rwanda, benefit from a simplified big data ecosystem in agriculture?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3309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257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Hadoop, Spark, and Kafka, which would you choose for a system that needs instant alerts, and why?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Ecosystem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84048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13248" y="182880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13248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0" y="338328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Ecosystem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500</Words>
  <Application>Microsoft Office PowerPoint</Application>
  <PresentationFormat>Widescreen</PresentationFormat>
  <Paragraphs>107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2026-09-07T21:27:53Z</dcterms:created>
  <dcterms:modified xsi:type="dcterms:W3CDTF">2026-09-07T21:31:39Z</dcterms:modified>
</cp:coreProperties>
</file>