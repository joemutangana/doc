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AB304-5ADE-4737-A8C5-1402A8B5C34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8B8EB-22AF-479D-853E-41EF8B0F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36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8B8EB-22AF-479D-853E-41EF8B0FF6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90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28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BEAA"/>
                </a:solidFill>
              </a:defRPr>
            </a:pPr>
            <a:r>
              <a:rPr sz="2000" smtClean="0"/>
              <a:t>INTRODUCTION TO BIG DATA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0F6FC"/>
                </a:solidFill>
              </a:defRPr>
            </a:pPr>
            <a:r>
              <a:rPr dirty="0"/>
              <a:t>BIG DATA</a:t>
            </a:r>
            <a:br>
              <a:rPr dirty="0"/>
            </a:br>
            <a:r>
              <a:rPr dirty="0"/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6466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AABED2"/>
                </a:solidFill>
              </a:defRPr>
            </a:pPr>
            <a:r>
              <a:rPr sz="3200" dirty="0"/>
              <a:t>How data moves from sources to useful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291840" cy="42976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00B050"/>
                </a:solidFill>
              </a:rPr>
              <a:t>GROUP C</a:t>
            </a:r>
            <a:endParaRPr sz="3600" b="1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dirty="0"/>
              <a:t>A simple overview of the Big Data journey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rPr dirty="0"/>
              <a:t>What is a Big Data Ecosystem?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BEAA"/>
                </a:solidFill>
              </a:defRPr>
            </a:pPr>
            <a:r>
              <a:rPr dirty="0"/>
              <a:t>DATA</a:t>
            </a:r>
            <a:br>
              <a:rPr dirty="0"/>
            </a:br>
            <a:r>
              <a:rPr dirty="0"/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325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Apps • Sensors • Websites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39" y="233172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rPr dirty="0"/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200400"/>
            <a:ext cx="1325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Bring data into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0"/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rPr dirty="0"/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Keep large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0040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Clean and 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6FC"/>
                </a:solidFill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Find useful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68CE6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057400"/>
            <a:ext cx="1600200" cy="224028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2331720"/>
            <a:ext cx="1325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BEAA"/>
                </a:solidFill>
              </a:defRPr>
            </a:pPr>
            <a:r>
              <a:t>VISUALIZE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200400"/>
            <a:ext cx="1325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</a:defRPr>
            </a:pPr>
            <a:r>
              <a:rPr sz="1600" b="1" dirty="0"/>
              <a:t>Charts • Reports •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5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0F6FC"/>
                </a:solidFill>
              </a:defRPr>
            </a:pPr>
            <a:r>
              <a:rPr dirty="0"/>
              <a:t>The ecosystem turns raw data into information that people can use to make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836722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2"/>
                </a:solidFill>
              </a:defRPr>
            </a:pPr>
            <a:r>
              <a:rPr lang="en-US" sz="2400" b="1" dirty="0"/>
              <a:t>It is a collection of different technologies that work together across the data lifecycle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t>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96112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2"/>
                </a:solidFill>
              </a:defRPr>
            </a:pPr>
            <a:r>
              <a:rPr lang="en-US" dirty="0" smtClean="0"/>
              <a:t>Understand </a:t>
            </a:r>
            <a:r>
              <a:rPr dirty="0" smtClean="0"/>
              <a:t>the </a:t>
            </a:r>
            <a:r>
              <a:rPr dirty="0"/>
              <a:t>role of each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19"/>
            <a:ext cx="3337560" cy="1883665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/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/>
              <a:t>Create 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78024"/>
            <a:ext cx="2926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2000" dirty="0"/>
              <a:t>Social media, </a:t>
            </a:r>
            <a:r>
              <a:rPr lang="en-US" sz="2000" dirty="0" smtClean="0"/>
              <a:t>websites, </a:t>
            </a:r>
            <a:r>
              <a:rPr sz="2000" dirty="0" smtClean="0"/>
              <a:t>apps</a:t>
            </a: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36192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 dirty="0"/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 dirty="0"/>
              <a:t>Collect and move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78024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2000"/>
              <a:t>Example: Apache 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37560" cy="169164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536192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/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/>
              <a:t>Keep huge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78024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2000"/>
              <a:t>Example: HDFS /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337560" cy="230632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93591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/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33087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 dirty="0"/>
              <a:t>Clean and transform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35424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2000" dirty="0"/>
              <a:t>Example: Apache 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337560" cy="230632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593591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/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133087"/>
            <a:ext cx="2926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/>
              <a:t>Discover useful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7562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2000" dirty="0"/>
              <a:t>Queries, statistics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474720"/>
            <a:ext cx="3337560" cy="2306320"/>
          </a:xfrm>
          <a:prstGeom prst="roundRect">
            <a:avLst/>
          </a:prstGeom>
          <a:solidFill>
            <a:srgbClr val="122037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6393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BEAA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93591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6FC"/>
                </a:solidFill>
              </a:defRPr>
            </a:pPr>
            <a:r>
              <a:rPr sz="2000"/>
              <a:t>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133087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6FC"/>
                </a:solidFill>
              </a:defRPr>
            </a:pPr>
            <a:r>
              <a:rPr sz="2000"/>
              <a:t>Present results clearly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535424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D2"/>
                </a:solidFill>
              </a:defRPr>
            </a:pPr>
            <a:r>
              <a:rPr sz="1600" dirty="0"/>
              <a:t>Charts, dashboards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91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BEAA"/>
                </a:solidFill>
              </a:defRPr>
            </a:pPr>
            <a:r>
              <a:rPr sz="1600" dirty="0"/>
              <a:t>03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6FC"/>
                </a:solidFill>
              </a:defRPr>
            </a:pPr>
            <a:r>
              <a:t>Discussion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70152"/>
            <a:ext cx="9784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rPr sz="2800" dirty="0"/>
              <a:t>What is meant by a Big Data Ecosystem?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13432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6829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95144"/>
            <a:ext cx="9784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rPr sz="2800" dirty="0"/>
              <a:t>What are some common sources of big data?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9544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91256"/>
            <a:ext cx="978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rPr sz="2400" dirty="0"/>
              <a:t>Why is storage important when dealing with big data?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05656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87368"/>
            <a:ext cx="978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rPr sz="2400" dirty="0"/>
              <a:t>What is the difference between processing and analysis?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01768"/>
            <a:ext cx="475488" cy="475488"/>
          </a:xfrm>
          <a:prstGeom prst="ellipse">
            <a:avLst/>
          </a:prstGeom>
          <a:solidFill>
            <a:srgbClr val="2DBEAA"/>
          </a:solidFill>
          <a:ln>
            <a:solidFill>
              <a:srgbClr val="2D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056631"/>
            <a:ext cx="475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1223"/>
                </a:solidFill>
              </a:defRPr>
            </a:pPr>
            <a:r>
              <a:rPr sz="160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978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0F6FC"/>
                </a:solidFill>
              </a:defRPr>
            </a:pPr>
            <a:r>
              <a:rPr sz="2400" dirty="0"/>
              <a:t>Can you give a real-life example where big data helps decision-making?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222</Words>
  <Application>Microsoft Office PowerPoint</Application>
  <PresentationFormat>Widescreen</PresentationFormat>
  <Paragraphs>66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2026-09-08T08:28:32Z</dcterms:modified>
  <cp:category/>
</cp:coreProperties>
</file>